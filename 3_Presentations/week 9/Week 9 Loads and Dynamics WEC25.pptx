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4"/>
  </p:notesMasterIdLst>
  <p:sldIdLst>
    <p:sldId id="256" r:id="rId3"/>
    <p:sldId id="259" r:id="rId4"/>
    <p:sldId id="272" r:id="rId5"/>
    <p:sldId id="274" r:id="rId6"/>
    <p:sldId id="281" r:id="rId7"/>
    <p:sldId id="287" r:id="rId8"/>
    <p:sldId id="288" r:id="rId9"/>
    <p:sldId id="280" r:id="rId10"/>
    <p:sldId id="286" r:id="rId11"/>
    <p:sldId id="276" r:id="rId12"/>
    <p:sldId id="26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irst slide" id="{EBA04D78-D1FF-49F4-BDD6-03EE135E606E}">
          <p14:sldIdLst>
            <p14:sldId id="256"/>
          </p14:sldIdLst>
        </p14:section>
        <p14:section name="text slide" id="{65043596-36B7-4360-BB5C-7A99EFAEC5C9}">
          <p14:sldIdLst>
            <p14:sldId id="259"/>
          </p14:sldIdLst>
        </p14:section>
        <p14:section name="graph slide" id="{B26F6679-C236-4D3D-BC2F-CAE5ED400718}">
          <p14:sldIdLst>
            <p14:sldId id="272"/>
            <p14:sldId id="274"/>
            <p14:sldId id="281"/>
            <p14:sldId id="287"/>
            <p14:sldId id="288"/>
            <p14:sldId id="280"/>
            <p14:sldId id="286"/>
            <p14:sldId id="276"/>
          </p14:sldIdLst>
        </p14:section>
        <p14:section name="bibliography" id="{2ECB0A3B-7D16-4F98-AD6A-5308DF7BF078}">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AB6C1"/>
    <a:srgbClr val="FFFFFF"/>
    <a:srgbClr val="8ECEFA"/>
    <a:srgbClr val="92C6E6"/>
    <a:srgbClr val="80D2F7"/>
    <a:srgbClr val="7ED1F7"/>
    <a:srgbClr val="A1DFFD"/>
    <a:srgbClr val="C0F5FF"/>
    <a:srgbClr val="3C96FA"/>
    <a:srgbClr val="BDE5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754" autoAdjust="0"/>
    <p:restoredTop sz="94660"/>
  </p:normalViewPr>
  <p:slideViewPr>
    <p:cSldViewPr snapToGrid="0">
      <p:cViewPr varScale="1">
        <p:scale>
          <a:sx n="78" d="100"/>
          <a:sy n="78" d="100"/>
        </p:scale>
        <p:origin x="1349" y="-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52B7C8-164C-4140-932B-122F288D33CD}" type="datetimeFigureOut">
              <a:rPr lang="en-GB" smtClean="0"/>
              <a:t>23/11/2025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23327E-A3FE-4279-B080-AD6DAF9EDC39}" type="slidenum">
              <a:rPr lang="en-GB" smtClean="0"/>
              <a:t>‹#›</a:t>
            </a:fld>
            <a:endParaRPr lang="en-GB"/>
          </a:p>
        </p:txBody>
      </p:sp>
    </p:spTree>
    <p:extLst>
      <p:ext uri="{BB962C8B-B14F-4D97-AF65-F5344CB8AC3E}">
        <p14:creationId xmlns:p14="http://schemas.microsoft.com/office/powerpoint/2010/main" val="3775679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A23327E-A3FE-4279-B080-AD6DAF9EDC39}" type="slidenum">
              <a:rPr lang="en-GB" smtClean="0"/>
              <a:t>1</a:t>
            </a:fld>
            <a:endParaRPr lang="en-GB"/>
          </a:p>
        </p:txBody>
      </p:sp>
    </p:spTree>
    <p:extLst>
      <p:ext uri="{BB962C8B-B14F-4D97-AF65-F5344CB8AC3E}">
        <p14:creationId xmlns:p14="http://schemas.microsoft.com/office/powerpoint/2010/main" val="31155244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A23327E-A3FE-4279-B080-AD6DAF9EDC39}" type="slidenum">
              <a:rPr lang="en-GB" smtClean="0"/>
              <a:t>2</a:t>
            </a:fld>
            <a:endParaRPr lang="en-GB"/>
          </a:p>
        </p:txBody>
      </p:sp>
    </p:spTree>
    <p:extLst>
      <p:ext uri="{BB962C8B-B14F-4D97-AF65-F5344CB8AC3E}">
        <p14:creationId xmlns:p14="http://schemas.microsoft.com/office/powerpoint/2010/main" val="17053386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7A657-38CD-C08A-9C1B-B9CD7AC4CC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A27432-D777-E332-0F94-ABB4525D71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729F61-B842-CCB8-1ABF-372A5F3AF16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AFAA884-AC4C-4119-B1F3-CB5E5B1F0659}"/>
              </a:ext>
            </a:extLst>
          </p:cNvPr>
          <p:cNvSpPr>
            <a:spLocks noGrp="1"/>
          </p:cNvSpPr>
          <p:nvPr>
            <p:ph type="sldNum" sz="quarter" idx="5"/>
          </p:nvPr>
        </p:nvSpPr>
        <p:spPr/>
        <p:txBody>
          <a:bodyPr/>
          <a:lstStyle/>
          <a:p>
            <a:fld id="{CA23327E-A3FE-4279-B080-AD6DAF9EDC39}" type="slidenum">
              <a:rPr lang="en-GB" smtClean="0"/>
              <a:t>3</a:t>
            </a:fld>
            <a:endParaRPr lang="en-GB"/>
          </a:p>
        </p:txBody>
      </p:sp>
    </p:spTree>
    <p:extLst>
      <p:ext uri="{BB962C8B-B14F-4D97-AF65-F5344CB8AC3E}">
        <p14:creationId xmlns:p14="http://schemas.microsoft.com/office/powerpoint/2010/main" val="33475487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4DF72-239B-2727-0741-72937FFF74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EB9894-365C-F1BB-C6D1-80520BA77B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81D379-0A6D-3B73-FF18-8C52247F6BAF}"/>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0B8C640-6E38-186E-E4E5-20F5F6977CC5}"/>
              </a:ext>
            </a:extLst>
          </p:cNvPr>
          <p:cNvSpPr>
            <a:spLocks noGrp="1"/>
          </p:cNvSpPr>
          <p:nvPr>
            <p:ph type="sldNum" sz="quarter" idx="5"/>
          </p:nvPr>
        </p:nvSpPr>
        <p:spPr/>
        <p:txBody>
          <a:bodyPr/>
          <a:lstStyle/>
          <a:p>
            <a:fld id="{CA23327E-A3FE-4279-B080-AD6DAF9EDC39}" type="slidenum">
              <a:rPr lang="en-GB" smtClean="0"/>
              <a:t>4</a:t>
            </a:fld>
            <a:endParaRPr lang="en-GB"/>
          </a:p>
        </p:txBody>
      </p:sp>
    </p:spTree>
    <p:extLst>
      <p:ext uri="{BB962C8B-B14F-4D97-AF65-F5344CB8AC3E}">
        <p14:creationId xmlns:p14="http://schemas.microsoft.com/office/powerpoint/2010/main" val="5640769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AFC5A-F5F3-56B6-0321-C12BDD1AFE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87FEB2-D58C-82EF-30C4-D7690F253F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29F48F-90DE-A1A7-AC91-8D253534D1B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BC6E226-7E9E-3C4F-1080-0B98C8849F00}"/>
              </a:ext>
            </a:extLst>
          </p:cNvPr>
          <p:cNvSpPr>
            <a:spLocks noGrp="1"/>
          </p:cNvSpPr>
          <p:nvPr>
            <p:ph type="sldNum" sz="quarter" idx="5"/>
          </p:nvPr>
        </p:nvSpPr>
        <p:spPr/>
        <p:txBody>
          <a:bodyPr/>
          <a:lstStyle/>
          <a:p>
            <a:fld id="{CA23327E-A3FE-4279-B080-AD6DAF9EDC39}" type="slidenum">
              <a:rPr lang="en-GB" smtClean="0"/>
              <a:t>5</a:t>
            </a:fld>
            <a:endParaRPr lang="en-GB"/>
          </a:p>
        </p:txBody>
      </p:sp>
    </p:spTree>
    <p:extLst>
      <p:ext uri="{BB962C8B-B14F-4D97-AF65-F5344CB8AC3E}">
        <p14:creationId xmlns:p14="http://schemas.microsoft.com/office/powerpoint/2010/main" val="3830546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0B1ED-FC88-044B-0E78-3B09D1663A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EBDB07-94E7-5A7B-4697-CBA1D515A0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452FE6-DEF1-C642-7640-C06B072CE786}"/>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A0FA3D5-957D-8C82-20B6-14B3784FE32E}"/>
              </a:ext>
            </a:extLst>
          </p:cNvPr>
          <p:cNvSpPr>
            <a:spLocks noGrp="1"/>
          </p:cNvSpPr>
          <p:nvPr>
            <p:ph type="sldNum" sz="quarter" idx="5"/>
          </p:nvPr>
        </p:nvSpPr>
        <p:spPr/>
        <p:txBody>
          <a:bodyPr/>
          <a:lstStyle/>
          <a:p>
            <a:fld id="{CA23327E-A3FE-4279-B080-AD6DAF9EDC39}" type="slidenum">
              <a:rPr lang="en-GB" smtClean="0"/>
              <a:t>6</a:t>
            </a:fld>
            <a:endParaRPr lang="en-GB"/>
          </a:p>
        </p:txBody>
      </p:sp>
    </p:spTree>
    <p:extLst>
      <p:ext uri="{BB962C8B-B14F-4D97-AF65-F5344CB8AC3E}">
        <p14:creationId xmlns:p14="http://schemas.microsoft.com/office/powerpoint/2010/main" val="24621915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4CA74-B659-2608-4B3A-156F6B15B3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8B6ED2-768B-2321-8221-CE9849D08E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F78E3F-09DB-64B7-45BD-F9F35987CDF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5CA0ED7-04A5-8FCA-C9E9-DE0D3B075117}"/>
              </a:ext>
            </a:extLst>
          </p:cNvPr>
          <p:cNvSpPr>
            <a:spLocks noGrp="1"/>
          </p:cNvSpPr>
          <p:nvPr>
            <p:ph type="sldNum" sz="quarter" idx="5"/>
          </p:nvPr>
        </p:nvSpPr>
        <p:spPr/>
        <p:txBody>
          <a:bodyPr/>
          <a:lstStyle/>
          <a:p>
            <a:fld id="{CA23327E-A3FE-4279-B080-AD6DAF9EDC39}" type="slidenum">
              <a:rPr lang="en-GB" smtClean="0"/>
              <a:t>7</a:t>
            </a:fld>
            <a:endParaRPr lang="en-GB"/>
          </a:p>
        </p:txBody>
      </p:sp>
    </p:spTree>
    <p:extLst>
      <p:ext uri="{BB962C8B-B14F-4D97-AF65-F5344CB8AC3E}">
        <p14:creationId xmlns:p14="http://schemas.microsoft.com/office/powerpoint/2010/main" val="39054279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4C2A3-9F2F-09CD-03FF-F40DFF0273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B5876-FE32-2D10-D55D-A3D936FA8A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FF8598-94A5-8349-C872-8A53D8DDA670}"/>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F17DE48-201E-94AF-71C6-8C8EECDFDBC3}"/>
              </a:ext>
            </a:extLst>
          </p:cNvPr>
          <p:cNvSpPr>
            <a:spLocks noGrp="1"/>
          </p:cNvSpPr>
          <p:nvPr>
            <p:ph type="sldNum" sz="quarter" idx="5"/>
          </p:nvPr>
        </p:nvSpPr>
        <p:spPr/>
        <p:txBody>
          <a:bodyPr/>
          <a:lstStyle/>
          <a:p>
            <a:fld id="{CA23327E-A3FE-4279-B080-AD6DAF9EDC39}" type="slidenum">
              <a:rPr lang="en-GB" smtClean="0"/>
              <a:t>8</a:t>
            </a:fld>
            <a:endParaRPr lang="en-GB"/>
          </a:p>
        </p:txBody>
      </p:sp>
    </p:spTree>
    <p:extLst>
      <p:ext uri="{BB962C8B-B14F-4D97-AF65-F5344CB8AC3E}">
        <p14:creationId xmlns:p14="http://schemas.microsoft.com/office/powerpoint/2010/main" val="4462464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414F5-8F09-3974-5228-B38F3593C3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641005-F990-CE8C-6259-1B3902A11E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EF4283-07AB-6D4D-5229-8C8620D4C793}"/>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D6E6DE7-7723-433F-ABCF-B22882ABA3C2}"/>
              </a:ext>
            </a:extLst>
          </p:cNvPr>
          <p:cNvSpPr>
            <a:spLocks noGrp="1"/>
          </p:cNvSpPr>
          <p:nvPr>
            <p:ph type="sldNum" sz="quarter" idx="5"/>
          </p:nvPr>
        </p:nvSpPr>
        <p:spPr/>
        <p:txBody>
          <a:bodyPr/>
          <a:lstStyle/>
          <a:p>
            <a:fld id="{CA23327E-A3FE-4279-B080-AD6DAF9EDC39}" type="slidenum">
              <a:rPr lang="en-GB" smtClean="0"/>
              <a:t>9</a:t>
            </a:fld>
            <a:endParaRPr lang="en-GB"/>
          </a:p>
        </p:txBody>
      </p:sp>
    </p:spTree>
    <p:extLst>
      <p:ext uri="{BB962C8B-B14F-4D97-AF65-F5344CB8AC3E}">
        <p14:creationId xmlns:p14="http://schemas.microsoft.com/office/powerpoint/2010/main" val="22115353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8841A-68C1-E977-EF10-2F1370226F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C33C6E-A737-72C2-AA57-F437EC30BE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C0D82A-8C4C-1044-594E-580A10C113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BBD6B7-AC09-0DC6-468A-449328D325C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A23327E-A3FE-4279-B080-AD6DAF9EDC39}"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231392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A23327E-A3FE-4279-B080-AD6DAF9EDC39}" type="slidenum">
              <a:rPr lang="en-GB" smtClean="0"/>
              <a:t>11</a:t>
            </a:fld>
            <a:endParaRPr lang="en-GB"/>
          </a:p>
        </p:txBody>
      </p:sp>
    </p:spTree>
    <p:extLst>
      <p:ext uri="{BB962C8B-B14F-4D97-AF65-F5344CB8AC3E}">
        <p14:creationId xmlns:p14="http://schemas.microsoft.com/office/powerpoint/2010/main" val="2294059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9CFF2-C4A0-C88B-1E9C-7E8851385606}"/>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E0F93A8F-E2E3-B4BD-3B84-D178AF0ED9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10D5BFD4-B46B-34FE-9A8B-9033E96DC691}"/>
              </a:ext>
            </a:extLst>
          </p:cNvPr>
          <p:cNvSpPr>
            <a:spLocks noGrp="1"/>
          </p:cNvSpPr>
          <p:nvPr>
            <p:ph type="dt" sz="half" idx="10"/>
          </p:nvPr>
        </p:nvSpPr>
        <p:spPr/>
        <p:txBody>
          <a:bodyPr/>
          <a:lstStyle/>
          <a:p>
            <a:fld id="{A442582E-7652-4336-8F82-B8F78DEBE1E6}" type="datetime1">
              <a:rPr lang="en-GB" smtClean="0"/>
              <a:t>23/11/2025</a:t>
            </a:fld>
            <a:endParaRPr lang="en-GB"/>
          </a:p>
        </p:txBody>
      </p:sp>
      <p:sp>
        <p:nvSpPr>
          <p:cNvPr id="6" name="Slide Number Placeholder 5">
            <a:extLst>
              <a:ext uri="{FF2B5EF4-FFF2-40B4-BE49-F238E27FC236}">
                <a16:creationId xmlns:a16="http://schemas.microsoft.com/office/drawing/2014/main" id="{93F83137-53E8-FAAE-F427-32424D867174}"/>
              </a:ext>
            </a:extLst>
          </p:cNvPr>
          <p:cNvSpPr>
            <a:spLocks noGrp="1"/>
          </p:cNvSpPr>
          <p:nvPr>
            <p:ph type="sldNum" sz="quarter" idx="12"/>
          </p:nvPr>
        </p:nvSpPr>
        <p:spPr>
          <a:xfrm>
            <a:off x="5873579" y="6356350"/>
            <a:ext cx="403654" cy="365125"/>
          </a:xfrm>
        </p:spPr>
        <p:txBody>
          <a:bodyPr/>
          <a:lstStyle>
            <a:lvl1pPr>
              <a:defRPr sz="1600"/>
            </a:lvl1pPr>
          </a:lstStyle>
          <a:p>
            <a:fld id="{013F6232-4F06-48BA-8F69-BF531F607829}" type="slidenum">
              <a:rPr lang="en-GB" smtClean="0"/>
              <a:pPr/>
              <a:t>‹#›</a:t>
            </a:fld>
            <a:endParaRPr lang="en-GB" dirty="0"/>
          </a:p>
        </p:txBody>
      </p:sp>
    </p:spTree>
    <p:extLst>
      <p:ext uri="{BB962C8B-B14F-4D97-AF65-F5344CB8AC3E}">
        <p14:creationId xmlns:p14="http://schemas.microsoft.com/office/powerpoint/2010/main" val="42203395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93033-AA4A-D955-AE39-E7F2A40C8A47}"/>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7638BDBB-4827-8B89-3EE0-5A3DD22172F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92EA4901-6338-2E30-CCE8-77FD13F592F1}"/>
              </a:ext>
            </a:extLst>
          </p:cNvPr>
          <p:cNvSpPr>
            <a:spLocks noGrp="1"/>
          </p:cNvSpPr>
          <p:nvPr>
            <p:ph type="dt" sz="half" idx="10"/>
          </p:nvPr>
        </p:nvSpPr>
        <p:spPr/>
        <p:txBody>
          <a:bodyPr/>
          <a:lstStyle/>
          <a:p>
            <a:fld id="{2521100E-89DB-4D21-B66A-B5E24FA59FB2}" type="datetime1">
              <a:rPr lang="en-GB" smtClean="0"/>
              <a:t>23/11/2025</a:t>
            </a:fld>
            <a:endParaRPr lang="en-GB"/>
          </a:p>
        </p:txBody>
      </p:sp>
      <p:sp>
        <p:nvSpPr>
          <p:cNvPr id="6" name="Slide Number Placeholder 5">
            <a:extLst>
              <a:ext uri="{FF2B5EF4-FFF2-40B4-BE49-F238E27FC236}">
                <a16:creationId xmlns:a16="http://schemas.microsoft.com/office/drawing/2014/main" id="{1E6B5D97-094A-D8D8-0C4D-1DC08462EC16}"/>
              </a:ext>
            </a:extLst>
          </p:cNvPr>
          <p:cNvSpPr>
            <a:spLocks noGrp="1"/>
          </p:cNvSpPr>
          <p:nvPr>
            <p:ph type="sldNum" sz="quarter" idx="12"/>
          </p:nvPr>
        </p:nvSpPr>
        <p:spPr>
          <a:xfrm>
            <a:off x="5769428" y="6349546"/>
            <a:ext cx="653143" cy="365125"/>
          </a:xfrm>
        </p:spPr>
        <p:txBody>
          <a:bodyPr/>
          <a:lstStyle/>
          <a:p>
            <a:fld id="{013F6232-4F06-48BA-8F69-BF531F607829}" type="slidenum">
              <a:rPr lang="en-GB" smtClean="0"/>
              <a:t>‹#›</a:t>
            </a:fld>
            <a:endParaRPr lang="en-GB"/>
          </a:p>
        </p:txBody>
      </p:sp>
    </p:spTree>
    <p:extLst>
      <p:ext uri="{BB962C8B-B14F-4D97-AF65-F5344CB8AC3E}">
        <p14:creationId xmlns:p14="http://schemas.microsoft.com/office/powerpoint/2010/main" val="4227013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90F5D-2977-B8B5-3FC5-DF3AE8740EF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75C247B5-0632-4013-2832-15D3D21A8CE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61A4BC1-6A36-94FE-17CE-DFAD0BF1ACA3}"/>
              </a:ext>
            </a:extLst>
          </p:cNvPr>
          <p:cNvSpPr>
            <a:spLocks noGrp="1"/>
          </p:cNvSpPr>
          <p:nvPr>
            <p:ph type="dt" sz="half" idx="10"/>
          </p:nvPr>
        </p:nvSpPr>
        <p:spPr/>
        <p:txBody>
          <a:bodyPr/>
          <a:lstStyle/>
          <a:p>
            <a:fld id="{5537878B-5315-4496-8D10-2F17543DB034}" type="datetime1">
              <a:rPr lang="en-GB" smtClean="0"/>
              <a:t>23/11/2025</a:t>
            </a:fld>
            <a:endParaRPr lang="en-GB"/>
          </a:p>
        </p:txBody>
      </p:sp>
      <p:sp>
        <p:nvSpPr>
          <p:cNvPr id="5" name="Footer Placeholder 4">
            <a:extLst>
              <a:ext uri="{FF2B5EF4-FFF2-40B4-BE49-F238E27FC236}">
                <a16:creationId xmlns:a16="http://schemas.microsoft.com/office/drawing/2014/main" id="{88D5FD8C-55CD-AD30-1E91-60750BCCDF7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15A2AD0-0D56-CC63-D932-D1C61C778073}"/>
              </a:ext>
            </a:extLst>
          </p:cNvPr>
          <p:cNvSpPr>
            <a:spLocks noGrp="1"/>
          </p:cNvSpPr>
          <p:nvPr>
            <p:ph type="sldNum" sz="quarter" idx="12"/>
          </p:nvPr>
        </p:nvSpPr>
        <p:spPr/>
        <p:txBody>
          <a:bodyPr/>
          <a:lstStyle/>
          <a:p>
            <a:fld id="{013F6232-4F06-48BA-8F69-BF531F607829}" type="slidenum">
              <a:rPr lang="en-GB" smtClean="0"/>
              <a:t>‹#›</a:t>
            </a:fld>
            <a:endParaRPr lang="en-GB"/>
          </a:p>
        </p:txBody>
      </p:sp>
    </p:spTree>
    <p:extLst>
      <p:ext uri="{BB962C8B-B14F-4D97-AF65-F5344CB8AC3E}">
        <p14:creationId xmlns:p14="http://schemas.microsoft.com/office/powerpoint/2010/main" val="36694861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13920-E451-6E8D-B0CB-C3FB9C0F70BE}"/>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D47CFBA5-B73E-6B89-322D-7C32A35A121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C4BF8199-371A-141A-1CD7-D551EEEFDFB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D963C60A-FE48-2910-84A1-612B23A7822D}"/>
              </a:ext>
            </a:extLst>
          </p:cNvPr>
          <p:cNvSpPr>
            <a:spLocks noGrp="1"/>
          </p:cNvSpPr>
          <p:nvPr>
            <p:ph type="dt" sz="half" idx="10"/>
          </p:nvPr>
        </p:nvSpPr>
        <p:spPr/>
        <p:txBody>
          <a:bodyPr/>
          <a:lstStyle/>
          <a:p>
            <a:fld id="{DEBEA969-CEB0-4E87-8DDD-72161074DF01}" type="datetime1">
              <a:rPr lang="en-GB" smtClean="0"/>
              <a:t>23/11/2025</a:t>
            </a:fld>
            <a:endParaRPr lang="en-GB"/>
          </a:p>
        </p:txBody>
      </p:sp>
      <p:sp>
        <p:nvSpPr>
          <p:cNvPr id="6" name="Footer Placeholder 5">
            <a:extLst>
              <a:ext uri="{FF2B5EF4-FFF2-40B4-BE49-F238E27FC236}">
                <a16:creationId xmlns:a16="http://schemas.microsoft.com/office/drawing/2014/main" id="{D7BC67CE-6F73-71D9-BF0B-18A7CD945CD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580765-E2ED-A6A2-9401-8425BFA02772}"/>
              </a:ext>
            </a:extLst>
          </p:cNvPr>
          <p:cNvSpPr>
            <a:spLocks noGrp="1"/>
          </p:cNvSpPr>
          <p:nvPr>
            <p:ph type="sldNum" sz="quarter" idx="12"/>
          </p:nvPr>
        </p:nvSpPr>
        <p:spPr/>
        <p:txBody>
          <a:bodyPr/>
          <a:lstStyle/>
          <a:p>
            <a:fld id="{013F6232-4F06-48BA-8F69-BF531F607829}" type="slidenum">
              <a:rPr lang="en-GB" smtClean="0"/>
              <a:t>‹#›</a:t>
            </a:fld>
            <a:endParaRPr lang="en-GB"/>
          </a:p>
        </p:txBody>
      </p:sp>
    </p:spTree>
    <p:extLst>
      <p:ext uri="{BB962C8B-B14F-4D97-AF65-F5344CB8AC3E}">
        <p14:creationId xmlns:p14="http://schemas.microsoft.com/office/powerpoint/2010/main" val="16457548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BF7B7-87CF-1A3E-E33E-44DC6E0152FF}"/>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84B21B8D-C5F5-5242-4069-B1546B4BC0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74D26CD-98BD-17E2-BE55-DBB74BBC640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163B8D60-279E-D76A-9222-12B704BAEB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A1AF34B-F683-41AD-C71C-8E8C66CC4CC0}"/>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39696258-07C0-0BF2-CA2A-156B572B5B53}"/>
              </a:ext>
            </a:extLst>
          </p:cNvPr>
          <p:cNvSpPr>
            <a:spLocks noGrp="1"/>
          </p:cNvSpPr>
          <p:nvPr>
            <p:ph type="dt" sz="half" idx="10"/>
          </p:nvPr>
        </p:nvSpPr>
        <p:spPr/>
        <p:txBody>
          <a:bodyPr/>
          <a:lstStyle/>
          <a:p>
            <a:fld id="{6335A96A-71C8-435E-B03B-275B6E0D4AB2}" type="datetime1">
              <a:rPr lang="en-GB" smtClean="0"/>
              <a:t>23/11/2025</a:t>
            </a:fld>
            <a:endParaRPr lang="en-GB"/>
          </a:p>
        </p:txBody>
      </p:sp>
      <p:sp>
        <p:nvSpPr>
          <p:cNvPr id="8" name="Footer Placeholder 7">
            <a:extLst>
              <a:ext uri="{FF2B5EF4-FFF2-40B4-BE49-F238E27FC236}">
                <a16:creationId xmlns:a16="http://schemas.microsoft.com/office/drawing/2014/main" id="{6B07D047-C31B-4C8F-E0B3-75014FF62F8E}"/>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9484742A-6F5B-071B-E0EA-980402529BCA}"/>
              </a:ext>
            </a:extLst>
          </p:cNvPr>
          <p:cNvSpPr>
            <a:spLocks noGrp="1"/>
          </p:cNvSpPr>
          <p:nvPr>
            <p:ph type="sldNum" sz="quarter" idx="12"/>
          </p:nvPr>
        </p:nvSpPr>
        <p:spPr/>
        <p:txBody>
          <a:bodyPr/>
          <a:lstStyle/>
          <a:p>
            <a:fld id="{013F6232-4F06-48BA-8F69-BF531F607829}" type="slidenum">
              <a:rPr lang="en-GB" smtClean="0"/>
              <a:t>‹#›</a:t>
            </a:fld>
            <a:endParaRPr lang="en-GB"/>
          </a:p>
        </p:txBody>
      </p:sp>
    </p:spTree>
    <p:extLst>
      <p:ext uri="{BB962C8B-B14F-4D97-AF65-F5344CB8AC3E}">
        <p14:creationId xmlns:p14="http://schemas.microsoft.com/office/powerpoint/2010/main" val="18481019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7C287-18A0-EB82-8A27-F94CA3880D06}"/>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A42CDD78-FBCD-76B9-2CA1-031942F2198D}"/>
              </a:ext>
            </a:extLst>
          </p:cNvPr>
          <p:cNvSpPr>
            <a:spLocks noGrp="1"/>
          </p:cNvSpPr>
          <p:nvPr>
            <p:ph type="dt" sz="half" idx="10"/>
          </p:nvPr>
        </p:nvSpPr>
        <p:spPr/>
        <p:txBody>
          <a:bodyPr/>
          <a:lstStyle/>
          <a:p>
            <a:fld id="{9402E411-883A-45F0-8C4F-B0FE2C65FB28}" type="datetime1">
              <a:rPr lang="en-GB" smtClean="0"/>
              <a:t>23/11/2025</a:t>
            </a:fld>
            <a:endParaRPr lang="en-GB"/>
          </a:p>
        </p:txBody>
      </p:sp>
      <p:sp>
        <p:nvSpPr>
          <p:cNvPr id="4" name="Footer Placeholder 3">
            <a:extLst>
              <a:ext uri="{FF2B5EF4-FFF2-40B4-BE49-F238E27FC236}">
                <a16:creationId xmlns:a16="http://schemas.microsoft.com/office/drawing/2014/main" id="{FC8218E7-E787-22C8-B531-FFEC9002A9B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0876BDA-2FCA-9763-2EA1-4033A5600EFC}"/>
              </a:ext>
            </a:extLst>
          </p:cNvPr>
          <p:cNvSpPr>
            <a:spLocks noGrp="1"/>
          </p:cNvSpPr>
          <p:nvPr>
            <p:ph type="sldNum" sz="quarter" idx="12"/>
          </p:nvPr>
        </p:nvSpPr>
        <p:spPr/>
        <p:txBody>
          <a:bodyPr/>
          <a:lstStyle/>
          <a:p>
            <a:fld id="{013F6232-4F06-48BA-8F69-BF531F607829}" type="slidenum">
              <a:rPr lang="en-GB" smtClean="0"/>
              <a:t>‹#›</a:t>
            </a:fld>
            <a:endParaRPr lang="en-GB"/>
          </a:p>
        </p:txBody>
      </p:sp>
    </p:spTree>
    <p:extLst>
      <p:ext uri="{BB962C8B-B14F-4D97-AF65-F5344CB8AC3E}">
        <p14:creationId xmlns:p14="http://schemas.microsoft.com/office/powerpoint/2010/main" val="17867054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0FDB8F-73D7-2EBC-A62D-4DC73794646B}"/>
              </a:ext>
            </a:extLst>
          </p:cNvPr>
          <p:cNvSpPr>
            <a:spLocks noGrp="1"/>
          </p:cNvSpPr>
          <p:nvPr>
            <p:ph type="dt" sz="half" idx="10"/>
          </p:nvPr>
        </p:nvSpPr>
        <p:spPr/>
        <p:txBody>
          <a:bodyPr/>
          <a:lstStyle/>
          <a:p>
            <a:fld id="{986F6F48-3B55-4945-B23D-B0C51AFE28E6}" type="datetime1">
              <a:rPr lang="en-GB" smtClean="0"/>
              <a:t>23/11/2025</a:t>
            </a:fld>
            <a:endParaRPr lang="en-GB"/>
          </a:p>
        </p:txBody>
      </p:sp>
      <p:sp>
        <p:nvSpPr>
          <p:cNvPr id="3" name="Footer Placeholder 2">
            <a:extLst>
              <a:ext uri="{FF2B5EF4-FFF2-40B4-BE49-F238E27FC236}">
                <a16:creationId xmlns:a16="http://schemas.microsoft.com/office/drawing/2014/main" id="{8CD8D704-B4F5-F739-D1FA-65F2302BC187}"/>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AAC7751D-0392-D26F-33B1-9B05704F88C2}"/>
              </a:ext>
            </a:extLst>
          </p:cNvPr>
          <p:cNvSpPr>
            <a:spLocks noGrp="1"/>
          </p:cNvSpPr>
          <p:nvPr>
            <p:ph type="sldNum" sz="quarter" idx="12"/>
          </p:nvPr>
        </p:nvSpPr>
        <p:spPr/>
        <p:txBody>
          <a:bodyPr/>
          <a:lstStyle/>
          <a:p>
            <a:fld id="{013F6232-4F06-48BA-8F69-BF531F607829}" type="slidenum">
              <a:rPr lang="en-GB" smtClean="0"/>
              <a:t>‹#›</a:t>
            </a:fld>
            <a:endParaRPr lang="en-GB"/>
          </a:p>
        </p:txBody>
      </p:sp>
    </p:spTree>
    <p:extLst>
      <p:ext uri="{BB962C8B-B14F-4D97-AF65-F5344CB8AC3E}">
        <p14:creationId xmlns:p14="http://schemas.microsoft.com/office/powerpoint/2010/main" val="4024279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4D20E-7D43-D4CD-1058-46300B8EE4F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3EB6584A-B476-0EA1-C12B-07C273F70E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51694232-1597-B186-D108-397BCF214D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93685DB-F13A-97BE-F448-174160797353}"/>
              </a:ext>
            </a:extLst>
          </p:cNvPr>
          <p:cNvSpPr>
            <a:spLocks noGrp="1"/>
          </p:cNvSpPr>
          <p:nvPr>
            <p:ph type="dt" sz="half" idx="10"/>
          </p:nvPr>
        </p:nvSpPr>
        <p:spPr/>
        <p:txBody>
          <a:bodyPr/>
          <a:lstStyle/>
          <a:p>
            <a:fld id="{86209ACC-63FA-4EE9-AE4D-ECCDA5B91432}" type="datetime1">
              <a:rPr lang="en-GB" smtClean="0"/>
              <a:t>23/11/2025</a:t>
            </a:fld>
            <a:endParaRPr lang="en-GB"/>
          </a:p>
        </p:txBody>
      </p:sp>
      <p:sp>
        <p:nvSpPr>
          <p:cNvPr id="6" name="Footer Placeholder 5">
            <a:extLst>
              <a:ext uri="{FF2B5EF4-FFF2-40B4-BE49-F238E27FC236}">
                <a16:creationId xmlns:a16="http://schemas.microsoft.com/office/drawing/2014/main" id="{5D70ACE2-CF77-9AC4-52EF-82FBD40BB67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560D674-CAD3-59F8-9DF5-CA4D8E7A04CE}"/>
              </a:ext>
            </a:extLst>
          </p:cNvPr>
          <p:cNvSpPr>
            <a:spLocks noGrp="1"/>
          </p:cNvSpPr>
          <p:nvPr>
            <p:ph type="sldNum" sz="quarter" idx="12"/>
          </p:nvPr>
        </p:nvSpPr>
        <p:spPr/>
        <p:txBody>
          <a:bodyPr/>
          <a:lstStyle/>
          <a:p>
            <a:fld id="{013F6232-4F06-48BA-8F69-BF531F607829}" type="slidenum">
              <a:rPr lang="en-GB" smtClean="0"/>
              <a:t>‹#›</a:t>
            </a:fld>
            <a:endParaRPr lang="en-GB"/>
          </a:p>
        </p:txBody>
      </p:sp>
    </p:spTree>
    <p:extLst>
      <p:ext uri="{BB962C8B-B14F-4D97-AF65-F5344CB8AC3E}">
        <p14:creationId xmlns:p14="http://schemas.microsoft.com/office/powerpoint/2010/main" val="37279824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2DC87-27CE-5A07-9629-719DC91DE44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3F65E744-3606-1D16-E7B2-58DAFC3E88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EA9C703-BF20-85AF-358A-01ADED33CF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64AE937-083F-51CA-E382-30FE9BEB01B2}"/>
              </a:ext>
            </a:extLst>
          </p:cNvPr>
          <p:cNvSpPr>
            <a:spLocks noGrp="1"/>
          </p:cNvSpPr>
          <p:nvPr>
            <p:ph type="dt" sz="half" idx="10"/>
          </p:nvPr>
        </p:nvSpPr>
        <p:spPr/>
        <p:txBody>
          <a:bodyPr/>
          <a:lstStyle/>
          <a:p>
            <a:fld id="{F38D1FE4-6F4F-4845-8022-15597911E7C2}" type="datetime1">
              <a:rPr lang="en-GB" smtClean="0"/>
              <a:t>23/11/2025</a:t>
            </a:fld>
            <a:endParaRPr lang="en-GB"/>
          </a:p>
        </p:txBody>
      </p:sp>
      <p:sp>
        <p:nvSpPr>
          <p:cNvPr id="6" name="Footer Placeholder 5">
            <a:extLst>
              <a:ext uri="{FF2B5EF4-FFF2-40B4-BE49-F238E27FC236}">
                <a16:creationId xmlns:a16="http://schemas.microsoft.com/office/drawing/2014/main" id="{A11F255A-C1CC-7A32-A0B3-4283D858365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476C013-C03F-024A-D0F4-FF67E6709890}"/>
              </a:ext>
            </a:extLst>
          </p:cNvPr>
          <p:cNvSpPr>
            <a:spLocks noGrp="1"/>
          </p:cNvSpPr>
          <p:nvPr>
            <p:ph type="sldNum" sz="quarter" idx="12"/>
          </p:nvPr>
        </p:nvSpPr>
        <p:spPr/>
        <p:txBody>
          <a:bodyPr/>
          <a:lstStyle/>
          <a:p>
            <a:fld id="{013F6232-4F06-48BA-8F69-BF531F607829}" type="slidenum">
              <a:rPr lang="en-GB" smtClean="0"/>
              <a:t>‹#›</a:t>
            </a:fld>
            <a:endParaRPr lang="en-GB"/>
          </a:p>
        </p:txBody>
      </p:sp>
    </p:spTree>
    <p:extLst>
      <p:ext uri="{BB962C8B-B14F-4D97-AF65-F5344CB8AC3E}">
        <p14:creationId xmlns:p14="http://schemas.microsoft.com/office/powerpoint/2010/main" val="20363175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44B09-72C5-4D15-0E4C-46764EB8C8D5}"/>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91B470E9-1D3C-D5B3-7A54-66BD9009970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3516D05-728D-ACC9-D7EA-DC9D733002C0}"/>
              </a:ext>
            </a:extLst>
          </p:cNvPr>
          <p:cNvSpPr>
            <a:spLocks noGrp="1"/>
          </p:cNvSpPr>
          <p:nvPr>
            <p:ph type="dt" sz="half" idx="10"/>
          </p:nvPr>
        </p:nvSpPr>
        <p:spPr/>
        <p:txBody>
          <a:bodyPr/>
          <a:lstStyle/>
          <a:p>
            <a:fld id="{C6E4C014-E638-4D69-B7E7-9E0555AE7620}" type="datetime1">
              <a:rPr lang="en-GB" smtClean="0"/>
              <a:t>23/11/2025</a:t>
            </a:fld>
            <a:endParaRPr lang="en-GB"/>
          </a:p>
        </p:txBody>
      </p:sp>
      <p:sp>
        <p:nvSpPr>
          <p:cNvPr id="5" name="Footer Placeholder 4">
            <a:extLst>
              <a:ext uri="{FF2B5EF4-FFF2-40B4-BE49-F238E27FC236}">
                <a16:creationId xmlns:a16="http://schemas.microsoft.com/office/drawing/2014/main" id="{EE74FC10-CEAF-B332-2960-AABF9CE254E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E6ED6E7-B58D-A523-935C-4B108C943DAE}"/>
              </a:ext>
            </a:extLst>
          </p:cNvPr>
          <p:cNvSpPr>
            <a:spLocks noGrp="1"/>
          </p:cNvSpPr>
          <p:nvPr>
            <p:ph type="sldNum" sz="quarter" idx="12"/>
          </p:nvPr>
        </p:nvSpPr>
        <p:spPr/>
        <p:txBody>
          <a:bodyPr/>
          <a:lstStyle/>
          <a:p>
            <a:fld id="{013F6232-4F06-48BA-8F69-BF531F607829}" type="slidenum">
              <a:rPr lang="en-GB" smtClean="0"/>
              <a:t>‹#›</a:t>
            </a:fld>
            <a:endParaRPr lang="en-GB"/>
          </a:p>
        </p:txBody>
      </p:sp>
    </p:spTree>
    <p:extLst>
      <p:ext uri="{BB962C8B-B14F-4D97-AF65-F5344CB8AC3E}">
        <p14:creationId xmlns:p14="http://schemas.microsoft.com/office/powerpoint/2010/main" val="28687582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68A110-A33F-744D-89CB-FFCF49E08A8C}"/>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BDB6FACB-31E5-361F-D71D-18FCBA5503E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D4A399A6-3C5A-016E-2F7E-AE842F8D7BA5}"/>
              </a:ext>
            </a:extLst>
          </p:cNvPr>
          <p:cNvSpPr>
            <a:spLocks noGrp="1"/>
          </p:cNvSpPr>
          <p:nvPr>
            <p:ph type="dt" sz="half" idx="10"/>
          </p:nvPr>
        </p:nvSpPr>
        <p:spPr/>
        <p:txBody>
          <a:bodyPr/>
          <a:lstStyle/>
          <a:p>
            <a:fld id="{3F55F2F9-D101-4F42-A846-5D94E4802AD7}" type="datetime1">
              <a:rPr lang="en-GB" smtClean="0"/>
              <a:t>23/11/2025</a:t>
            </a:fld>
            <a:endParaRPr lang="en-GB"/>
          </a:p>
        </p:txBody>
      </p:sp>
      <p:sp>
        <p:nvSpPr>
          <p:cNvPr id="5" name="Footer Placeholder 4">
            <a:extLst>
              <a:ext uri="{FF2B5EF4-FFF2-40B4-BE49-F238E27FC236}">
                <a16:creationId xmlns:a16="http://schemas.microsoft.com/office/drawing/2014/main" id="{016242F9-DB70-E4F8-D075-6A905187516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1EFAB33-4759-572E-2291-D19531D81F22}"/>
              </a:ext>
            </a:extLst>
          </p:cNvPr>
          <p:cNvSpPr>
            <a:spLocks noGrp="1"/>
          </p:cNvSpPr>
          <p:nvPr>
            <p:ph type="sldNum" sz="quarter" idx="12"/>
          </p:nvPr>
        </p:nvSpPr>
        <p:spPr/>
        <p:txBody>
          <a:bodyPr/>
          <a:lstStyle/>
          <a:p>
            <a:fld id="{013F6232-4F06-48BA-8F69-BF531F607829}" type="slidenum">
              <a:rPr lang="en-GB" smtClean="0"/>
              <a:t>‹#›</a:t>
            </a:fld>
            <a:endParaRPr lang="en-GB"/>
          </a:p>
        </p:txBody>
      </p:sp>
    </p:spTree>
    <p:extLst>
      <p:ext uri="{BB962C8B-B14F-4D97-AF65-F5344CB8AC3E}">
        <p14:creationId xmlns:p14="http://schemas.microsoft.com/office/powerpoint/2010/main" val="13914601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EF21-84C8-586D-C38F-81DE3F931CED}"/>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B313036B-E08D-B4B8-69CB-C42176842B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7193DB72-09E0-8BDF-14B4-4FA2820C1DB6}"/>
              </a:ext>
            </a:extLst>
          </p:cNvPr>
          <p:cNvSpPr>
            <a:spLocks noGrp="1"/>
          </p:cNvSpPr>
          <p:nvPr>
            <p:ph type="dt" sz="half" idx="10"/>
          </p:nvPr>
        </p:nvSpPr>
        <p:spPr/>
        <p:txBody>
          <a:bodyPr/>
          <a:lstStyle/>
          <a:p>
            <a:fld id="{B8D3EC99-01D5-4EE5-ACB1-C061987EA0AA}" type="datetimeFigureOut">
              <a:rPr lang="en-GB" smtClean="0"/>
              <a:t>23/11/2025</a:t>
            </a:fld>
            <a:endParaRPr lang="en-GB"/>
          </a:p>
        </p:txBody>
      </p:sp>
      <p:sp>
        <p:nvSpPr>
          <p:cNvPr id="5" name="Footer Placeholder 4">
            <a:extLst>
              <a:ext uri="{FF2B5EF4-FFF2-40B4-BE49-F238E27FC236}">
                <a16:creationId xmlns:a16="http://schemas.microsoft.com/office/drawing/2014/main" id="{181F2740-59F3-8354-CF52-53337A807A6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80C06A1-E2ED-D4C3-86B0-3C97240937FD}"/>
              </a:ext>
            </a:extLst>
          </p:cNvPr>
          <p:cNvSpPr>
            <a:spLocks noGrp="1"/>
          </p:cNvSpPr>
          <p:nvPr>
            <p:ph type="sldNum" sz="quarter" idx="12"/>
          </p:nvPr>
        </p:nvSpPr>
        <p:spPr/>
        <p:txBody>
          <a:bodyPr/>
          <a:lstStyle/>
          <a:p>
            <a:fld id="{B126457B-11B5-4397-9456-911FAE9FD3F4}" type="slidenum">
              <a:rPr lang="en-GB" smtClean="0"/>
              <a:t>‹#›</a:t>
            </a:fld>
            <a:endParaRPr lang="en-GB"/>
          </a:p>
        </p:txBody>
      </p:sp>
    </p:spTree>
    <p:extLst>
      <p:ext uri="{BB962C8B-B14F-4D97-AF65-F5344CB8AC3E}">
        <p14:creationId xmlns:p14="http://schemas.microsoft.com/office/powerpoint/2010/main" val="39985083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8E779-A5CF-33E3-89F5-B43337C27156}"/>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7C69D232-4F34-AEFC-AFD0-741DABBA5F1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DC5F2E77-D5DF-1D17-C854-897B9DD3BE1B}"/>
              </a:ext>
            </a:extLst>
          </p:cNvPr>
          <p:cNvSpPr>
            <a:spLocks noGrp="1"/>
          </p:cNvSpPr>
          <p:nvPr>
            <p:ph type="dt" sz="half" idx="10"/>
          </p:nvPr>
        </p:nvSpPr>
        <p:spPr/>
        <p:txBody>
          <a:bodyPr/>
          <a:lstStyle/>
          <a:p>
            <a:fld id="{B8D3EC99-01D5-4EE5-ACB1-C061987EA0AA}" type="datetimeFigureOut">
              <a:rPr lang="en-GB" smtClean="0"/>
              <a:t>23/11/2025</a:t>
            </a:fld>
            <a:endParaRPr lang="en-GB"/>
          </a:p>
        </p:txBody>
      </p:sp>
      <p:sp>
        <p:nvSpPr>
          <p:cNvPr id="5" name="Footer Placeholder 4">
            <a:extLst>
              <a:ext uri="{FF2B5EF4-FFF2-40B4-BE49-F238E27FC236}">
                <a16:creationId xmlns:a16="http://schemas.microsoft.com/office/drawing/2014/main" id="{313614D6-F2CE-1582-32E1-94A59C7A802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3C27D5C-0D68-9101-A36C-9187E79BB9B4}"/>
              </a:ext>
            </a:extLst>
          </p:cNvPr>
          <p:cNvSpPr>
            <a:spLocks noGrp="1"/>
          </p:cNvSpPr>
          <p:nvPr>
            <p:ph type="sldNum" sz="quarter" idx="12"/>
          </p:nvPr>
        </p:nvSpPr>
        <p:spPr/>
        <p:txBody>
          <a:bodyPr/>
          <a:lstStyle/>
          <a:p>
            <a:fld id="{B126457B-11B5-4397-9456-911FAE9FD3F4}" type="slidenum">
              <a:rPr lang="en-GB" smtClean="0"/>
              <a:t>‹#›</a:t>
            </a:fld>
            <a:endParaRPr lang="en-GB"/>
          </a:p>
        </p:txBody>
      </p:sp>
    </p:spTree>
    <p:extLst>
      <p:ext uri="{BB962C8B-B14F-4D97-AF65-F5344CB8AC3E}">
        <p14:creationId xmlns:p14="http://schemas.microsoft.com/office/powerpoint/2010/main" val="19463929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58CC5-208E-4B47-6CAD-E29FCCC3966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EDB79405-6B60-96C3-7F85-CE10C287709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DECBA10-7C40-29AA-A669-FC240702E6BA}"/>
              </a:ext>
            </a:extLst>
          </p:cNvPr>
          <p:cNvSpPr>
            <a:spLocks noGrp="1"/>
          </p:cNvSpPr>
          <p:nvPr>
            <p:ph type="dt" sz="half" idx="10"/>
          </p:nvPr>
        </p:nvSpPr>
        <p:spPr/>
        <p:txBody>
          <a:bodyPr/>
          <a:lstStyle/>
          <a:p>
            <a:fld id="{B8D3EC99-01D5-4EE5-ACB1-C061987EA0AA}" type="datetimeFigureOut">
              <a:rPr lang="en-GB" smtClean="0"/>
              <a:t>23/11/2025</a:t>
            </a:fld>
            <a:endParaRPr lang="en-GB"/>
          </a:p>
        </p:txBody>
      </p:sp>
      <p:sp>
        <p:nvSpPr>
          <p:cNvPr id="5" name="Footer Placeholder 4">
            <a:extLst>
              <a:ext uri="{FF2B5EF4-FFF2-40B4-BE49-F238E27FC236}">
                <a16:creationId xmlns:a16="http://schemas.microsoft.com/office/drawing/2014/main" id="{8C999825-A403-E91C-FFA8-F874E991D81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ECCBFE7-28C4-5DF1-911F-E0B622EAA9FC}"/>
              </a:ext>
            </a:extLst>
          </p:cNvPr>
          <p:cNvSpPr>
            <a:spLocks noGrp="1"/>
          </p:cNvSpPr>
          <p:nvPr>
            <p:ph type="sldNum" sz="quarter" idx="12"/>
          </p:nvPr>
        </p:nvSpPr>
        <p:spPr/>
        <p:txBody>
          <a:bodyPr/>
          <a:lstStyle/>
          <a:p>
            <a:fld id="{B126457B-11B5-4397-9456-911FAE9FD3F4}" type="slidenum">
              <a:rPr lang="en-GB" smtClean="0"/>
              <a:t>‹#›</a:t>
            </a:fld>
            <a:endParaRPr lang="en-GB"/>
          </a:p>
        </p:txBody>
      </p:sp>
    </p:spTree>
    <p:extLst>
      <p:ext uri="{BB962C8B-B14F-4D97-AF65-F5344CB8AC3E}">
        <p14:creationId xmlns:p14="http://schemas.microsoft.com/office/powerpoint/2010/main" val="18722198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B7720-A6A0-DF50-E2F8-F9527E23D100}"/>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EF86D186-8E32-BEAD-C81B-DE65895FD564}"/>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BFE57542-2B68-1767-C023-57D111E4E84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B385A417-9018-30E4-0A47-8170AD7D24FD}"/>
              </a:ext>
            </a:extLst>
          </p:cNvPr>
          <p:cNvSpPr>
            <a:spLocks noGrp="1"/>
          </p:cNvSpPr>
          <p:nvPr>
            <p:ph type="dt" sz="half" idx="10"/>
          </p:nvPr>
        </p:nvSpPr>
        <p:spPr/>
        <p:txBody>
          <a:bodyPr/>
          <a:lstStyle/>
          <a:p>
            <a:fld id="{B8D3EC99-01D5-4EE5-ACB1-C061987EA0AA}" type="datetimeFigureOut">
              <a:rPr lang="en-GB" smtClean="0"/>
              <a:t>23/11/2025</a:t>
            </a:fld>
            <a:endParaRPr lang="en-GB"/>
          </a:p>
        </p:txBody>
      </p:sp>
      <p:sp>
        <p:nvSpPr>
          <p:cNvPr id="6" name="Footer Placeholder 5">
            <a:extLst>
              <a:ext uri="{FF2B5EF4-FFF2-40B4-BE49-F238E27FC236}">
                <a16:creationId xmlns:a16="http://schemas.microsoft.com/office/drawing/2014/main" id="{B07AF8F7-6A80-4F6A-4E5F-660537A2513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0AD3418-4BA9-CD34-AE32-0EF416780FDD}"/>
              </a:ext>
            </a:extLst>
          </p:cNvPr>
          <p:cNvSpPr>
            <a:spLocks noGrp="1"/>
          </p:cNvSpPr>
          <p:nvPr>
            <p:ph type="sldNum" sz="quarter" idx="12"/>
          </p:nvPr>
        </p:nvSpPr>
        <p:spPr/>
        <p:txBody>
          <a:bodyPr/>
          <a:lstStyle/>
          <a:p>
            <a:fld id="{B126457B-11B5-4397-9456-911FAE9FD3F4}" type="slidenum">
              <a:rPr lang="en-GB" smtClean="0"/>
              <a:t>‹#›</a:t>
            </a:fld>
            <a:endParaRPr lang="en-GB"/>
          </a:p>
        </p:txBody>
      </p:sp>
    </p:spTree>
    <p:extLst>
      <p:ext uri="{BB962C8B-B14F-4D97-AF65-F5344CB8AC3E}">
        <p14:creationId xmlns:p14="http://schemas.microsoft.com/office/powerpoint/2010/main" val="34703660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908D8-A3B6-96B0-A29C-1B8262BE54E1}"/>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6E905487-0425-138F-F9A2-0872272282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33BCB02-5AB4-A5E9-0917-4B9DD049B77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A0A50C77-85F2-0754-8AD9-7A5A4AEF65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703DDF01-B6D2-31ED-A641-114B1A0ADBF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1B1FCA1D-B4D0-56C6-A678-3E0624361E96}"/>
              </a:ext>
            </a:extLst>
          </p:cNvPr>
          <p:cNvSpPr>
            <a:spLocks noGrp="1"/>
          </p:cNvSpPr>
          <p:nvPr>
            <p:ph type="dt" sz="half" idx="10"/>
          </p:nvPr>
        </p:nvSpPr>
        <p:spPr/>
        <p:txBody>
          <a:bodyPr/>
          <a:lstStyle/>
          <a:p>
            <a:fld id="{B8D3EC99-01D5-4EE5-ACB1-C061987EA0AA}" type="datetimeFigureOut">
              <a:rPr lang="en-GB" smtClean="0"/>
              <a:t>23/11/2025</a:t>
            </a:fld>
            <a:endParaRPr lang="en-GB"/>
          </a:p>
        </p:txBody>
      </p:sp>
      <p:sp>
        <p:nvSpPr>
          <p:cNvPr id="8" name="Footer Placeholder 7">
            <a:extLst>
              <a:ext uri="{FF2B5EF4-FFF2-40B4-BE49-F238E27FC236}">
                <a16:creationId xmlns:a16="http://schemas.microsoft.com/office/drawing/2014/main" id="{C30E1DB4-3501-792C-CAF9-4235B2E9152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0CDD0757-7BFA-7895-D03C-767D64050241}"/>
              </a:ext>
            </a:extLst>
          </p:cNvPr>
          <p:cNvSpPr>
            <a:spLocks noGrp="1"/>
          </p:cNvSpPr>
          <p:nvPr>
            <p:ph type="sldNum" sz="quarter" idx="12"/>
          </p:nvPr>
        </p:nvSpPr>
        <p:spPr/>
        <p:txBody>
          <a:bodyPr/>
          <a:lstStyle/>
          <a:p>
            <a:fld id="{B126457B-11B5-4397-9456-911FAE9FD3F4}" type="slidenum">
              <a:rPr lang="en-GB" smtClean="0"/>
              <a:t>‹#›</a:t>
            </a:fld>
            <a:endParaRPr lang="en-GB"/>
          </a:p>
        </p:txBody>
      </p:sp>
    </p:spTree>
    <p:extLst>
      <p:ext uri="{BB962C8B-B14F-4D97-AF65-F5344CB8AC3E}">
        <p14:creationId xmlns:p14="http://schemas.microsoft.com/office/powerpoint/2010/main" val="42473179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62EA9-258F-B5EB-624D-2EFA68C4193F}"/>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BE148340-45BA-0901-1551-9D9DAFF07F55}"/>
              </a:ext>
            </a:extLst>
          </p:cNvPr>
          <p:cNvSpPr>
            <a:spLocks noGrp="1"/>
          </p:cNvSpPr>
          <p:nvPr>
            <p:ph type="dt" sz="half" idx="10"/>
          </p:nvPr>
        </p:nvSpPr>
        <p:spPr/>
        <p:txBody>
          <a:bodyPr/>
          <a:lstStyle/>
          <a:p>
            <a:fld id="{B8D3EC99-01D5-4EE5-ACB1-C061987EA0AA}" type="datetimeFigureOut">
              <a:rPr lang="en-GB" smtClean="0"/>
              <a:t>23/11/2025</a:t>
            </a:fld>
            <a:endParaRPr lang="en-GB"/>
          </a:p>
        </p:txBody>
      </p:sp>
      <p:sp>
        <p:nvSpPr>
          <p:cNvPr id="4" name="Footer Placeholder 3">
            <a:extLst>
              <a:ext uri="{FF2B5EF4-FFF2-40B4-BE49-F238E27FC236}">
                <a16:creationId xmlns:a16="http://schemas.microsoft.com/office/drawing/2014/main" id="{9F42F2D2-B0BF-4202-0381-8243671BB647}"/>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F5F6687B-3FE7-76CE-1134-2B3A5D187F18}"/>
              </a:ext>
            </a:extLst>
          </p:cNvPr>
          <p:cNvSpPr>
            <a:spLocks noGrp="1"/>
          </p:cNvSpPr>
          <p:nvPr>
            <p:ph type="sldNum" sz="quarter" idx="12"/>
          </p:nvPr>
        </p:nvSpPr>
        <p:spPr/>
        <p:txBody>
          <a:bodyPr/>
          <a:lstStyle/>
          <a:p>
            <a:fld id="{B126457B-11B5-4397-9456-911FAE9FD3F4}" type="slidenum">
              <a:rPr lang="en-GB" smtClean="0"/>
              <a:t>‹#›</a:t>
            </a:fld>
            <a:endParaRPr lang="en-GB"/>
          </a:p>
        </p:txBody>
      </p:sp>
    </p:spTree>
    <p:extLst>
      <p:ext uri="{BB962C8B-B14F-4D97-AF65-F5344CB8AC3E}">
        <p14:creationId xmlns:p14="http://schemas.microsoft.com/office/powerpoint/2010/main" val="17476281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B9E6C1-24CC-682A-8886-999E9A21F168}"/>
              </a:ext>
            </a:extLst>
          </p:cNvPr>
          <p:cNvSpPr>
            <a:spLocks noGrp="1"/>
          </p:cNvSpPr>
          <p:nvPr>
            <p:ph type="dt" sz="half" idx="10"/>
          </p:nvPr>
        </p:nvSpPr>
        <p:spPr/>
        <p:txBody>
          <a:bodyPr/>
          <a:lstStyle/>
          <a:p>
            <a:fld id="{B8D3EC99-01D5-4EE5-ACB1-C061987EA0AA}" type="datetimeFigureOut">
              <a:rPr lang="en-GB" smtClean="0"/>
              <a:t>23/11/2025</a:t>
            </a:fld>
            <a:endParaRPr lang="en-GB"/>
          </a:p>
        </p:txBody>
      </p:sp>
      <p:sp>
        <p:nvSpPr>
          <p:cNvPr id="3" name="Footer Placeholder 2">
            <a:extLst>
              <a:ext uri="{FF2B5EF4-FFF2-40B4-BE49-F238E27FC236}">
                <a16:creationId xmlns:a16="http://schemas.microsoft.com/office/drawing/2014/main" id="{DB275448-9567-EFBD-FC78-2B80C2BDF356}"/>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0E95C70-5A8D-518E-49A4-1BE45385336E}"/>
              </a:ext>
            </a:extLst>
          </p:cNvPr>
          <p:cNvSpPr>
            <a:spLocks noGrp="1"/>
          </p:cNvSpPr>
          <p:nvPr>
            <p:ph type="sldNum" sz="quarter" idx="12"/>
          </p:nvPr>
        </p:nvSpPr>
        <p:spPr/>
        <p:txBody>
          <a:bodyPr/>
          <a:lstStyle/>
          <a:p>
            <a:fld id="{B126457B-11B5-4397-9456-911FAE9FD3F4}" type="slidenum">
              <a:rPr lang="en-GB" smtClean="0"/>
              <a:t>‹#›</a:t>
            </a:fld>
            <a:endParaRPr lang="en-GB"/>
          </a:p>
        </p:txBody>
      </p:sp>
    </p:spTree>
    <p:extLst>
      <p:ext uri="{BB962C8B-B14F-4D97-AF65-F5344CB8AC3E}">
        <p14:creationId xmlns:p14="http://schemas.microsoft.com/office/powerpoint/2010/main" val="12280157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520AB-BD7C-3FEC-DC53-91B047807E0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84EFA408-CFF5-5EB0-4399-BB87E6CF023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12736F81-445C-5EF6-6E32-68D1E9C1C9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CA08E69-7027-0F17-B524-CD221B586F57}"/>
              </a:ext>
            </a:extLst>
          </p:cNvPr>
          <p:cNvSpPr>
            <a:spLocks noGrp="1"/>
          </p:cNvSpPr>
          <p:nvPr>
            <p:ph type="dt" sz="half" idx="10"/>
          </p:nvPr>
        </p:nvSpPr>
        <p:spPr/>
        <p:txBody>
          <a:bodyPr/>
          <a:lstStyle/>
          <a:p>
            <a:fld id="{B8D3EC99-01D5-4EE5-ACB1-C061987EA0AA}" type="datetimeFigureOut">
              <a:rPr lang="en-GB" smtClean="0"/>
              <a:t>23/11/2025</a:t>
            </a:fld>
            <a:endParaRPr lang="en-GB"/>
          </a:p>
        </p:txBody>
      </p:sp>
      <p:sp>
        <p:nvSpPr>
          <p:cNvPr id="6" name="Footer Placeholder 5">
            <a:extLst>
              <a:ext uri="{FF2B5EF4-FFF2-40B4-BE49-F238E27FC236}">
                <a16:creationId xmlns:a16="http://schemas.microsoft.com/office/drawing/2014/main" id="{A5145A00-EFDD-31BA-C55F-26A6CC9020D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31ACCAF-2E21-16F5-1C68-06D177E12AA8}"/>
              </a:ext>
            </a:extLst>
          </p:cNvPr>
          <p:cNvSpPr>
            <a:spLocks noGrp="1"/>
          </p:cNvSpPr>
          <p:nvPr>
            <p:ph type="sldNum" sz="quarter" idx="12"/>
          </p:nvPr>
        </p:nvSpPr>
        <p:spPr/>
        <p:txBody>
          <a:bodyPr/>
          <a:lstStyle/>
          <a:p>
            <a:fld id="{B126457B-11B5-4397-9456-911FAE9FD3F4}" type="slidenum">
              <a:rPr lang="en-GB" smtClean="0"/>
              <a:t>‹#›</a:t>
            </a:fld>
            <a:endParaRPr lang="en-GB"/>
          </a:p>
        </p:txBody>
      </p:sp>
    </p:spTree>
    <p:extLst>
      <p:ext uri="{BB962C8B-B14F-4D97-AF65-F5344CB8AC3E}">
        <p14:creationId xmlns:p14="http://schemas.microsoft.com/office/powerpoint/2010/main" val="25524733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EA28B-29EC-E505-5884-CB4B1C6FD8B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65425986-DCF9-FBB5-39AD-D04792C653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451AEB0E-C7EC-4F26-009D-409178E43F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C4AB446-5A6F-5112-F417-65A55A0DC581}"/>
              </a:ext>
            </a:extLst>
          </p:cNvPr>
          <p:cNvSpPr>
            <a:spLocks noGrp="1"/>
          </p:cNvSpPr>
          <p:nvPr>
            <p:ph type="dt" sz="half" idx="10"/>
          </p:nvPr>
        </p:nvSpPr>
        <p:spPr/>
        <p:txBody>
          <a:bodyPr/>
          <a:lstStyle/>
          <a:p>
            <a:fld id="{B8D3EC99-01D5-4EE5-ACB1-C061987EA0AA}" type="datetimeFigureOut">
              <a:rPr lang="en-GB" smtClean="0"/>
              <a:t>23/11/2025</a:t>
            </a:fld>
            <a:endParaRPr lang="en-GB"/>
          </a:p>
        </p:txBody>
      </p:sp>
      <p:sp>
        <p:nvSpPr>
          <p:cNvPr id="6" name="Footer Placeholder 5">
            <a:extLst>
              <a:ext uri="{FF2B5EF4-FFF2-40B4-BE49-F238E27FC236}">
                <a16:creationId xmlns:a16="http://schemas.microsoft.com/office/drawing/2014/main" id="{5F42D12D-03AA-1A0A-4595-8E0638173A6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FCB350E-16AC-3E65-1704-09F648ABBBE3}"/>
              </a:ext>
            </a:extLst>
          </p:cNvPr>
          <p:cNvSpPr>
            <a:spLocks noGrp="1"/>
          </p:cNvSpPr>
          <p:nvPr>
            <p:ph type="sldNum" sz="quarter" idx="12"/>
          </p:nvPr>
        </p:nvSpPr>
        <p:spPr/>
        <p:txBody>
          <a:bodyPr/>
          <a:lstStyle/>
          <a:p>
            <a:fld id="{B126457B-11B5-4397-9456-911FAE9FD3F4}" type="slidenum">
              <a:rPr lang="en-GB" smtClean="0"/>
              <a:t>‹#›</a:t>
            </a:fld>
            <a:endParaRPr lang="en-GB"/>
          </a:p>
        </p:txBody>
      </p:sp>
    </p:spTree>
    <p:extLst>
      <p:ext uri="{BB962C8B-B14F-4D97-AF65-F5344CB8AC3E}">
        <p14:creationId xmlns:p14="http://schemas.microsoft.com/office/powerpoint/2010/main" val="16376441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C8C89-C725-395E-E708-BEF95E19CCE8}"/>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341E4975-013E-CB40-86C9-4D346B73C94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9A6C674-4D68-9DAC-8E93-7EB627FCC2B1}"/>
              </a:ext>
            </a:extLst>
          </p:cNvPr>
          <p:cNvSpPr>
            <a:spLocks noGrp="1"/>
          </p:cNvSpPr>
          <p:nvPr>
            <p:ph type="dt" sz="half" idx="10"/>
          </p:nvPr>
        </p:nvSpPr>
        <p:spPr/>
        <p:txBody>
          <a:bodyPr/>
          <a:lstStyle/>
          <a:p>
            <a:fld id="{B8D3EC99-01D5-4EE5-ACB1-C061987EA0AA}" type="datetimeFigureOut">
              <a:rPr lang="en-GB" smtClean="0"/>
              <a:t>23/11/2025</a:t>
            </a:fld>
            <a:endParaRPr lang="en-GB"/>
          </a:p>
        </p:txBody>
      </p:sp>
      <p:sp>
        <p:nvSpPr>
          <p:cNvPr id="5" name="Footer Placeholder 4">
            <a:extLst>
              <a:ext uri="{FF2B5EF4-FFF2-40B4-BE49-F238E27FC236}">
                <a16:creationId xmlns:a16="http://schemas.microsoft.com/office/drawing/2014/main" id="{14CC36B8-CAAE-BDC6-8DF5-9451A698F11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26750A4-9B92-8DB3-B407-A8A74CEA4CAC}"/>
              </a:ext>
            </a:extLst>
          </p:cNvPr>
          <p:cNvSpPr>
            <a:spLocks noGrp="1"/>
          </p:cNvSpPr>
          <p:nvPr>
            <p:ph type="sldNum" sz="quarter" idx="12"/>
          </p:nvPr>
        </p:nvSpPr>
        <p:spPr/>
        <p:txBody>
          <a:bodyPr/>
          <a:lstStyle/>
          <a:p>
            <a:fld id="{B126457B-11B5-4397-9456-911FAE9FD3F4}" type="slidenum">
              <a:rPr lang="en-GB" smtClean="0"/>
              <a:t>‹#›</a:t>
            </a:fld>
            <a:endParaRPr lang="en-GB"/>
          </a:p>
        </p:txBody>
      </p:sp>
    </p:spTree>
    <p:extLst>
      <p:ext uri="{BB962C8B-B14F-4D97-AF65-F5344CB8AC3E}">
        <p14:creationId xmlns:p14="http://schemas.microsoft.com/office/powerpoint/2010/main" val="22978052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9A6511-7D12-4461-0A24-9B3134C2C7DF}"/>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C05222EB-F23C-083B-09C9-48B924AC7F6D}"/>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3A908F9-D1F7-F94A-CA98-198F714C58D6}"/>
              </a:ext>
            </a:extLst>
          </p:cNvPr>
          <p:cNvSpPr>
            <a:spLocks noGrp="1"/>
          </p:cNvSpPr>
          <p:nvPr>
            <p:ph type="dt" sz="half" idx="10"/>
          </p:nvPr>
        </p:nvSpPr>
        <p:spPr/>
        <p:txBody>
          <a:bodyPr/>
          <a:lstStyle/>
          <a:p>
            <a:fld id="{B8D3EC99-01D5-4EE5-ACB1-C061987EA0AA}" type="datetimeFigureOut">
              <a:rPr lang="en-GB" smtClean="0"/>
              <a:t>23/11/2025</a:t>
            </a:fld>
            <a:endParaRPr lang="en-GB"/>
          </a:p>
        </p:txBody>
      </p:sp>
      <p:sp>
        <p:nvSpPr>
          <p:cNvPr id="5" name="Footer Placeholder 4">
            <a:extLst>
              <a:ext uri="{FF2B5EF4-FFF2-40B4-BE49-F238E27FC236}">
                <a16:creationId xmlns:a16="http://schemas.microsoft.com/office/drawing/2014/main" id="{AFD1FCF1-AD09-ED98-9C1F-DDCABBE25E2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B63C831-E5D1-B4E6-5F4E-FB9FFB5D91C1}"/>
              </a:ext>
            </a:extLst>
          </p:cNvPr>
          <p:cNvSpPr>
            <a:spLocks noGrp="1"/>
          </p:cNvSpPr>
          <p:nvPr>
            <p:ph type="sldNum" sz="quarter" idx="12"/>
          </p:nvPr>
        </p:nvSpPr>
        <p:spPr/>
        <p:txBody>
          <a:bodyPr/>
          <a:lstStyle/>
          <a:p>
            <a:fld id="{B126457B-11B5-4397-9456-911FAE9FD3F4}" type="slidenum">
              <a:rPr lang="en-GB" smtClean="0"/>
              <a:t>‹#›</a:t>
            </a:fld>
            <a:endParaRPr lang="en-GB"/>
          </a:p>
        </p:txBody>
      </p:sp>
    </p:spTree>
    <p:extLst>
      <p:ext uri="{BB962C8B-B14F-4D97-AF65-F5344CB8AC3E}">
        <p14:creationId xmlns:p14="http://schemas.microsoft.com/office/powerpoint/2010/main" val="30564253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A75E23-C68E-95B1-6539-4A187BBC42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476B4C36-B64B-F839-789E-0C40D5E60E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A6D593D3-E60D-CF97-AC8A-2B02D933B0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1516A2C-1914-4EE9-9598-2A06F9BE67BF}" type="datetime1">
              <a:rPr lang="en-GB" smtClean="0"/>
              <a:t>23/11/2025</a:t>
            </a:fld>
            <a:endParaRPr lang="en-GB"/>
          </a:p>
        </p:txBody>
      </p:sp>
      <p:sp>
        <p:nvSpPr>
          <p:cNvPr id="5" name="Footer Placeholder 4">
            <a:extLst>
              <a:ext uri="{FF2B5EF4-FFF2-40B4-BE49-F238E27FC236}">
                <a16:creationId xmlns:a16="http://schemas.microsoft.com/office/drawing/2014/main" id="{F164827E-F028-4C94-EB63-600BCABCD1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00B8DD39-3F07-862A-3C91-AC524529184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13F6232-4F06-48BA-8F69-BF531F607829}" type="slidenum">
              <a:rPr lang="en-GB" smtClean="0"/>
              <a:t>‹#›</a:t>
            </a:fld>
            <a:endParaRPr lang="en-GB"/>
          </a:p>
        </p:txBody>
      </p:sp>
    </p:spTree>
    <p:extLst>
      <p:ext uri="{BB962C8B-B14F-4D97-AF65-F5344CB8AC3E}">
        <p14:creationId xmlns:p14="http://schemas.microsoft.com/office/powerpoint/2010/main" val="2725077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324F72-DEC3-C328-E288-A7FC5B1D56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4A7096B6-F39D-5D3A-895A-1CE61CD3F6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20726E2-FBE9-5D75-A698-6FD0ED0970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8D3EC99-01D5-4EE5-ACB1-C061987EA0AA}" type="datetimeFigureOut">
              <a:rPr lang="en-GB" smtClean="0"/>
              <a:t>23/11/2025</a:t>
            </a:fld>
            <a:endParaRPr lang="en-GB"/>
          </a:p>
        </p:txBody>
      </p:sp>
      <p:sp>
        <p:nvSpPr>
          <p:cNvPr id="5" name="Footer Placeholder 4">
            <a:extLst>
              <a:ext uri="{FF2B5EF4-FFF2-40B4-BE49-F238E27FC236}">
                <a16:creationId xmlns:a16="http://schemas.microsoft.com/office/drawing/2014/main" id="{775CAFA2-68FA-9BA2-4F27-A8680F5079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C1A027B2-667B-4034-930B-AB076347AC1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126457B-11B5-4397-9456-911FAE9FD3F4}" type="slidenum">
              <a:rPr lang="en-GB" smtClean="0"/>
              <a:t>‹#›</a:t>
            </a:fld>
            <a:endParaRPr lang="en-GB"/>
          </a:p>
        </p:txBody>
      </p:sp>
    </p:spTree>
    <p:extLst>
      <p:ext uri="{BB962C8B-B14F-4D97-AF65-F5344CB8AC3E}">
        <p14:creationId xmlns:p14="http://schemas.microsoft.com/office/powerpoint/2010/main" val="25614817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47672-3CC8-A3D9-5404-84F2B78B6280}"/>
              </a:ext>
            </a:extLst>
          </p:cNvPr>
          <p:cNvSpPr>
            <a:spLocks noGrp="1"/>
          </p:cNvSpPr>
          <p:nvPr>
            <p:ph type="ctrTitle"/>
          </p:nvPr>
        </p:nvSpPr>
        <p:spPr>
          <a:xfrm>
            <a:off x="1412841" y="2206093"/>
            <a:ext cx="9144000" cy="912598"/>
          </a:xfrm>
        </p:spPr>
        <p:txBody>
          <a:bodyPr>
            <a:noAutofit/>
          </a:bodyPr>
          <a:lstStyle/>
          <a:p>
            <a:r>
              <a:rPr lang="it-IT" sz="4400" dirty="0"/>
              <a:t>Weekly report: Load &amp; Dynamics</a:t>
            </a:r>
            <a:endParaRPr lang="en-GB" sz="4400" dirty="0"/>
          </a:p>
        </p:txBody>
      </p:sp>
      <p:sp>
        <p:nvSpPr>
          <p:cNvPr id="3" name="Subtitle 2">
            <a:extLst>
              <a:ext uri="{FF2B5EF4-FFF2-40B4-BE49-F238E27FC236}">
                <a16:creationId xmlns:a16="http://schemas.microsoft.com/office/drawing/2014/main" id="{277A63BB-08BE-619B-2533-3CC69CC19E93}"/>
              </a:ext>
            </a:extLst>
          </p:cNvPr>
          <p:cNvSpPr>
            <a:spLocks noGrp="1"/>
          </p:cNvSpPr>
          <p:nvPr>
            <p:ph type="subTitle" idx="1"/>
          </p:nvPr>
        </p:nvSpPr>
        <p:spPr>
          <a:xfrm>
            <a:off x="1524000" y="3429000"/>
            <a:ext cx="9144000" cy="1795324"/>
          </a:xfrm>
        </p:spPr>
        <p:txBody>
          <a:bodyPr>
            <a:normAutofit/>
          </a:bodyPr>
          <a:lstStyle/>
          <a:p>
            <a:r>
              <a:rPr lang="it-IT" sz="2000" dirty="0"/>
              <a:t>Week number: 09</a:t>
            </a:r>
          </a:p>
          <a:p>
            <a:r>
              <a:rPr lang="it-IT" sz="2000" dirty="0"/>
              <a:t>Date: 25/11/2025</a:t>
            </a:r>
          </a:p>
          <a:p>
            <a:r>
              <a:rPr lang="it-IT" sz="2000" dirty="0"/>
              <a:t>Supervisor: Mr. </a:t>
            </a:r>
            <a:r>
              <a:rPr lang="en-US" sz="2000" dirty="0" err="1"/>
              <a:t>Manjock</a:t>
            </a:r>
            <a:endParaRPr lang="en-GB" sz="2000" dirty="0"/>
          </a:p>
        </p:txBody>
      </p:sp>
      <p:pic>
        <p:nvPicPr>
          <p:cNvPr id="8" name="Picture 8" descr="Hochschule Flensburg (Fachhochschule) – Wikipedia">
            <a:extLst>
              <a:ext uri="{FF2B5EF4-FFF2-40B4-BE49-F238E27FC236}">
                <a16:creationId xmlns:a16="http://schemas.microsoft.com/office/drawing/2014/main" id="{E88D30C2-B846-594F-69A8-55F55380460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70439" y="264131"/>
            <a:ext cx="2518129" cy="1672124"/>
          </a:xfrm>
          <a:custGeom>
            <a:avLst/>
            <a:gdLst/>
            <a:ahLst/>
            <a:cxnLst/>
            <a:rect l="l" t="t" r="r" b="b"/>
            <a:pathLst>
              <a:path w="2028107" h="1916009">
                <a:moveTo>
                  <a:pt x="35370" y="0"/>
                </a:moveTo>
                <a:lnTo>
                  <a:pt x="1992737" y="0"/>
                </a:lnTo>
                <a:cubicBezTo>
                  <a:pt x="2012271" y="0"/>
                  <a:pt x="2028107" y="15836"/>
                  <a:pt x="2028107" y="35370"/>
                </a:cubicBezTo>
                <a:lnTo>
                  <a:pt x="2028107" y="1880639"/>
                </a:lnTo>
                <a:cubicBezTo>
                  <a:pt x="2028107" y="1900173"/>
                  <a:pt x="2012271" y="1916009"/>
                  <a:pt x="1992737" y="1916009"/>
                </a:cubicBezTo>
                <a:lnTo>
                  <a:pt x="35370" y="1916009"/>
                </a:lnTo>
                <a:cubicBezTo>
                  <a:pt x="15836" y="1916009"/>
                  <a:pt x="0" y="1900173"/>
                  <a:pt x="0" y="1880639"/>
                </a:cubicBezTo>
                <a:lnTo>
                  <a:pt x="0" y="35370"/>
                </a:lnTo>
                <a:cubicBezTo>
                  <a:pt x="0" y="15836"/>
                  <a:pt x="15836" y="0"/>
                  <a:pt x="35370" y="0"/>
                </a:cubicBezTo>
                <a:close/>
              </a:path>
            </a:pathLst>
          </a:custGeom>
          <a:noFill/>
          <a:extLst>
            <a:ext uri="{909E8E84-426E-40DD-AFC4-6F175D3DCCD1}">
              <a14:hiddenFill xmlns:a14="http://schemas.microsoft.com/office/drawing/2010/main">
                <a:solidFill>
                  <a:srgbClr val="FFFFFF"/>
                </a:solidFill>
              </a14:hiddenFill>
            </a:ext>
          </a:extLst>
        </p:spPr>
      </p:pic>
      <p:pic>
        <p:nvPicPr>
          <p:cNvPr id="9" name="Picture 14" descr="A black background with blue text&#10;&#10;AI-generated content may be incorrect.">
            <a:extLst>
              <a:ext uri="{FF2B5EF4-FFF2-40B4-BE49-F238E27FC236}">
                <a16:creationId xmlns:a16="http://schemas.microsoft.com/office/drawing/2014/main" id="{EE7EEC8C-633A-AEB3-3E8A-978E3C75A188}"/>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8445647" y="719916"/>
            <a:ext cx="3586922" cy="1040207"/>
          </a:xfrm>
          <a:custGeom>
            <a:avLst/>
            <a:gdLst/>
            <a:ahLst/>
            <a:cxnLst/>
            <a:rect l="l" t="t" r="r" b="b"/>
            <a:pathLst>
              <a:path w="2028107" h="1916009">
                <a:moveTo>
                  <a:pt x="35370" y="0"/>
                </a:moveTo>
                <a:lnTo>
                  <a:pt x="1992737" y="0"/>
                </a:lnTo>
                <a:cubicBezTo>
                  <a:pt x="2012271" y="0"/>
                  <a:pt x="2028107" y="15836"/>
                  <a:pt x="2028107" y="35370"/>
                </a:cubicBezTo>
                <a:lnTo>
                  <a:pt x="2028107" y="1880639"/>
                </a:lnTo>
                <a:cubicBezTo>
                  <a:pt x="2028107" y="1900173"/>
                  <a:pt x="2012271" y="1916009"/>
                  <a:pt x="1992737" y="1916009"/>
                </a:cubicBezTo>
                <a:lnTo>
                  <a:pt x="35370" y="1916009"/>
                </a:lnTo>
                <a:cubicBezTo>
                  <a:pt x="15836" y="1916009"/>
                  <a:pt x="0" y="1900173"/>
                  <a:pt x="0" y="1880639"/>
                </a:cubicBezTo>
                <a:lnTo>
                  <a:pt x="0" y="35370"/>
                </a:lnTo>
                <a:cubicBezTo>
                  <a:pt x="0" y="15836"/>
                  <a:pt x="15836" y="0"/>
                  <a:pt x="35370" y="0"/>
                </a:cubicBezTo>
                <a:close/>
              </a:path>
            </a:pathLst>
          </a:custGeom>
          <a:noFill/>
          <a:extLst>
            <a:ext uri="{909E8E84-426E-40DD-AFC4-6F175D3DCCD1}">
              <a14:hiddenFill xmlns:a14="http://schemas.microsoft.com/office/drawing/2010/main">
                <a:solidFill>
                  <a:srgbClr val="FFFFFF"/>
                </a:solidFill>
              </a14:hiddenFill>
            </a:ext>
          </a:extLst>
        </p:spPr>
      </p:pic>
      <p:pic>
        <p:nvPicPr>
          <p:cNvPr id="11" name="Grafik 10">
            <a:extLst>
              <a:ext uri="{FF2B5EF4-FFF2-40B4-BE49-F238E27FC236}">
                <a16:creationId xmlns:a16="http://schemas.microsoft.com/office/drawing/2014/main" id="{D13120F1-DE8B-A6AA-A1D5-19926A98F028}"/>
              </a:ext>
            </a:extLst>
          </p:cNvPr>
          <p:cNvPicPr>
            <a:picLocks noChangeAspect="1"/>
          </p:cNvPicPr>
          <p:nvPr/>
        </p:nvPicPr>
        <p:blipFill>
          <a:blip r:embed="rId5"/>
          <a:stretch>
            <a:fillRect/>
          </a:stretch>
        </p:blipFill>
        <p:spPr>
          <a:xfrm>
            <a:off x="3825103" y="243054"/>
            <a:ext cx="3684008" cy="1703223"/>
          </a:xfrm>
          <a:prstGeom prst="rect">
            <a:avLst/>
          </a:prstGeom>
        </p:spPr>
      </p:pic>
      <p:sp>
        <p:nvSpPr>
          <p:cNvPr id="13" name="Textfeld 12">
            <a:extLst>
              <a:ext uri="{FF2B5EF4-FFF2-40B4-BE49-F238E27FC236}">
                <a16:creationId xmlns:a16="http://schemas.microsoft.com/office/drawing/2014/main" id="{132D16E5-6BE7-8FC8-CFB3-81C918BB45F1}"/>
              </a:ext>
            </a:extLst>
          </p:cNvPr>
          <p:cNvSpPr txBox="1"/>
          <p:nvPr/>
        </p:nvSpPr>
        <p:spPr>
          <a:xfrm>
            <a:off x="2172911" y="4701104"/>
            <a:ext cx="7370674" cy="954107"/>
          </a:xfrm>
          <a:prstGeom prst="rect">
            <a:avLst/>
          </a:prstGeom>
          <a:noFill/>
        </p:spPr>
        <p:txBody>
          <a:bodyPr wrap="square" rtlCol="0">
            <a:spAutoFit/>
          </a:bodyPr>
          <a:lstStyle/>
          <a:p>
            <a:pPr algn="ctr"/>
            <a:r>
              <a:rPr lang="de-DE" sz="1400" dirty="0"/>
              <a:t>Group members:  </a:t>
            </a:r>
            <a:r>
              <a:rPr lang="en-US" sz="1400" dirty="0"/>
              <a:t>Md Aman, Arham Memon, Paresh </a:t>
            </a:r>
            <a:r>
              <a:rPr lang="en-US" sz="1400" dirty="0" err="1"/>
              <a:t>Nakum</a:t>
            </a:r>
            <a:endParaRPr lang="en-US" sz="1400" dirty="0"/>
          </a:p>
          <a:p>
            <a:pPr algn="ctr"/>
            <a:endParaRPr lang="en-US" sz="1400" dirty="0"/>
          </a:p>
          <a:p>
            <a:pPr algn="ctr"/>
            <a:r>
              <a:rPr lang="en-US" sz="1400" dirty="0"/>
              <a:t>Presenter  –Paresh </a:t>
            </a:r>
            <a:r>
              <a:rPr lang="en-US" sz="1400" dirty="0" err="1"/>
              <a:t>Nakum</a:t>
            </a:r>
            <a:endParaRPr lang="en-US" sz="1400" dirty="0"/>
          </a:p>
          <a:p>
            <a:pPr algn="ctr"/>
            <a:endParaRPr lang="en-US" sz="1400" dirty="0"/>
          </a:p>
        </p:txBody>
      </p:sp>
      <p:sp>
        <p:nvSpPr>
          <p:cNvPr id="34" name="Free-form: Shape 13">
            <a:extLst>
              <a:ext uri="{FF2B5EF4-FFF2-40B4-BE49-F238E27FC236}">
                <a16:creationId xmlns:a16="http://schemas.microsoft.com/office/drawing/2014/main" id="{44C88E41-E5B3-0D11-A4D3-711DA18380C9}"/>
              </a:ext>
            </a:extLst>
          </p:cNvPr>
          <p:cNvSpPr/>
          <p:nvPr/>
        </p:nvSpPr>
        <p:spPr>
          <a:xfrm>
            <a:off x="0" y="5526425"/>
            <a:ext cx="12218376" cy="728256"/>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8414099 w 9478107"/>
              <a:gd name="connsiteY4" fmla="*/ 797823 h 1273677"/>
              <a:gd name="connsiteX5" fmla="*/ 9478107 w 9478107"/>
              <a:gd name="connsiteY5" fmla="*/ 350485 h 1273677"/>
              <a:gd name="connsiteX6" fmla="*/ 9469315 w 9478107"/>
              <a:gd name="connsiteY6" fmla="*/ 1256093 h 1273677"/>
              <a:gd name="connsiteX7" fmla="*/ 7253653 w 9478107"/>
              <a:gd name="connsiteY7" fmla="*/ 1247300 h 1273677"/>
              <a:gd name="connsiteX8" fmla="*/ 4826976 w 9478107"/>
              <a:gd name="connsiteY8" fmla="*/ 1273677 h 1273677"/>
              <a:gd name="connsiteX9" fmla="*/ 2751992 w 9478107"/>
              <a:gd name="connsiteY9" fmla="*/ 1264885 h 1273677"/>
              <a:gd name="connsiteX10" fmla="*/ 0 w 9478107"/>
              <a:gd name="connsiteY10" fmla="*/ 1212131 h 1273677"/>
              <a:gd name="connsiteX11" fmla="*/ 8792 w 9478107"/>
              <a:gd name="connsiteY11" fmla="*/ 350485 h 1273677"/>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98612"/>
              <a:gd name="connsiteY0" fmla="*/ 463370 h 1386562"/>
              <a:gd name="connsiteX1" fmla="*/ 2057399 w 9498612"/>
              <a:gd name="connsiteY1" fmla="*/ 419408 h 1386562"/>
              <a:gd name="connsiteX2" fmla="*/ 4457699 w 9498612"/>
              <a:gd name="connsiteY2" fmla="*/ 489747 h 1386562"/>
              <a:gd name="connsiteX3" fmla="*/ 7009426 w 9498612"/>
              <a:gd name="connsiteY3" fmla="*/ 98357 h 1386562"/>
              <a:gd name="connsiteX4" fmla="*/ 8414099 w 9498612"/>
              <a:gd name="connsiteY4" fmla="*/ 910708 h 1386562"/>
              <a:gd name="connsiteX5" fmla="*/ 9498612 w 9498612"/>
              <a:gd name="connsiteY5" fmla="*/ 200892 h 1386562"/>
              <a:gd name="connsiteX6" fmla="*/ 9469315 w 9498612"/>
              <a:gd name="connsiteY6" fmla="*/ 1368978 h 1386562"/>
              <a:gd name="connsiteX7" fmla="*/ 7253653 w 9498612"/>
              <a:gd name="connsiteY7" fmla="*/ 1360185 h 1386562"/>
              <a:gd name="connsiteX8" fmla="*/ 4826976 w 9498612"/>
              <a:gd name="connsiteY8" fmla="*/ 1386562 h 1386562"/>
              <a:gd name="connsiteX9" fmla="*/ 2751992 w 9498612"/>
              <a:gd name="connsiteY9" fmla="*/ 1377770 h 1386562"/>
              <a:gd name="connsiteX10" fmla="*/ 0 w 9498612"/>
              <a:gd name="connsiteY10" fmla="*/ 1325016 h 1386562"/>
              <a:gd name="connsiteX11" fmla="*/ 8792 w 9498612"/>
              <a:gd name="connsiteY11" fmla="*/ 463370 h 1386562"/>
              <a:gd name="connsiteX0" fmla="*/ 8792 w 9498612"/>
              <a:gd name="connsiteY0" fmla="*/ 444298 h 1367490"/>
              <a:gd name="connsiteX1" fmla="*/ 2057399 w 9498612"/>
              <a:gd name="connsiteY1" fmla="*/ 400336 h 1367490"/>
              <a:gd name="connsiteX2" fmla="*/ 4320995 w 9498612"/>
              <a:gd name="connsiteY2" fmla="*/ 695656 h 1367490"/>
              <a:gd name="connsiteX3" fmla="*/ 7009426 w 9498612"/>
              <a:gd name="connsiteY3" fmla="*/ 79285 h 1367490"/>
              <a:gd name="connsiteX4" fmla="*/ 8414099 w 9498612"/>
              <a:gd name="connsiteY4" fmla="*/ 891636 h 1367490"/>
              <a:gd name="connsiteX5" fmla="*/ 9498612 w 9498612"/>
              <a:gd name="connsiteY5" fmla="*/ 181820 h 1367490"/>
              <a:gd name="connsiteX6" fmla="*/ 9469315 w 9498612"/>
              <a:gd name="connsiteY6" fmla="*/ 1349906 h 1367490"/>
              <a:gd name="connsiteX7" fmla="*/ 7253653 w 9498612"/>
              <a:gd name="connsiteY7" fmla="*/ 1341113 h 1367490"/>
              <a:gd name="connsiteX8" fmla="*/ 4826976 w 9498612"/>
              <a:gd name="connsiteY8" fmla="*/ 1367490 h 1367490"/>
              <a:gd name="connsiteX9" fmla="*/ 2751992 w 9498612"/>
              <a:gd name="connsiteY9" fmla="*/ 1358698 h 1367490"/>
              <a:gd name="connsiteX10" fmla="*/ 0 w 9498612"/>
              <a:gd name="connsiteY10" fmla="*/ 1305944 h 1367490"/>
              <a:gd name="connsiteX11" fmla="*/ 8792 w 9498612"/>
              <a:gd name="connsiteY11" fmla="*/ 444298 h 1367490"/>
              <a:gd name="connsiteX0" fmla="*/ 8792 w 9498612"/>
              <a:gd name="connsiteY0" fmla="*/ 428789 h 1351981"/>
              <a:gd name="connsiteX1" fmla="*/ 2057399 w 9498612"/>
              <a:gd name="connsiteY1" fmla="*/ 384827 h 1351981"/>
              <a:gd name="connsiteX2" fmla="*/ 3698995 w 9498612"/>
              <a:gd name="connsiteY2" fmla="*/ 961374 h 1351981"/>
              <a:gd name="connsiteX3" fmla="*/ 7009426 w 9498612"/>
              <a:gd name="connsiteY3" fmla="*/ 63776 h 1351981"/>
              <a:gd name="connsiteX4" fmla="*/ 8414099 w 9498612"/>
              <a:gd name="connsiteY4" fmla="*/ 876127 h 1351981"/>
              <a:gd name="connsiteX5" fmla="*/ 9498612 w 9498612"/>
              <a:gd name="connsiteY5" fmla="*/ 166311 h 1351981"/>
              <a:gd name="connsiteX6" fmla="*/ 9469315 w 9498612"/>
              <a:gd name="connsiteY6" fmla="*/ 1334397 h 1351981"/>
              <a:gd name="connsiteX7" fmla="*/ 7253653 w 9498612"/>
              <a:gd name="connsiteY7" fmla="*/ 1325604 h 1351981"/>
              <a:gd name="connsiteX8" fmla="*/ 4826976 w 9498612"/>
              <a:gd name="connsiteY8" fmla="*/ 1351981 h 1351981"/>
              <a:gd name="connsiteX9" fmla="*/ 2751992 w 9498612"/>
              <a:gd name="connsiteY9" fmla="*/ 1343189 h 1351981"/>
              <a:gd name="connsiteX10" fmla="*/ 0 w 9498612"/>
              <a:gd name="connsiteY10" fmla="*/ 1290435 h 1351981"/>
              <a:gd name="connsiteX11" fmla="*/ 8792 w 9498612"/>
              <a:gd name="connsiteY11" fmla="*/ 428789 h 1351981"/>
              <a:gd name="connsiteX0" fmla="*/ 8792 w 9498612"/>
              <a:gd name="connsiteY0" fmla="*/ 595005 h 1518197"/>
              <a:gd name="connsiteX1" fmla="*/ 2057399 w 9498612"/>
              <a:gd name="connsiteY1" fmla="*/ 551043 h 1518197"/>
              <a:gd name="connsiteX2" fmla="*/ 3698995 w 9498612"/>
              <a:gd name="connsiteY2" fmla="*/ 1127590 h 1518197"/>
              <a:gd name="connsiteX3" fmla="*/ 5386116 w 9498612"/>
              <a:gd name="connsiteY3" fmla="*/ 48678 h 1518197"/>
              <a:gd name="connsiteX4" fmla="*/ 7009426 w 9498612"/>
              <a:gd name="connsiteY4" fmla="*/ 229992 h 1518197"/>
              <a:gd name="connsiteX5" fmla="*/ 8414099 w 9498612"/>
              <a:gd name="connsiteY5" fmla="*/ 1042343 h 1518197"/>
              <a:gd name="connsiteX6" fmla="*/ 9498612 w 9498612"/>
              <a:gd name="connsiteY6" fmla="*/ 332527 h 1518197"/>
              <a:gd name="connsiteX7" fmla="*/ 9469315 w 9498612"/>
              <a:gd name="connsiteY7" fmla="*/ 1500613 h 1518197"/>
              <a:gd name="connsiteX8" fmla="*/ 7253653 w 9498612"/>
              <a:gd name="connsiteY8" fmla="*/ 1491820 h 1518197"/>
              <a:gd name="connsiteX9" fmla="*/ 4826976 w 9498612"/>
              <a:gd name="connsiteY9" fmla="*/ 1518197 h 1518197"/>
              <a:gd name="connsiteX10" fmla="*/ 2751992 w 9498612"/>
              <a:gd name="connsiteY10" fmla="*/ 1509405 h 1518197"/>
              <a:gd name="connsiteX11" fmla="*/ 0 w 9498612"/>
              <a:gd name="connsiteY11" fmla="*/ 1456651 h 1518197"/>
              <a:gd name="connsiteX12" fmla="*/ 8792 w 9498612"/>
              <a:gd name="connsiteY12" fmla="*/ 595005 h 1518197"/>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8612" h="1552908">
                <a:moveTo>
                  <a:pt x="8792" y="629716"/>
                </a:moveTo>
                <a:cubicBezTo>
                  <a:pt x="671146" y="635577"/>
                  <a:pt x="973014" y="-123492"/>
                  <a:pt x="2057399" y="585754"/>
                </a:cubicBezTo>
                <a:cubicBezTo>
                  <a:pt x="3282459" y="1283277"/>
                  <a:pt x="3144209" y="1246028"/>
                  <a:pt x="3698995" y="1162301"/>
                </a:cubicBezTo>
                <a:cubicBezTo>
                  <a:pt x="4253781" y="1078574"/>
                  <a:pt x="4834377" y="232989"/>
                  <a:pt x="5386116" y="83389"/>
                </a:cubicBezTo>
                <a:cubicBezTo>
                  <a:pt x="5937855" y="-66211"/>
                  <a:pt x="6463751" y="-19649"/>
                  <a:pt x="7009426" y="264703"/>
                </a:cubicBezTo>
                <a:cubicBezTo>
                  <a:pt x="7646042" y="612966"/>
                  <a:pt x="8003791" y="1075589"/>
                  <a:pt x="8414099" y="1077054"/>
                </a:cubicBezTo>
                <a:cubicBezTo>
                  <a:pt x="8824407" y="1078519"/>
                  <a:pt x="9320464" y="250238"/>
                  <a:pt x="9498612" y="367238"/>
                </a:cubicBezTo>
                <a:cubicBezTo>
                  <a:pt x="9495681" y="669107"/>
                  <a:pt x="9472246" y="1233455"/>
                  <a:pt x="9469315" y="1535324"/>
                </a:cubicBezTo>
                <a:lnTo>
                  <a:pt x="7253653" y="1526531"/>
                </a:lnTo>
                <a:lnTo>
                  <a:pt x="4826976" y="1552908"/>
                </a:lnTo>
                <a:lnTo>
                  <a:pt x="2751992" y="1544116"/>
                </a:lnTo>
                <a:lnTo>
                  <a:pt x="0" y="1491362"/>
                </a:lnTo>
                <a:cubicBezTo>
                  <a:pt x="2931" y="1207077"/>
                  <a:pt x="-2932" y="931585"/>
                  <a:pt x="8792" y="629716"/>
                </a:cubicBezTo>
                <a:close/>
              </a:path>
            </a:pathLst>
          </a:custGeom>
          <a:gradFill>
            <a:gsLst>
              <a:gs pos="0">
                <a:srgbClr val="EFFCFF"/>
              </a:gs>
              <a:gs pos="50000">
                <a:schemeClr val="accent4">
                  <a:lumMod val="40000"/>
                  <a:lumOff val="60000"/>
                </a:schemeClr>
              </a:gs>
              <a:gs pos="100000">
                <a:schemeClr val="bg1"/>
              </a:gs>
            </a:gsLst>
            <a:lin ang="5400000" scaled="1"/>
          </a:gradFill>
          <a:ln>
            <a:solidFill>
              <a:schemeClr val="bg1"/>
            </a:solid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Free-form: Shape 13">
            <a:extLst>
              <a:ext uri="{FF2B5EF4-FFF2-40B4-BE49-F238E27FC236}">
                <a16:creationId xmlns:a16="http://schemas.microsoft.com/office/drawing/2014/main" id="{C26B78DF-71CA-5509-F4C5-6276C7251B89}"/>
              </a:ext>
            </a:extLst>
          </p:cNvPr>
          <p:cNvSpPr/>
          <p:nvPr/>
        </p:nvSpPr>
        <p:spPr>
          <a:xfrm>
            <a:off x="0" y="5838824"/>
            <a:ext cx="12192000" cy="675673"/>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78107" h="1273677">
                <a:moveTo>
                  <a:pt x="8792" y="350485"/>
                </a:moveTo>
                <a:cubicBezTo>
                  <a:pt x="671146" y="356346"/>
                  <a:pt x="973014" y="-402723"/>
                  <a:pt x="2057399" y="306523"/>
                </a:cubicBezTo>
                <a:cubicBezTo>
                  <a:pt x="3282459" y="1004046"/>
                  <a:pt x="3979984" y="611323"/>
                  <a:pt x="4457699" y="376862"/>
                </a:cubicBezTo>
                <a:cubicBezTo>
                  <a:pt x="5723792" y="-223945"/>
                  <a:pt x="6216161" y="-7069"/>
                  <a:pt x="7016261" y="341693"/>
                </a:cubicBezTo>
                <a:cubicBezTo>
                  <a:pt x="8672145" y="977671"/>
                  <a:pt x="8657492" y="347554"/>
                  <a:pt x="9478107" y="350485"/>
                </a:cubicBezTo>
                <a:cubicBezTo>
                  <a:pt x="9475176" y="652354"/>
                  <a:pt x="9472246" y="954224"/>
                  <a:pt x="9469315" y="1256093"/>
                </a:cubicBezTo>
                <a:lnTo>
                  <a:pt x="7253653" y="1247300"/>
                </a:lnTo>
                <a:lnTo>
                  <a:pt x="4826976" y="1273677"/>
                </a:lnTo>
                <a:lnTo>
                  <a:pt x="2751992" y="1264885"/>
                </a:lnTo>
                <a:lnTo>
                  <a:pt x="0" y="1212131"/>
                </a:lnTo>
                <a:cubicBezTo>
                  <a:pt x="2931" y="927846"/>
                  <a:pt x="-2932" y="652354"/>
                  <a:pt x="8792" y="350485"/>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Free-form: Shape 13">
            <a:extLst>
              <a:ext uri="{FF2B5EF4-FFF2-40B4-BE49-F238E27FC236}">
                <a16:creationId xmlns:a16="http://schemas.microsoft.com/office/drawing/2014/main" id="{2AC7F7CE-A165-18C0-6918-B9EA07638042}"/>
              </a:ext>
            </a:extLst>
          </p:cNvPr>
          <p:cNvSpPr/>
          <p:nvPr/>
        </p:nvSpPr>
        <p:spPr>
          <a:xfrm>
            <a:off x="31399" y="5928072"/>
            <a:ext cx="12216286" cy="898824"/>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46954 h 1270146"/>
              <a:gd name="connsiteX1" fmla="*/ 2358147 w 9478107"/>
              <a:gd name="connsiteY1" fmla="*/ 302992 h 1270146"/>
              <a:gd name="connsiteX2" fmla="*/ 4457699 w 9478107"/>
              <a:gd name="connsiteY2" fmla="*/ 373331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72464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755857 w 9478107"/>
              <a:gd name="connsiteY4" fmla="*/ 446231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557637 w 9478107"/>
              <a:gd name="connsiteY4" fmla="*/ 716768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15627 w 9484942"/>
              <a:gd name="connsiteY0" fmla="*/ 346954 h 1277035"/>
              <a:gd name="connsiteX1" fmla="*/ 2364982 w 9484942"/>
              <a:gd name="connsiteY1" fmla="*/ 302992 h 1277035"/>
              <a:gd name="connsiteX2" fmla="*/ 5134381 w 9484942"/>
              <a:gd name="connsiteY2" fmla="*/ 115678 h 1277035"/>
              <a:gd name="connsiteX3" fmla="*/ 7091448 w 9484942"/>
              <a:gd name="connsiteY3" fmla="*/ 647346 h 1277035"/>
              <a:gd name="connsiteX4" fmla="*/ 8564472 w 9484942"/>
              <a:gd name="connsiteY4" fmla="*/ 716768 h 1277035"/>
              <a:gd name="connsiteX5" fmla="*/ 9484942 w 9484942"/>
              <a:gd name="connsiteY5" fmla="*/ 346954 h 1277035"/>
              <a:gd name="connsiteX6" fmla="*/ 9476150 w 9484942"/>
              <a:gd name="connsiteY6" fmla="*/ 1252562 h 1277035"/>
              <a:gd name="connsiteX7" fmla="*/ 7260488 w 9484942"/>
              <a:gd name="connsiteY7" fmla="*/ 1243769 h 1277035"/>
              <a:gd name="connsiteX8" fmla="*/ 4833811 w 9484942"/>
              <a:gd name="connsiteY8" fmla="*/ 1270146 h 1277035"/>
              <a:gd name="connsiteX9" fmla="*/ 2758827 w 9484942"/>
              <a:gd name="connsiteY9" fmla="*/ 1261354 h 1277035"/>
              <a:gd name="connsiteX10" fmla="*/ 0 w 9484942"/>
              <a:gd name="connsiteY10" fmla="*/ 1273013 h 1277035"/>
              <a:gd name="connsiteX11" fmla="*/ 15627 w 9484942"/>
              <a:gd name="connsiteY11" fmla="*/ 346954 h 1277035"/>
              <a:gd name="connsiteX0" fmla="*/ 15627 w 9484942"/>
              <a:gd name="connsiteY0" fmla="*/ 346954 h 1300002"/>
              <a:gd name="connsiteX1" fmla="*/ 2364982 w 9484942"/>
              <a:gd name="connsiteY1" fmla="*/ 302992 h 1300002"/>
              <a:gd name="connsiteX2" fmla="*/ 5134381 w 9484942"/>
              <a:gd name="connsiteY2" fmla="*/ 115678 h 1300002"/>
              <a:gd name="connsiteX3" fmla="*/ 7091448 w 9484942"/>
              <a:gd name="connsiteY3" fmla="*/ 647346 h 1300002"/>
              <a:gd name="connsiteX4" fmla="*/ 8564472 w 9484942"/>
              <a:gd name="connsiteY4" fmla="*/ 716768 h 1300002"/>
              <a:gd name="connsiteX5" fmla="*/ 9484942 w 9484942"/>
              <a:gd name="connsiteY5" fmla="*/ 346954 h 1300002"/>
              <a:gd name="connsiteX6" fmla="*/ 9476150 w 9484942"/>
              <a:gd name="connsiteY6" fmla="*/ 1252562 h 1300002"/>
              <a:gd name="connsiteX7" fmla="*/ 7260488 w 9484942"/>
              <a:gd name="connsiteY7" fmla="*/ 1243769 h 1300002"/>
              <a:gd name="connsiteX8" fmla="*/ 4833811 w 9484942"/>
              <a:gd name="connsiteY8" fmla="*/ 1270146 h 1300002"/>
              <a:gd name="connsiteX9" fmla="*/ 2779333 w 9484942"/>
              <a:gd name="connsiteY9" fmla="*/ 1300002 h 1300002"/>
              <a:gd name="connsiteX10" fmla="*/ 0 w 9484942"/>
              <a:gd name="connsiteY10" fmla="*/ 1273013 h 1300002"/>
              <a:gd name="connsiteX11" fmla="*/ 15627 w 9484942"/>
              <a:gd name="connsiteY11" fmla="*/ 346954 h 1300002"/>
              <a:gd name="connsiteX0" fmla="*/ 15627 w 9484942"/>
              <a:gd name="connsiteY0" fmla="*/ 346954 h 1346830"/>
              <a:gd name="connsiteX1" fmla="*/ 2364982 w 9484942"/>
              <a:gd name="connsiteY1" fmla="*/ 302992 h 1346830"/>
              <a:gd name="connsiteX2" fmla="*/ 5134381 w 9484942"/>
              <a:gd name="connsiteY2" fmla="*/ 115678 h 1346830"/>
              <a:gd name="connsiteX3" fmla="*/ 7091448 w 9484942"/>
              <a:gd name="connsiteY3" fmla="*/ 647346 h 1346830"/>
              <a:gd name="connsiteX4" fmla="*/ 8564472 w 9484942"/>
              <a:gd name="connsiteY4" fmla="*/ 716768 h 1346830"/>
              <a:gd name="connsiteX5" fmla="*/ 9484942 w 9484942"/>
              <a:gd name="connsiteY5" fmla="*/ 346954 h 1346830"/>
              <a:gd name="connsiteX6" fmla="*/ 9476150 w 9484942"/>
              <a:gd name="connsiteY6" fmla="*/ 1252562 h 1346830"/>
              <a:gd name="connsiteX7" fmla="*/ 7267323 w 9484942"/>
              <a:gd name="connsiteY7" fmla="*/ 1346830 h 1346830"/>
              <a:gd name="connsiteX8" fmla="*/ 4833811 w 9484942"/>
              <a:gd name="connsiteY8" fmla="*/ 1270146 h 1346830"/>
              <a:gd name="connsiteX9" fmla="*/ 2779333 w 9484942"/>
              <a:gd name="connsiteY9" fmla="*/ 1300002 h 1346830"/>
              <a:gd name="connsiteX10" fmla="*/ 0 w 9484942"/>
              <a:gd name="connsiteY10" fmla="*/ 1273013 h 1346830"/>
              <a:gd name="connsiteX11" fmla="*/ 15627 w 9484942"/>
              <a:gd name="connsiteY11" fmla="*/ 346954 h 1346830"/>
              <a:gd name="connsiteX0" fmla="*/ 15627 w 9484942"/>
              <a:gd name="connsiteY0" fmla="*/ 346954 h 1308182"/>
              <a:gd name="connsiteX1" fmla="*/ 2364982 w 9484942"/>
              <a:gd name="connsiteY1" fmla="*/ 302992 h 1308182"/>
              <a:gd name="connsiteX2" fmla="*/ 5134381 w 9484942"/>
              <a:gd name="connsiteY2" fmla="*/ 115678 h 1308182"/>
              <a:gd name="connsiteX3" fmla="*/ 7091448 w 9484942"/>
              <a:gd name="connsiteY3" fmla="*/ 647346 h 1308182"/>
              <a:gd name="connsiteX4" fmla="*/ 8564472 w 9484942"/>
              <a:gd name="connsiteY4" fmla="*/ 716768 h 1308182"/>
              <a:gd name="connsiteX5" fmla="*/ 9484942 w 9484942"/>
              <a:gd name="connsiteY5" fmla="*/ 346954 h 1308182"/>
              <a:gd name="connsiteX6" fmla="*/ 9476150 w 9484942"/>
              <a:gd name="connsiteY6" fmla="*/ 1252562 h 1308182"/>
              <a:gd name="connsiteX7" fmla="*/ 7246817 w 9484942"/>
              <a:gd name="connsiteY7" fmla="*/ 1308182 h 1308182"/>
              <a:gd name="connsiteX8" fmla="*/ 4833811 w 9484942"/>
              <a:gd name="connsiteY8" fmla="*/ 1270146 h 1308182"/>
              <a:gd name="connsiteX9" fmla="*/ 2779333 w 9484942"/>
              <a:gd name="connsiteY9" fmla="*/ 1300002 h 1308182"/>
              <a:gd name="connsiteX10" fmla="*/ 0 w 9484942"/>
              <a:gd name="connsiteY10" fmla="*/ 1273013 h 1308182"/>
              <a:gd name="connsiteX11" fmla="*/ 15627 w 9484942"/>
              <a:gd name="connsiteY11" fmla="*/ 346954 h 1308182"/>
              <a:gd name="connsiteX0" fmla="*/ 15627 w 9496987"/>
              <a:gd name="connsiteY0" fmla="*/ 346954 h 1316976"/>
              <a:gd name="connsiteX1" fmla="*/ 2364982 w 9496987"/>
              <a:gd name="connsiteY1" fmla="*/ 302992 h 1316976"/>
              <a:gd name="connsiteX2" fmla="*/ 5134381 w 9496987"/>
              <a:gd name="connsiteY2" fmla="*/ 115678 h 1316976"/>
              <a:gd name="connsiteX3" fmla="*/ 7091448 w 9496987"/>
              <a:gd name="connsiteY3" fmla="*/ 647346 h 1316976"/>
              <a:gd name="connsiteX4" fmla="*/ 8564472 w 9496987"/>
              <a:gd name="connsiteY4" fmla="*/ 716768 h 1316976"/>
              <a:gd name="connsiteX5" fmla="*/ 9484942 w 9496987"/>
              <a:gd name="connsiteY5" fmla="*/ 346954 h 1316976"/>
              <a:gd name="connsiteX6" fmla="*/ 9496656 w 9496987"/>
              <a:gd name="connsiteY6" fmla="*/ 1316976 h 1316976"/>
              <a:gd name="connsiteX7" fmla="*/ 7246817 w 9496987"/>
              <a:gd name="connsiteY7" fmla="*/ 1308182 h 1316976"/>
              <a:gd name="connsiteX8" fmla="*/ 4833811 w 9496987"/>
              <a:gd name="connsiteY8" fmla="*/ 1270146 h 1316976"/>
              <a:gd name="connsiteX9" fmla="*/ 2779333 w 9496987"/>
              <a:gd name="connsiteY9" fmla="*/ 1300002 h 1316976"/>
              <a:gd name="connsiteX10" fmla="*/ 0 w 9496987"/>
              <a:gd name="connsiteY10" fmla="*/ 1273013 h 1316976"/>
              <a:gd name="connsiteX11" fmla="*/ 15627 w 9496987"/>
              <a:gd name="connsiteY11" fmla="*/ 346954 h 131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96987" h="1316976">
                <a:moveTo>
                  <a:pt x="15627" y="346954"/>
                </a:moveTo>
                <a:cubicBezTo>
                  <a:pt x="677981" y="352815"/>
                  <a:pt x="1280597" y="-406254"/>
                  <a:pt x="2364982" y="302992"/>
                </a:cubicBezTo>
                <a:cubicBezTo>
                  <a:pt x="3590042" y="1000515"/>
                  <a:pt x="4346637" y="58286"/>
                  <a:pt x="5134381" y="115678"/>
                </a:cubicBezTo>
                <a:cubicBezTo>
                  <a:pt x="5922125" y="173070"/>
                  <a:pt x="6479894" y="562194"/>
                  <a:pt x="7091448" y="647346"/>
                </a:cubicBezTo>
                <a:cubicBezTo>
                  <a:pt x="7703002" y="732498"/>
                  <a:pt x="8165556" y="766833"/>
                  <a:pt x="8564472" y="716768"/>
                </a:cubicBezTo>
                <a:cubicBezTo>
                  <a:pt x="8963388" y="666703"/>
                  <a:pt x="9372868" y="242625"/>
                  <a:pt x="9484942" y="346954"/>
                </a:cubicBezTo>
                <a:cubicBezTo>
                  <a:pt x="9482011" y="648823"/>
                  <a:pt x="9499587" y="1015107"/>
                  <a:pt x="9496656" y="1316976"/>
                </a:cubicBezTo>
                <a:lnTo>
                  <a:pt x="7246817" y="1308182"/>
                </a:lnTo>
                <a:lnTo>
                  <a:pt x="4833811" y="1270146"/>
                </a:lnTo>
                <a:lnTo>
                  <a:pt x="2779333" y="1300002"/>
                </a:lnTo>
                <a:lnTo>
                  <a:pt x="0" y="1273013"/>
                </a:lnTo>
                <a:cubicBezTo>
                  <a:pt x="2931" y="988728"/>
                  <a:pt x="3903" y="648823"/>
                  <a:pt x="15627" y="346954"/>
                </a:cubicBezTo>
                <a:close/>
              </a:path>
            </a:pathLst>
          </a:custGeom>
          <a:gradFill flip="none" rotWithShape="1">
            <a:gsLst>
              <a:gs pos="0">
                <a:schemeClr val="accent4">
                  <a:lumMod val="20000"/>
                  <a:lumOff val="80000"/>
                </a:schemeClr>
              </a:gs>
              <a:gs pos="50000">
                <a:schemeClr val="bg1"/>
              </a:gs>
              <a:gs pos="100000">
                <a:schemeClr val="accent4">
                  <a:lumMod val="20000"/>
                  <a:lumOff val="80000"/>
                </a:schemeClr>
              </a:gs>
            </a:gsLst>
            <a:lin ang="0" scaled="1"/>
            <a:tileRect/>
          </a:gradFill>
          <a:ln w="15875">
            <a:solidFill>
              <a:schemeClr val="accent1">
                <a:alpha val="0"/>
              </a:schemeClr>
            </a:solid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hteck 17">
            <a:extLst>
              <a:ext uri="{FF2B5EF4-FFF2-40B4-BE49-F238E27FC236}">
                <a16:creationId xmlns:a16="http://schemas.microsoft.com/office/drawing/2014/main" id="{735E7E19-AD9A-2739-2D13-BC73EA4C7596}"/>
              </a:ext>
            </a:extLst>
          </p:cNvPr>
          <p:cNvSpPr/>
          <p:nvPr/>
        </p:nvSpPr>
        <p:spPr>
          <a:xfrm>
            <a:off x="-7747" y="6538183"/>
            <a:ext cx="12207494" cy="319817"/>
          </a:xfrm>
          <a:prstGeom prst="rect">
            <a:avLst/>
          </a:prstGeom>
          <a:solidFill>
            <a:srgbClr val="8ECE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9" name="Picture 18" descr="A white windmill with clouds in the background&#10;&#10;AI-generated content may be incorrect.">
            <a:extLst>
              <a:ext uri="{FF2B5EF4-FFF2-40B4-BE49-F238E27FC236}">
                <a16:creationId xmlns:a16="http://schemas.microsoft.com/office/drawing/2014/main" id="{2FD2ECB6-38EA-E857-A881-0C8E141A489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679950" y="5377946"/>
            <a:ext cx="1753782" cy="1313633"/>
          </a:xfrm>
          <a:prstGeom prst="rect">
            <a:avLst/>
          </a:prstGeom>
        </p:spPr>
      </p:pic>
      <p:sp>
        <p:nvSpPr>
          <p:cNvPr id="6" name="Slide Number Placeholder 5">
            <a:extLst>
              <a:ext uri="{FF2B5EF4-FFF2-40B4-BE49-F238E27FC236}">
                <a16:creationId xmlns:a16="http://schemas.microsoft.com/office/drawing/2014/main" id="{5C14389E-5559-8492-2D9E-AFA299DB9AB1}"/>
              </a:ext>
            </a:extLst>
          </p:cNvPr>
          <p:cNvSpPr>
            <a:spLocks noGrp="1"/>
          </p:cNvSpPr>
          <p:nvPr>
            <p:ph type="sldNum" sz="quarter" idx="12"/>
          </p:nvPr>
        </p:nvSpPr>
        <p:spPr>
          <a:xfrm>
            <a:off x="1833304" y="6538183"/>
            <a:ext cx="287215" cy="365125"/>
          </a:xfrm>
        </p:spPr>
        <p:txBody>
          <a:bodyPr/>
          <a:lstStyle/>
          <a:p>
            <a:fld id="{013F6232-4F06-48BA-8F69-BF531F607829}" type="slidenum">
              <a:rPr lang="en-GB" sz="1400" smtClean="0">
                <a:solidFill>
                  <a:schemeClr val="bg1"/>
                </a:solidFill>
              </a:rPr>
              <a:t>1</a:t>
            </a:fld>
            <a:endParaRPr lang="en-GB" sz="1400" dirty="0">
              <a:solidFill>
                <a:schemeClr val="bg1"/>
              </a:solidFill>
            </a:endParaRPr>
          </a:p>
        </p:txBody>
      </p:sp>
      <p:sp>
        <p:nvSpPr>
          <p:cNvPr id="5" name="TextBox 4">
            <a:extLst>
              <a:ext uri="{FF2B5EF4-FFF2-40B4-BE49-F238E27FC236}">
                <a16:creationId xmlns:a16="http://schemas.microsoft.com/office/drawing/2014/main" id="{4685FE85-99F3-27E8-5CBF-44E0008EEEDF}"/>
              </a:ext>
            </a:extLst>
          </p:cNvPr>
          <p:cNvSpPr txBox="1"/>
          <p:nvPr/>
        </p:nvSpPr>
        <p:spPr>
          <a:xfrm>
            <a:off x="412716" y="6565449"/>
            <a:ext cx="1000125" cy="276999"/>
          </a:xfrm>
          <a:prstGeom prst="rect">
            <a:avLst/>
          </a:prstGeom>
          <a:noFill/>
        </p:spPr>
        <p:txBody>
          <a:bodyPr wrap="square" rtlCol="0">
            <a:spAutoFit/>
          </a:bodyPr>
          <a:lstStyle/>
          <a:p>
            <a:r>
              <a:rPr lang="en-US" sz="1200" dirty="0">
                <a:solidFill>
                  <a:schemeClr val="bg1"/>
                </a:solidFill>
              </a:rPr>
              <a:t>25/11/2025</a:t>
            </a:r>
          </a:p>
        </p:txBody>
      </p:sp>
      <p:sp>
        <p:nvSpPr>
          <p:cNvPr id="7" name="TextBox 6">
            <a:extLst>
              <a:ext uri="{FF2B5EF4-FFF2-40B4-BE49-F238E27FC236}">
                <a16:creationId xmlns:a16="http://schemas.microsoft.com/office/drawing/2014/main" id="{67C3F47E-3A0A-ECB9-FD0E-ABA07059CAA3}"/>
              </a:ext>
            </a:extLst>
          </p:cNvPr>
          <p:cNvSpPr txBox="1"/>
          <p:nvPr/>
        </p:nvSpPr>
        <p:spPr>
          <a:xfrm>
            <a:off x="5372759" y="6597317"/>
            <a:ext cx="1476495" cy="276999"/>
          </a:xfrm>
          <a:prstGeom prst="rect">
            <a:avLst/>
          </a:prstGeom>
          <a:noFill/>
        </p:spPr>
        <p:txBody>
          <a:bodyPr wrap="square" rtlCol="0">
            <a:spAutoFit/>
          </a:bodyPr>
          <a:lstStyle/>
          <a:p>
            <a:r>
              <a:rPr lang="en-US" sz="1200" dirty="0">
                <a:solidFill>
                  <a:schemeClr val="bg1"/>
                </a:solidFill>
              </a:rPr>
              <a:t>Paresh </a:t>
            </a:r>
            <a:r>
              <a:rPr lang="en-US" sz="1200" dirty="0" err="1">
                <a:solidFill>
                  <a:schemeClr val="bg1"/>
                </a:solidFill>
              </a:rPr>
              <a:t>Nakum</a:t>
            </a:r>
            <a:endParaRPr lang="en-US" sz="1200" dirty="0">
              <a:solidFill>
                <a:schemeClr val="bg1"/>
              </a:solidFill>
            </a:endParaRPr>
          </a:p>
        </p:txBody>
      </p:sp>
      <p:sp>
        <p:nvSpPr>
          <p:cNvPr id="10" name="TextBox 9">
            <a:extLst>
              <a:ext uri="{FF2B5EF4-FFF2-40B4-BE49-F238E27FC236}">
                <a16:creationId xmlns:a16="http://schemas.microsoft.com/office/drawing/2014/main" id="{67AC26A0-56D2-A25C-6223-88C5F72E508E}"/>
              </a:ext>
            </a:extLst>
          </p:cNvPr>
          <p:cNvSpPr txBox="1"/>
          <p:nvPr/>
        </p:nvSpPr>
        <p:spPr>
          <a:xfrm>
            <a:off x="10533589" y="6549897"/>
            <a:ext cx="1245696" cy="276999"/>
          </a:xfrm>
          <a:prstGeom prst="rect">
            <a:avLst/>
          </a:prstGeom>
          <a:noFill/>
        </p:spPr>
        <p:txBody>
          <a:bodyPr wrap="square" rtlCol="0">
            <a:spAutoFit/>
          </a:bodyPr>
          <a:lstStyle/>
          <a:p>
            <a:r>
              <a:rPr lang="en-US" sz="1200" dirty="0">
                <a:solidFill>
                  <a:schemeClr val="bg1"/>
                </a:solidFill>
              </a:rPr>
              <a:t>Optimus Syria</a:t>
            </a:r>
          </a:p>
        </p:txBody>
      </p:sp>
    </p:spTree>
    <p:extLst>
      <p:ext uri="{BB962C8B-B14F-4D97-AF65-F5344CB8AC3E}">
        <p14:creationId xmlns:p14="http://schemas.microsoft.com/office/powerpoint/2010/main" val="7364081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Shape 13">
            <a:extLst>
              <a:ext uri="{FF2B5EF4-FFF2-40B4-BE49-F238E27FC236}">
                <a16:creationId xmlns:a16="http://schemas.microsoft.com/office/drawing/2014/main" id="{727BC127-4545-D3CD-4862-C320531ABA9D}"/>
              </a:ext>
            </a:extLst>
          </p:cNvPr>
          <p:cNvSpPr/>
          <p:nvPr/>
        </p:nvSpPr>
        <p:spPr>
          <a:xfrm rot="10800000">
            <a:off x="-35168" y="277945"/>
            <a:ext cx="12216286" cy="898824"/>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46954 h 1270146"/>
              <a:gd name="connsiteX1" fmla="*/ 2358147 w 9478107"/>
              <a:gd name="connsiteY1" fmla="*/ 302992 h 1270146"/>
              <a:gd name="connsiteX2" fmla="*/ 4457699 w 9478107"/>
              <a:gd name="connsiteY2" fmla="*/ 373331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72464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755857 w 9478107"/>
              <a:gd name="connsiteY4" fmla="*/ 446231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557637 w 9478107"/>
              <a:gd name="connsiteY4" fmla="*/ 716768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15627 w 9484942"/>
              <a:gd name="connsiteY0" fmla="*/ 346954 h 1277035"/>
              <a:gd name="connsiteX1" fmla="*/ 2364982 w 9484942"/>
              <a:gd name="connsiteY1" fmla="*/ 302992 h 1277035"/>
              <a:gd name="connsiteX2" fmla="*/ 5134381 w 9484942"/>
              <a:gd name="connsiteY2" fmla="*/ 115678 h 1277035"/>
              <a:gd name="connsiteX3" fmla="*/ 7091448 w 9484942"/>
              <a:gd name="connsiteY3" fmla="*/ 647346 h 1277035"/>
              <a:gd name="connsiteX4" fmla="*/ 8564472 w 9484942"/>
              <a:gd name="connsiteY4" fmla="*/ 716768 h 1277035"/>
              <a:gd name="connsiteX5" fmla="*/ 9484942 w 9484942"/>
              <a:gd name="connsiteY5" fmla="*/ 346954 h 1277035"/>
              <a:gd name="connsiteX6" fmla="*/ 9476150 w 9484942"/>
              <a:gd name="connsiteY6" fmla="*/ 1252562 h 1277035"/>
              <a:gd name="connsiteX7" fmla="*/ 7260488 w 9484942"/>
              <a:gd name="connsiteY7" fmla="*/ 1243769 h 1277035"/>
              <a:gd name="connsiteX8" fmla="*/ 4833811 w 9484942"/>
              <a:gd name="connsiteY8" fmla="*/ 1270146 h 1277035"/>
              <a:gd name="connsiteX9" fmla="*/ 2758827 w 9484942"/>
              <a:gd name="connsiteY9" fmla="*/ 1261354 h 1277035"/>
              <a:gd name="connsiteX10" fmla="*/ 0 w 9484942"/>
              <a:gd name="connsiteY10" fmla="*/ 1273013 h 1277035"/>
              <a:gd name="connsiteX11" fmla="*/ 15627 w 9484942"/>
              <a:gd name="connsiteY11" fmla="*/ 346954 h 1277035"/>
              <a:gd name="connsiteX0" fmla="*/ 15627 w 9484942"/>
              <a:gd name="connsiteY0" fmla="*/ 346954 h 1300002"/>
              <a:gd name="connsiteX1" fmla="*/ 2364982 w 9484942"/>
              <a:gd name="connsiteY1" fmla="*/ 302992 h 1300002"/>
              <a:gd name="connsiteX2" fmla="*/ 5134381 w 9484942"/>
              <a:gd name="connsiteY2" fmla="*/ 115678 h 1300002"/>
              <a:gd name="connsiteX3" fmla="*/ 7091448 w 9484942"/>
              <a:gd name="connsiteY3" fmla="*/ 647346 h 1300002"/>
              <a:gd name="connsiteX4" fmla="*/ 8564472 w 9484942"/>
              <a:gd name="connsiteY4" fmla="*/ 716768 h 1300002"/>
              <a:gd name="connsiteX5" fmla="*/ 9484942 w 9484942"/>
              <a:gd name="connsiteY5" fmla="*/ 346954 h 1300002"/>
              <a:gd name="connsiteX6" fmla="*/ 9476150 w 9484942"/>
              <a:gd name="connsiteY6" fmla="*/ 1252562 h 1300002"/>
              <a:gd name="connsiteX7" fmla="*/ 7260488 w 9484942"/>
              <a:gd name="connsiteY7" fmla="*/ 1243769 h 1300002"/>
              <a:gd name="connsiteX8" fmla="*/ 4833811 w 9484942"/>
              <a:gd name="connsiteY8" fmla="*/ 1270146 h 1300002"/>
              <a:gd name="connsiteX9" fmla="*/ 2779333 w 9484942"/>
              <a:gd name="connsiteY9" fmla="*/ 1300002 h 1300002"/>
              <a:gd name="connsiteX10" fmla="*/ 0 w 9484942"/>
              <a:gd name="connsiteY10" fmla="*/ 1273013 h 1300002"/>
              <a:gd name="connsiteX11" fmla="*/ 15627 w 9484942"/>
              <a:gd name="connsiteY11" fmla="*/ 346954 h 1300002"/>
              <a:gd name="connsiteX0" fmla="*/ 15627 w 9484942"/>
              <a:gd name="connsiteY0" fmla="*/ 346954 h 1346830"/>
              <a:gd name="connsiteX1" fmla="*/ 2364982 w 9484942"/>
              <a:gd name="connsiteY1" fmla="*/ 302992 h 1346830"/>
              <a:gd name="connsiteX2" fmla="*/ 5134381 w 9484942"/>
              <a:gd name="connsiteY2" fmla="*/ 115678 h 1346830"/>
              <a:gd name="connsiteX3" fmla="*/ 7091448 w 9484942"/>
              <a:gd name="connsiteY3" fmla="*/ 647346 h 1346830"/>
              <a:gd name="connsiteX4" fmla="*/ 8564472 w 9484942"/>
              <a:gd name="connsiteY4" fmla="*/ 716768 h 1346830"/>
              <a:gd name="connsiteX5" fmla="*/ 9484942 w 9484942"/>
              <a:gd name="connsiteY5" fmla="*/ 346954 h 1346830"/>
              <a:gd name="connsiteX6" fmla="*/ 9476150 w 9484942"/>
              <a:gd name="connsiteY6" fmla="*/ 1252562 h 1346830"/>
              <a:gd name="connsiteX7" fmla="*/ 7267323 w 9484942"/>
              <a:gd name="connsiteY7" fmla="*/ 1346830 h 1346830"/>
              <a:gd name="connsiteX8" fmla="*/ 4833811 w 9484942"/>
              <a:gd name="connsiteY8" fmla="*/ 1270146 h 1346830"/>
              <a:gd name="connsiteX9" fmla="*/ 2779333 w 9484942"/>
              <a:gd name="connsiteY9" fmla="*/ 1300002 h 1346830"/>
              <a:gd name="connsiteX10" fmla="*/ 0 w 9484942"/>
              <a:gd name="connsiteY10" fmla="*/ 1273013 h 1346830"/>
              <a:gd name="connsiteX11" fmla="*/ 15627 w 9484942"/>
              <a:gd name="connsiteY11" fmla="*/ 346954 h 1346830"/>
              <a:gd name="connsiteX0" fmla="*/ 15627 w 9484942"/>
              <a:gd name="connsiteY0" fmla="*/ 346954 h 1308182"/>
              <a:gd name="connsiteX1" fmla="*/ 2364982 w 9484942"/>
              <a:gd name="connsiteY1" fmla="*/ 302992 h 1308182"/>
              <a:gd name="connsiteX2" fmla="*/ 5134381 w 9484942"/>
              <a:gd name="connsiteY2" fmla="*/ 115678 h 1308182"/>
              <a:gd name="connsiteX3" fmla="*/ 7091448 w 9484942"/>
              <a:gd name="connsiteY3" fmla="*/ 647346 h 1308182"/>
              <a:gd name="connsiteX4" fmla="*/ 8564472 w 9484942"/>
              <a:gd name="connsiteY4" fmla="*/ 716768 h 1308182"/>
              <a:gd name="connsiteX5" fmla="*/ 9484942 w 9484942"/>
              <a:gd name="connsiteY5" fmla="*/ 346954 h 1308182"/>
              <a:gd name="connsiteX6" fmla="*/ 9476150 w 9484942"/>
              <a:gd name="connsiteY6" fmla="*/ 1252562 h 1308182"/>
              <a:gd name="connsiteX7" fmla="*/ 7246817 w 9484942"/>
              <a:gd name="connsiteY7" fmla="*/ 1308182 h 1308182"/>
              <a:gd name="connsiteX8" fmla="*/ 4833811 w 9484942"/>
              <a:gd name="connsiteY8" fmla="*/ 1270146 h 1308182"/>
              <a:gd name="connsiteX9" fmla="*/ 2779333 w 9484942"/>
              <a:gd name="connsiteY9" fmla="*/ 1300002 h 1308182"/>
              <a:gd name="connsiteX10" fmla="*/ 0 w 9484942"/>
              <a:gd name="connsiteY10" fmla="*/ 1273013 h 1308182"/>
              <a:gd name="connsiteX11" fmla="*/ 15627 w 9484942"/>
              <a:gd name="connsiteY11" fmla="*/ 346954 h 1308182"/>
              <a:gd name="connsiteX0" fmla="*/ 15627 w 9496987"/>
              <a:gd name="connsiteY0" fmla="*/ 346954 h 1316976"/>
              <a:gd name="connsiteX1" fmla="*/ 2364982 w 9496987"/>
              <a:gd name="connsiteY1" fmla="*/ 302992 h 1316976"/>
              <a:gd name="connsiteX2" fmla="*/ 5134381 w 9496987"/>
              <a:gd name="connsiteY2" fmla="*/ 115678 h 1316976"/>
              <a:gd name="connsiteX3" fmla="*/ 7091448 w 9496987"/>
              <a:gd name="connsiteY3" fmla="*/ 647346 h 1316976"/>
              <a:gd name="connsiteX4" fmla="*/ 8564472 w 9496987"/>
              <a:gd name="connsiteY4" fmla="*/ 716768 h 1316976"/>
              <a:gd name="connsiteX5" fmla="*/ 9484942 w 9496987"/>
              <a:gd name="connsiteY5" fmla="*/ 346954 h 1316976"/>
              <a:gd name="connsiteX6" fmla="*/ 9496656 w 9496987"/>
              <a:gd name="connsiteY6" fmla="*/ 1316976 h 1316976"/>
              <a:gd name="connsiteX7" fmla="*/ 7246817 w 9496987"/>
              <a:gd name="connsiteY7" fmla="*/ 1308182 h 1316976"/>
              <a:gd name="connsiteX8" fmla="*/ 4833811 w 9496987"/>
              <a:gd name="connsiteY8" fmla="*/ 1270146 h 1316976"/>
              <a:gd name="connsiteX9" fmla="*/ 2779333 w 9496987"/>
              <a:gd name="connsiteY9" fmla="*/ 1300002 h 1316976"/>
              <a:gd name="connsiteX10" fmla="*/ 0 w 9496987"/>
              <a:gd name="connsiteY10" fmla="*/ 1273013 h 1316976"/>
              <a:gd name="connsiteX11" fmla="*/ 15627 w 9496987"/>
              <a:gd name="connsiteY11" fmla="*/ 346954 h 131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96987" h="1316976">
                <a:moveTo>
                  <a:pt x="15627" y="346954"/>
                </a:moveTo>
                <a:cubicBezTo>
                  <a:pt x="677981" y="352815"/>
                  <a:pt x="1280597" y="-406254"/>
                  <a:pt x="2364982" y="302992"/>
                </a:cubicBezTo>
                <a:cubicBezTo>
                  <a:pt x="3590042" y="1000515"/>
                  <a:pt x="4346637" y="58286"/>
                  <a:pt x="5134381" y="115678"/>
                </a:cubicBezTo>
                <a:cubicBezTo>
                  <a:pt x="5922125" y="173070"/>
                  <a:pt x="6479894" y="562194"/>
                  <a:pt x="7091448" y="647346"/>
                </a:cubicBezTo>
                <a:cubicBezTo>
                  <a:pt x="7703002" y="732498"/>
                  <a:pt x="8165556" y="766833"/>
                  <a:pt x="8564472" y="716768"/>
                </a:cubicBezTo>
                <a:cubicBezTo>
                  <a:pt x="8963388" y="666703"/>
                  <a:pt x="9372868" y="242625"/>
                  <a:pt x="9484942" y="346954"/>
                </a:cubicBezTo>
                <a:cubicBezTo>
                  <a:pt x="9482011" y="648823"/>
                  <a:pt x="9499587" y="1015107"/>
                  <a:pt x="9496656" y="1316976"/>
                </a:cubicBezTo>
                <a:lnTo>
                  <a:pt x="7246817" y="1308182"/>
                </a:lnTo>
                <a:lnTo>
                  <a:pt x="4833811" y="1270146"/>
                </a:lnTo>
                <a:lnTo>
                  <a:pt x="2779333" y="1300002"/>
                </a:lnTo>
                <a:lnTo>
                  <a:pt x="0" y="1273013"/>
                </a:lnTo>
                <a:cubicBezTo>
                  <a:pt x="2931" y="988728"/>
                  <a:pt x="3903" y="648823"/>
                  <a:pt x="15627" y="346954"/>
                </a:cubicBezTo>
                <a:close/>
              </a:path>
            </a:pathLst>
          </a:custGeom>
          <a:gradFill flip="none" rotWithShape="1">
            <a:gsLst>
              <a:gs pos="0">
                <a:schemeClr val="accent4">
                  <a:lumMod val="20000"/>
                  <a:lumOff val="80000"/>
                </a:schemeClr>
              </a:gs>
              <a:gs pos="50000">
                <a:schemeClr val="bg1"/>
              </a:gs>
              <a:gs pos="100000">
                <a:schemeClr val="accent4">
                  <a:lumMod val="20000"/>
                  <a:lumOff val="80000"/>
                </a:schemeClr>
              </a:gs>
            </a:gsLst>
            <a:lin ang="0" scaled="1"/>
            <a:tileRect/>
          </a:gradFill>
          <a:ln w="15875">
            <a:solidFill>
              <a:schemeClr val="accent1">
                <a:alpha val="0"/>
              </a:schemeClr>
            </a:solid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Free-form: Shape 13">
            <a:extLst>
              <a:ext uri="{FF2B5EF4-FFF2-40B4-BE49-F238E27FC236}">
                <a16:creationId xmlns:a16="http://schemas.microsoft.com/office/drawing/2014/main" id="{5F9413CA-8E0D-B250-B31E-4AA68BA7D014}"/>
              </a:ext>
            </a:extLst>
          </p:cNvPr>
          <p:cNvSpPr/>
          <p:nvPr/>
        </p:nvSpPr>
        <p:spPr>
          <a:xfrm rot="10800000">
            <a:off x="-2090" y="-10376"/>
            <a:ext cx="12192000" cy="898826"/>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78107" h="1273677">
                <a:moveTo>
                  <a:pt x="8792" y="350485"/>
                </a:moveTo>
                <a:cubicBezTo>
                  <a:pt x="671146" y="356346"/>
                  <a:pt x="973014" y="-402723"/>
                  <a:pt x="2057399" y="306523"/>
                </a:cubicBezTo>
                <a:cubicBezTo>
                  <a:pt x="3282459" y="1004046"/>
                  <a:pt x="3979984" y="611323"/>
                  <a:pt x="4457699" y="376862"/>
                </a:cubicBezTo>
                <a:cubicBezTo>
                  <a:pt x="5723792" y="-223945"/>
                  <a:pt x="6216161" y="-7069"/>
                  <a:pt x="7016261" y="341693"/>
                </a:cubicBezTo>
                <a:cubicBezTo>
                  <a:pt x="8672145" y="977671"/>
                  <a:pt x="8657492" y="347554"/>
                  <a:pt x="9478107" y="350485"/>
                </a:cubicBezTo>
                <a:cubicBezTo>
                  <a:pt x="9475176" y="652354"/>
                  <a:pt x="9472246" y="954224"/>
                  <a:pt x="9469315" y="1256093"/>
                </a:cubicBezTo>
                <a:lnTo>
                  <a:pt x="7253653" y="1247300"/>
                </a:lnTo>
                <a:lnTo>
                  <a:pt x="4826976" y="1273677"/>
                </a:lnTo>
                <a:lnTo>
                  <a:pt x="2751992" y="1264885"/>
                </a:lnTo>
                <a:lnTo>
                  <a:pt x="0" y="1212131"/>
                </a:lnTo>
                <a:cubicBezTo>
                  <a:pt x="2931" y="927846"/>
                  <a:pt x="-2932" y="652354"/>
                  <a:pt x="8792" y="350485"/>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Shape 13">
            <a:extLst>
              <a:ext uri="{FF2B5EF4-FFF2-40B4-BE49-F238E27FC236}">
                <a16:creationId xmlns:a16="http://schemas.microsoft.com/office/drawing/2014/main" id="{87E5E9A3-5B8C-CBB5-88F6-FB4E956A66F7}"/>
              </a:ext>
            </a:extLst>
          </p:cNvPr>
          <p:cNvSpPr/>
          <p:nvPr/>
        </p:nvSpPr>
        <p:spPr>
          <a:xfrm rot="10800000">
            <a:off x="-26376" y="-237830"/>
            <a:ext cx="12218376" cy="965187"/>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8414099 w 9478107"/>
              <a:gd name="connsiteY4" fmla="*/ 797823 h 1273677"/>
              <a:gd name="connsiteX5" fmla="*/ 9478107 w 9478107"/>
              <a:gd name="connsiteY5" fmla="*/ 350485 h 1273677"/>
              <a:gd name="connsiteX6" fmla="*/ 9469315 w 9478107"/>
              <a:gd name="connsiteY6" fmla="*/ 1256093 h 1273677"/>
              <a:gd name="connsiteX7" fmla="*/ 7253653 w 9478107"/>
              <a:gd name="connsiteY7" fmla="*/ 1247300 h 1273677"/>
              <a:gd name="connsiteX8" fmla="*/ 4826976 w 9478107"/>
              <a:gd name="connsiteY8" fmla="*/ 1273677 h 1273677"/>
              <a:gd name="connsiteX9" fmla="*/ 2751992 w 9478107"/>
              <a:gd name="connsiteY9" fmla="*/ 1264885 h 1273677"/>
              <a:gd name="connsiteX10" fmla="*/ 0 w 9478107"/>
              <a:gd name="connsiteY10" fmla="*/ 1212131 h 1273677"/>
              <a:gd name="connsiteX11" fmla="*/ 8792 w 9478107"/>
              <a:gd name="connsiteY11" fmla="*/ 350485 h 1273677"/>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98612"/>
              <a:gd name="connsiteY0" fmla="*/ 463370 h 1386562"/>
              <a:gd name="connsiteX1" fmla="*/ 2057399 w 9498612"/>
              <a:gd name="connsiteY1" fmla="*/ 419408 h 1386562"/>
              <a:gd name="connsiteX2" fmla="*/ 4457699 w 9498612"/>
              <a:gd name="connsiteY2" fmla="*/ 489747 h 1386562"/>
              <a:gd name="connsiteX3" fmla="*/ 7009426 w 9498612"/>
              <a:gd name="connsiteY3" fmla="*/ 98357 h 1386562"/>
              <a:gd name="connsiteX4" fmla="*/ 8414099 w 9498612"/>
              <a:gd name="connsiteY4" fmla="*/ 910708 h 1386562"/>
              <a:gd name="connsiteX5" fmla="*/ 9498612 w 9498612"/>
              <a:gd name="connsiteY5" fmla="*/ 200892 h 1386562"/>
              <a:gd name="connsiteX6" fmla="*/ 9469315 w 9498612"/>
              <a:gd name="connsiteY6" fmla="*/ 1368978 h 1386562"/>
              <a:gd name="connsiteX7" fmla="*/ 7253653 w 9498612"/>
              <a:gd name="connsiteY7" fmla="*/ 1360185 h 1386562"/>
              <a:gd name="connsiteX8" fmla="*/ 4826976 w 9498612"/>
              <a:gd name="connsiteY8" fmla="*/ 1386562 h 1386562"/>
              <a:gd name="connsiteX9" fmla="*/ 2751992 w 9498612"/>
              <a:gd name="connsiteY9" fmla="*/ 1377770 h 1386562"/>
              <a:gd name="connsiteX10" fmla="*/ 0 w 9498612"/>
              <a:gd name="connsiteY10" fmla="*/ 1325016 h 1386562"/>
              <a:gd name="connsiteX11" fmla="*/ 8792 w 9498612"/>
              <a:gd name="connsiteY11" fmla="*/ 463370 h 1386562"/>
              <a:gd name="connsiteX0" fmla="*/ 8792 w 9498612"/>
              <a:gd name="connsiteY0" fmla="*/ 444298 h 1367490"/>
              <a:gd name="connsiteX1" fmla="*/ 2057399 w 9498612"/>
              <a:gd name="connsiteY1" fmla="*/ 400336 h 1367490"/>
              <a:gd name="connsiteX2" fmla="*/ 4320995 w 9498612"/>
              <a:gd name="connsiteY2" fmla="*/ 695656 h 1367490"/>
              <a:gd name="connsiteX3" fmla="*/ 7009426 w 9498612"/>
              <a:gd name="connsiteY3" fmla="*/ 79285 h 1367490"/>
              <a:gd name="connsiteX4" fmla="*/ 8414099 w 9498612"/>
              <a:gd name="connsiteY4" fmla="*/ 891636 h 1367490"/>
              <a:gd name="connsiteX5" fmla="*/ 9498612 w 9498612"/>
              <a:gd name="connsiteY5" fmla="*/ 181820 h 1367490"/>
              <a:gd name="connsiteX6" fmla="*/ 9469315 w 9498612"/>
              <a:gd name="connsiteY6" fmla="*/ 1349906 h 1367490"/>
              <a:gd name="connsiteX7" fmla="*/ 7253653 w 9498612"/>
              <a:gd name="connsiteY7" fmla="*/ 1341113 h 1367490"/>
              <a:gd name="connsiteX8" fmla="*/ 4826976 w 9498612"/>
              <a:gd name="connsiteY8" fmla="*/ 1367490 h 1367490"/>
              <a:gd name="connsiteX9" fmla="*/ 2751992 w 9498612"/>
              <a:gd name="connsiteY9" fmla="*/ 1358698 h 1367490"/>
              <a:gd name="connsiteX10" fmla="*/ 0 w 9498612"/>
              <a:gd name="connsiteY10" fmla="*/ 1305944 h 1367490"/>
              <a:gd name="connsiteX11" fmla="*/ 8792 w 9498612"/>
              <a:gd name="connsiteY11" fmla="*/ 444298 h 1367490"/>
              <a:gd name="connsiteX0" fmla="*/ 8792 w 9498612"/>
              <a:gd name="connsiteY0" fmla="*/ 428789 h 1351981"/>
              <a:gd name="connsiteX1" fmla="*/ 2057399 w 9498612"/>
              <a:gd name="connsiteY1" fmla="*/ 384827 h 1351981"/>
              <a:gd name="connsiteX2" fmla="*/ 3698995 w 9498612"/>
              <a:gd name="connsiteY2" fmla="*/ 961374 h 1351981"/>
              <a:gd name="connsiteX3" fmla="*/ 7009426 w 9498612"/>
              <a:gd name="connsiteY3" fmla="*/ 63776 h 1351981"/>
              <a:gd name="connsiteX4" fmla="*/ 8414099 w 9498612"/>
              <a:gd name="connsiteY4" fmla="*/ 876127 h 1351981"/>
              <a:gd name="connsiteX5" fmla="*/ 9498612 w 9498612"/>
              <a:gd name="connsiteY5" fmla="*/ 166311 h 1351981"/>
              <a:gd name="connsiteX6" fmla="*/ 9469315 w 9498612"/>
              <a:gd name="connsiteY6" fmla="*/ 1334397 h 1351981"/>
              <a:gd name="connsiteX7" fmla="*/ 7253653 w 9498612"/>
              <a:gd name="connsiteY7" fmla="*/ 1325604 h 1351981"/>
              <a:gd name="connsiteX8" fmla="*/ 4826976 w 9498612"/>
              <a:gd name="connsiteY8" fmla="*/ 1351981 h 1351981"/>
              <a:gd name="connsiteX9" fmla="*/ 2751992 w 9498612"/>
              <a:gd name="connsiteY9" fmla="*/ 1343189 h 1351981"/>
              <a:gd name="connsiteX10" fmla="*/ 0 w 9498612"/>
              <a:gd name="connsiteY10" fmla="*/ 1290435 h 1351981"/>
              <a:gd name="connsiteX11" fmla="*/ 8792 w 9498612"/>
              <a:gd name="connsiteY11" fmla="*/ 428789 h 1351981"/>
              <a:gd name="connsiteX0" fmla="*/ 8792 w 9498612"/>
              <a:gd name="connsiteY0" fmla="*/ 595005 h 1518197"/>
              <a:gd name="connsiteX1" fmla="*/ 2057399 w 9498612"/>
              <a:gd name="connsiteY1" fmla="*/ 551043 h 1518197"/>
              <a:gd name="connsiteX2" fmla="*/ 3698995 w 9498612"/>
              <a:gd name="connsiteY2" fmla="*/ 1127590 h 1518197"/>
              <a:gd name="connsiteX3" fmla="*/ 5386116 w 9498612"/>
              <a:gd name="connsiteY3" fmla="*/ 48678 h 1518197"/>
              <a:gd name="connsiteX4" fmla="*/ 7009426 w 9498612"/>
              <a:gd name="connsiteY4" fmla="*/ 229992 h 1518197"/>
              <a:gd name="connsiteX5" fmla="*/ 8414099 w 9498612"/>
              <a:gd name="connsiteY5" fmla="*/ 1042343 h 1518197"/>
              <a:gd name="connsiteX6" fmla="*/ 9498612 w 9498612"/>
              <a:gd name="connsiteY6" fmla="*/ 332527 h 1518197"/>
              <a:gd name="connsiteX7" fmla="*/ 9469315 w 9498612"/>
              <a:gd name="connsiteY7" fmla="*/ 1500613 h 1518197"/>
              <a:gd name="connsiteX8" fmla="*/ 7253653 w 9498612"/>
              <a:gd name="connsiteY8" fmla="*/ 1491820 h 1518197"/>
              <a:gd name="connsiteX9" fmla="*/ 4826976 w 9498612"/>
              <a:gd name="connsiteY9" fmla="*/ 1518197 h 1518197"/>
              <a:gd name="connsiteX10" fmla="*/ 2751992 w 9498612"/>
              <a:gd name="connsiteY10" fmla="*/ 1509405 h 1518197"/>
              <a:gd name="connsiteX11" fmla="*/ 0 w 9498612"/>
              <a:gd name="connsiteY11" fmla="*/ 1456651 h 1518197"/>
              <a:gd name="connsiteX12" fmla="*/ 8792 w 9498612"/>
              <a:gd name="connsiteY12" fmla="*/ 595005 h 1518197"/>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8612" h="1552908">
                <a:moveTo>
                  <a:pt x="8792" y="629716"/>
                </a:moveTo>
                <a:cubicBezTo>
                  <a:pt x="671146" y="635577"/>
                  <a:pt x="973014" y="-123492"/>
                  <a:pt x="2057399" y="585754"/>
                </a:cubicBezTo>
                <a:cubicBezTo>
                  <a:pt x="3282459" y="1283277"/>
                  <a:pt x="3144209" y="1246028"/>
                  <a:pt x="3698995" y="1162301"/>
                </a:cubicBezTo>
                <a:cubicBezTo>
                  <a:pt x="4253781" y="1078574"/>
                  <a:pt x="4834377" y="232989"/>
                  <a:pt x="5386116" y="83389"/>
                </a:cubicBezTo>
                <a:cubicBezTo>
                  <a:pt x="5937855" y="-66211"/>
                  <a:pt x="6463751" y="-19649"/>
                  <a:pt x="7009426" y="264703"/>
                </a:cubicBezTo>
                <a:cubicBezTo>
                  <a:pt x="7646042" y="612966"/>
                  <a:pt x="8003791" y="1075589"/>
                  <a:pt x="8414099" y="1077054"/>
                </a:cubicBezTo>
                <a:cubicBezTo>
                  <a:pt x="8824407" y="1078519"/>
                  <a:pt x="9320464" y="250238"/>
                  <a:pt x="9498612" y="367238"/>
                </a:cubicBezTo>
                <a:cubicBezTo>
                  <a:pt x="9495681" y="669107"/>
                  <a:pt x="9472246" y="1233455"/>
                  <a:pt x="9469315" y="1535324"/>
                </a:cubicBezTo>
                <a:lnTo>
                  <a:pt x="7253653" y="1526531"/>
                </a:lnTo>
                <a:lnTo>
                  <a:pt x="4826976" y="1552908"/>
                </a:lnTo>
                <a:lnTo>
                  <a:pt x="2751992" y="1544116"/>
                </a:lnTo>
                <a:lnTo>
                  <a:pt x="0" y="1491362"/>
                </a:lnTo>
                <a:cubicBezTo>
                  <a:pt x="2931" y="1207077"/>
                  <a:pt x="-2932" y="931585"/>
                  <a:pt x="8792" y="629716"/>
                </a:cubicBezTo>
                <a:close/>
              </a:path>
            </a:pathLst>
          </a:custGeom>
          <a:gradFill>
            <a:gsLst>
              <a:gs pos="0">
                <a:srgbClr val="EFFCFF"/>
              </a:gs>
              <a:gs pos="50000">
                <a:schemeClr val="accent4">
                  <a:lumMod val="40000"/>
                  <a:lumOff val="60000"/>
                </a:schemeClr>
              </a:gs>
              <a:gs pos="100000">
                <a:schemeClr val="bg1"/>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hteck 17">
            <a:extLst>
              <a:ext uri="{FF2B5EF4-FFF2-40B4-BE49-F238E27FC236}">
                <a16:creationId xmlns:a16="http://schemas.microsoft.com/office/drawing/2014/main" id="{837C855E-F70E-F97A-5061-29D00BA11349}"/>
              </a:ext>
            </a:extLst>
          </p:cNvPr>
          <p:cNvSpPr/>
          <p:nvPr/>
        </p:nvSpPr>
        <p:spPr>
          <a:xfrm>
            <a:off x="-7747" y="6538183"/>
            <a:ext cx="12207494" cy="319817"/>
          </a:xfrm>
          <a:prstGeom prst="rect">
            <a:avLst/>
          </a:prstGeom>
          <a:solidFill>
            <a:srgbClr val="8ECE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9" name="TextBox 18">
            <a:extLst>
              <a:ext uri="{FF2B5EF4-FFF2-40B4-BE49-F238E27FC236}">
                <a16:creationId xmlns:a16="http://schemas.microsoft.com/office/drawing/2014/main" id="{26533BD2-7016-D99B-8D14-5716721F009D}"/>
              </a:ext>
            </a:extLst>
          </p:cNvPr>
          <p:cNvSpPr txBox="1"/>
          <p:nvPr/>
        </p:nvSpPr>
        <p:spPr>
          <a:xfrm>
            <a:off x="342900" y="1465091"/>
            <a:ext cx="11218984" cy="2677656"/>
          </a:xfrm>
          <a:prstGeom prst="rect">
            <a:avLst/>
          </a:prstGeom>
          <a:noFill/>
        </p:spPr>
        <p:txBody>
          <a:bodyPr wrap="square" rtlCol="0">
            <a:spAutoFit/>
          </a:bodyPr>
          <a:lstStyle/>
          <a:p>
            <a:endParaRPr lang="it-IT" dirty="0"/>
          </a:p>
          <a:p>
            <a:endParaRPr lang="it-IT" dirty="0"/>
          </a:p>
          <a:p>
            <a:pPr marL="342900" indent="-342900">
              <a:buFont typeface="Arial" panose="020B0604020202020204" pitchFamily="34" charset="0"/>
              <a:buChar char="•"/>
            </a:pPr>
            <a:r>
              <a:rPr lang="en-US" sz="2400" dirty="0">
                <a:cs typeface="Times New Roman" panose="02020603050405020304" pitchFamily="18" charset="0"/>
              </a:rPr>
              <a:t>Updated DLC 7.1</a:t>
            </a:r>
          </a:p>
          <a:p>
            <a:pPr marL="342900" indent="-342900">
              <a:buFont typeface="Arial" panose="020B0604020202020204" pitchFamily="34" charset="0"/>
              <a:buChar char="•"/>
            </a:pPr>
            <a:r>
              <a:rPr lang="en-US" sz="2400" dirty="0">
                <a:cs typeface="Times New Roman" panose="02020603050405020304" pitchFamily="18" charset="0"/>
              </a:rPr>
              <a:t>GitHub Updates</a:t>
            </a:r>
          </a:p>
          <a:p>
            <a:pPr marL="342900" indent="-342900">
              <a:buFont typeface="Arial" panose="020B0604020202020204" pitchFamily="34" charset="0"/>
              <a:buChar char="•"/>
            </a:pPr>
            <a:r>
              <a:rPr lang="en-US" sz="2400" dirty="0">
                <a:cs typeface="Times New Roman" panose="02020603050405020304" pitchFamily="18" charset="0"/>
              </a:rPr>
              <a:t>Conclusion &amp; Future Plan</a:t>
            </a:r>
          </a:p>
          <a:p>
            <a:pPr marL="342900" indent="-342900">
              <a:buFont typeface="Arial" panose="020B0604020202020204" pitchFamily="34" charset="0"/>
              <a:buChar char="•"/>
            </a:pPr>
            <a:r>
              <a:rPr lang="en-US" sz="2400" dirty="0">
                <a:cs typeface="Times New Roman" panose="02020603050405020304" pitchFamily="18" charset="0"/>
              </a:rPr>
              <a:t>Bibliography</a:t>
            </a:r>
          </a:p>
          <a:p>
            <a:endParaRPr lang="en-US" dirty="0">
              <a:cs typeface="Times New Roman" panose="02020603050405020304" pitchFamily="18" charset="0"/>
            </a:endParaRPr>
          </a:p>
          <a:p>
            <a:pPr marL="342900" indent="-342900">
              <a:buFont typeface="Arial" panose="020B0604020202020204" pitchFamily="34" charset="0"/>
              <a:buChar char="•"/>
            </a:pPr>
            <a:endParaRPr lang="en-GB" dirty="0">
              <a:cs typeface="Times New Roman" panose="02020603050405020304" pitchFamily="18" charset="0"/>
            </a:endParaRPr>
          </a:p>
        </p:txBody>
      </p:sp>
      <p:sp>
        <p:nvSpPr>
          <p:cNvPr id="5" name="Slide Number Placeholder 5">
            <a:extLst>
              <a:ext uri="{FF2B5EF4-FFF2-40B4-BE49-F238E27FC236}">
                <a16:creationId xmlns:a16="http://schemas.microsoft.com/office/drawing/2014/main" id="{9E0AA001-DA32-5B78-E7F7-573800334952}"/>
              </a:ext>
            </a:extLst>
          </p:cNvPr>
          <p:cNvSpPr>
            <a:spLocks noGrp="1"/>
          </p:cNvSpPr>
          <p:nvPr>
            <p:ph type="sldNum" sz="quarter" idx="12"/>
          </p:nvPr>
        </p:nvSpPr>
        <p:spPr>
          <a:xfrm>
            <a:off x="1833304" y="6536048"/>
            <a:ext cx="287215" cy="365125"/>
          </a:xfrm>
        </p:spPr>
        <p:txBody>
          <a:bodyPr/>
          <a:lstStyle/>
          <a:p>
            <a:fld id="{013F6232-4F06-48BA-8F69-BF531F607829}" type="slidenum">
              <a:rPr lang="en-GB" sz="1400" smtClean="0">
                <a:solidFill>
                  <a:schemeClr val="bg1"/>
                </a:solidFill>
              </a:rPr>
              <a:t>2</a:t>
            </a:fld>
            <a:endParaRPr lang="en-GB" sz="1400" dirty="0">
              <a:solidFill>
                <a:schemeClr val="bg1"/>
              </a:solidFill>
            </a:endParaRPr>
          </a:p>
        </p:txBody>
      </p:sp>
      <p:sp>
        <p:nvSpPr>
          <p:cNvPr id="2" name="Titel 1">
            <a:extLst>
              <a:ext uri="{FF2B5EF4-FFF2-40B4-BE49-F238E27FC236}">
                <a16:creationId xmlns:a16="http://schemas.microsoft.com/office/drawing/2014/main" id="{FEBE381E-3397-D2E2-45A9-C6F7EAF78AC9}"/>
              </a:ext>
            </a:extLst>
          </p:cNvPr>
          <p:cNvSpPr>
            <a:spLocks noGrp="1"/>
          </p:cNvSpPr>
          <p:nvPr>
            <p:ph type="title"/>
          </p:nvPr>
        </p:nvSpPr>
        <p:spPr>
          <a:xfrm>
            <a:off x="484418" y="502853"/>
            <a:ext cx="7982574" cy="712728"/>
          </a:xfrm>
        </p:spPr>
        <p:txBody>
          <a:bodyPr>
            <a:normAutofit/>
          </a:bodyPr>
          <a:lstStyle/>
          <a:p>
            <a:r>
              <a:rPr lang="en-US" sz="4400" dirty="0"/>
              <a:t>Agenda For </a:t>
            </a:r>
            <a:r>
              <a:rPr lang="it-IT" dirty="0"/>
              <a:t>Loads &amp; Dynamics</a:t>
            </a:r>
            <a:endParaRPr lang="en-US" sz="4400" dirty="0"/>
          </a:p>
        </p:txBody>
      </p:sp>
      <p:cxnSp>
        <p:nvCxnSpPr>
          <p:cNvPr id="6" name="Straight Connector 5">
            <a:extLst>
              <a:ext uri="{FF2B5EF4-FFF2-40B4-BE49-F238E27FC236}">
                <a16:creationId xmlns:a16="http://schemas.microsoft.com/office/drawing/2014/main" id="{8873AD17-49A9-1372-BEA3-994BB76CBDE8}"/>
              </a:ext>
            </a:extLst>
          </p:cNvPr>
          <p:cNvCxnSpPr/>
          <p:nvPr/>
        </p:nvCxnSpPr>
        <p:spPr>
          <a:xfrm>
            <a:off x="484418" y="1171879"/>
            <a:ext cx="11218984"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5A568D94-AF6A-68C5-CAEA-EBE1FF802F45}"/>
              </a:ext>
            </a:extLst>
          </p:cNvPr>
          <p:cNvSpPr txBox="1"/>
          <p:nvPr/>
        </p:nvSpPr>
        <p:spPr>
          <a:xfrm>
            <a:off x="412716" y="6565449"/>
            <a:ext cx="1000125" cy="276999"/>
          </a:xfrm>
          <a:prstGeom prst="rect">
            <a:avLst/>
          </a:prstGeom>
          <a:noFill/>
        </p:spPr>
        <p:txBody>
          <a:bodyPr wrap="square" rtlCol="0">
            <a:spAutoFit/>
          </a:bodyPr>
          <a:lstStyle/>
          <a:p>
            <a:r>
              <a:rPr lang="en-US" sz="1200" dirty="0">
                <a:solidFill>
                  <a:schemeClr val="bg1"/>
                </a:solidFill>
              </a:rPr>
              <a:t>25/11/2025</a:t>
            </a:r>
          </a:p>
        </p:txBody>
      </p:sp>
      <p:sp>
        <p:nvSpPr>
          <p:cNvPr id="7" name="TextBox 6">
            <a:extLst>
              <a:ext uri="{FF2B5EF4-FFF2-40B4-BE49-F238E27FC236}">
                <a16:creationId xmlns:a16="http://schemas.microsoft.com/office/drawing/2014/main" id="{C1CE810C-6C17-B4BE-B68E-E8F18C7174DF}"/>
              </a:ext>
            </a:extLst>
          </p:cNvPr>
          <p:cNvSpPr txBox="1"/>
          <p:nvPr/>
        </p:nvSpPr>
        <p:spPr>
          <a:xfrm>
            <a:off x="9172575" y="6542216"/>
            <a:ext cx="2787685" cy="276999"/>
          </a:xfrm>
          <a:prstGeom prst="rect">
            <a:avLst/>
          </a:prstGeom>
          <a:noFill/>
        </p:spPr>
        <p:txBody>
          <a:bodyPr wrap="square" rtlCol="0">
            <a:spAutoFit/>
          </a:bodyPr>
          <a:lstStyle/>
          <a:p>
            <a:r>
              <a:rPr lang="en-US" sz="1200" dirty="0">
                <a:solidFill>
                  <a:schemeClr val="bg1"/>
                </a:solidFill>
              </a:rPr>
              <a:t>Load &amp; Dynamics Team/ Optimus Syria</a:t>
            </a:r>
          </a:p>
        </p:txBody>
      </p:sp>
      <p:sp>
        <p:nvSpPr>
          <p:cNvPr id="8" name="TextBox 7">
            <a:extLst>
              <a:ext uri="{FF2B5EF4-FFF2-40B4-BE49-F238E27FC236}">
                <a16:creationId xmlns:a16="http://schemas.microsoft.com/office/drawing/2014/main" id="{533A0BF8-D04C-9D69-012E-654B8A52187D}"/>
              </a:ext>
            </a:extLst>
          </p:cNvPr>
          <p:cNvSpPr txBox="1"/>
          <p:nvPr/>
        </p:nvSpPr>
        <p:spPr>
          <a:xfrm>
            <a:off x="4629394" y="6576994"/>
            <a:ext cx="2887161" cy="461665"/>
          </a:xfrm>
          <a:prstGeom prst="rect">
            <a:avLst/>
          </a:prstGeom>
          <a:noFill/>
        </p:spPr>
        <p:txBody>
          <a:bodyPr wrap="square" rtlCol="0">
            <a:spAutoFit/>
          </a:bodyPr>
          <a:lstStyle/>
          <a:p>
            <a:pPr algn="ctr"/>
            <a:r>
              <a:rPr lang="en-US" sz="1200" dirty="0">
                <a:solidFill>
                  <a:schemeClr val="bg1"/>
                </a:solidFill>
              </a:rPr>
              <a:t>Paresh </a:t>
            </a:r>
            <a:r>
              <a:rPr lang="en-US" sz="1200" dirty="0" err="1">
                <a:solidFill>
                  <a:schemeClr val="bg1"/>
                </a:solidFill>
              </a:rPr>
              <a:t>Nakum</a:t>
            </a:r>
            <a:endParaRPr lang="en-US" sz="1200" dirty="0">
              <a:solidFill>
                <a:schemeClr val="bg1"/>
              </a:solidFill>
            </a:endParaRPr>
          </a:p>
          <a:p>
            <a:pPr algn="ctr"/>
            <a:endParaRPr lang="en-US" sz="1200" dirty="0"/>
          </a:p>
        </p:txBody>
      </p:sp>
    </p:spTree>
    <p:extLst>
      <p:ext uri="{BB962C8B-B14F-4D97-AF65-F5344CB8AC3E}">
        <p14:creationId xmlns:p14="http://schemas.microsoft.com/office/powerpoint/2010/main" val="11065537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E8FF8-26DF-DC06-1B1F-F4D35D45F9CD}"/>
            </a:ext>
          </a:extLst>
        </p:cNvPr>
        <p:cNvGrpSpPr/>
        <p:nvPr/>
      </p:nvGrpSpPr>
      <p:grpSpPr>
        <a:xfrm>
          <a:off x="0" y="0"/>
          <a:ext cx="0" cy="0"/>
          <a:chOff x="0" y="0"/>
          <a:chExt cx="0" cy="0"/>
        </a:xfrm>
      </p:grpSpPr>
      <p:sp>
        <p:nvSpPr>
          <p:cNvPr id="11" name="Free-form: Shape 13">
            <a:extLst>
              <a:ext uri="{FF2B5EF4-FFF2-40B4-BE49-F238E27FC236}">
                <a16:creationId xmlns:a16="http://schemas.microsoft.com/office/drawing/2014/main" id="{92FA550B-EB6E-3B35-199D-08961285DE1F}"/>
              </a:ext>
            </a:extLst>
          </p:cNvPr>
          <p:cNvSpPr/>
          <p:nvPr/>
        </p:nvSpPr>
        <p:spPr>
          <a:xfrm rot="10800000">
            <a:off x="-35168" y="277945"/>
            <a:ext cx="12216286" cy="898824"/>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46954 h 1270146"/>
              <a:gd name="connsiteX1" fmla="*/ 2358147 w 9478107"/>
              <a:gd name="connsiteY1" fmla="*/ 302992 h 1270146"/>
              <a:gd name="connsiteX2" fmla="*/ 4457699 w 9478107"/>
              <a:gd name="connsiteY2" fmla="*/ 373331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72464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755857 w 9478107"/>
              <a:gd name="connsiteY4" fmla="*/ 446231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557637 w 9478107"/>
              <a:gd name="connsiteY4" fmla="*/ 716768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15627 w 9484942"/>
              <a:gd name="connsiteY0" fmla="*/ 346954 h 1277035"/>
              <a:gd name="connsiteX1" fmla="*/ 2364982 w 9484942"/>
              <a:gd name="connsiteY1" fmla="*/ 302992 h 1277035"/>
              <a:gd name="connsiteX2" fmla="*/ 5134381 w 9484942"/>
              <a:gd name="connsiteY2" fmla="*/ 115678 h 1277035"/>
              <a:gd name="connsiteX3" fmla="*/ 7091448 w 9484942"/>
              <a:gd name="connsiteY3" fmla="*/ 647346 h 1277035"/>
              <a:gd name="connsiteX4" fmla="*/ 8564472 w 9484942"/>
              <a:gd name="connsiteY4" fmla="*/ 716768 h 1277035"/>
              <a:gd name="connsiteX5" fmla="*/ 9484942 w 9484942"/>
              <a:gd name="connsiteY5" fmla="*/ 346954 h 1277035"/>
              <a:gd name="connsiteX6" fmla="*/ 9476150 w 9484942"/>
              <a:gd name="connsiteY6" fmla="*/ 1252562 h 1277035"/>
              <a:gd name="connsiteX7" fmla="*/ 7260488 w 9484942"/>
              <a:gd name="connsiteY7" fmla="*/ 1243769 h 1277035"/>
              <a:gd name="connsiteX8" fmla="*/ 4833811 w 9484942"/>
              <a:gd name="connsiteY8" fmla="*/ 1270146 h 1277035"/>
              <a:gd name="connsiteX9" fmla="*/ 2758827 w 9484942"/>
              <a:gd name="connsiteY9" fmla="*/ 1261354 h 1277035"/>
              <a:gd name="connsiteX10" fmla="*/ 0 w 9484942"/>
              <a:gd name="connsiteY10" fmla="*/ 1273013 h 1277035"/>
              <a:gd name="connsiteX11" fmla="*/ 15627 w 9484942"/>
              <a:gd name="connsiteY11" fmla="*/ 346954 h 1277035"/>
              <a:gd name="connsiteX0" fmla="*/ 15627 w 9484942"/>
              <a:gd name="connsiteY0" fmla="*/ 346954 h 1300002"/>
              <a:gd name="connsiteX1" fmla="*/ 2364982 w 9484942"/>
              <a:gd name="connsiteY1" fmla="*/ 302992 h 1300002"/>
              <a:gd name="connsiteX2" fmla="*/ 5134381 w 9484942"/>
              <a:gd name="connsiteY2" fmla="*/ 115678 h 1300002"/>
              <a:gd name="connsiteX3" fmla="*/ 7091448 w 9484942"/>
              <a:gd name="connsiteY3" fmla="*/ 647346 h 1300002"/>
              <a:gd name="connsiteX4" fmla="*/ 8564472 w 9484942"/>
              <a:gd name="connsiteY4" fmla="*/ 716768 h 1300002"/>
              <a:gd name="connsiteX5" fmla="*/ 9484942 w 9484942"/>
              <a:gd name="connsiteY5" fmla="*/ 346954 h 1300002"/>
              <a:gd name="connsiteX6" fmla="*/ 9476150 w 9484942"/>
              <a:gd name="connsiteY6" fmla="*/ 1252562 h 1300002"/>
              <a:gd name="connsiteX7" fmla="*/ 7260488 w 9484942"/>
              <a:gd name="connsiteY7" fmla="*/ 1243769 h 1300002"/>
              <a:gd name="connsiteX8" fmla="*/ 4833811 w 9484942"/>
              <a:gd name="connsiteY8" fmla="*/ 1270146 h 1300002"/>
              <a:gd name="connsiteX9" fmla="*/ 2779333 w 9484942"/>
              <a:gd name="connsiteY9" fmla="*/ 1300002 h 1300002"/>
              <a:gd name="connsiteX10" fmla="*/ 0 w 9484942"/>
              <a:gd name="connsiteY10" fmla="*/ 1273013 h 1300002"/>
              <a:gd name="connsiteX11" fmla="*/ 15627 w 9484942"/>
              <a:gd name="connsiteY11" fmla="*/ 346954 h 1300002"/>
              <a:gd name="connsiteX0" fmla="*/ 15627 w 9484942"/>
              <a:gd name="connsiteY0" fmla="*/ 346954 h 1346830"/>
              <a:gd name="connsiteX1" fmla="*/ 2364982 w 9484942"/>
              <a:gd name="connsiteY1" fmla="*/ 302992 h 1346830"/>
              <a:gd name="connsiteX2" fmla="*/ 5134381 w 9484942"/>
              <a:gd name="connsiteY2" fmla="*/ 115678 h 1346830"/>
              <a:gd name="connsiteX3" fmla="*/ 7091448 w 9484942"/>
              <a:gd name="connsiteY3" fmla="*/ 647346 h 1346830"/>
              <a:gd name="connsiteX4" fmla="*/ 8564472 w 9484942"/>
              <a:gd name="connsiteY4" fmla="*/ 716768 h 1346830"/>
              <a:gd name="connsiteX5" fmla="*/ 9484942 w 9484942"/>
              <a:gd name="connsiteY5" fmla="*/ 346954 h 1346830"/>
              <a:gd name="connsiteX6" fmla="*/ 9476150 w 9484942"/>
              <a:gd name="connsiteY6" fmla="*/ 1252562 h 1346830"/>
              <a:gd name="connsiteX7" fmla="*/ 7267323 w 9484942"/>
              <a:gd name="connsiteY7" fmla="*/ 1346830 h 1346830"/>
              <a:gd name="connsiteX8" fmla="*/ 4833811 w 9484942"/>
              <a:gd name="connsiteY8" fmla="*/ 1270146 h 1346830"/>
              <a:gd name="connsiteX9" fmla="*/ 2779333 w 9484942"/>
              <a:gd name="connsiteY9" fmla="*/ 1300002 h 1346830"/>
              <a:gd name="connsiteX10" fmla="*/ 0 w 9484942"/>
              <a:gd name="connsiteY10" fmla="*/ 1273013 h 1346830"/>
              <a:gd name="connsiteX11" fmla="*/ 15627 w 9484942"/>
              <a:gd name="connsiteY11" fmla="*/ 346954 h 1346830"/>
              <a:gd name="connsiteX0" fmla="*/ 15627 w 9484942"/>
              <a:gd name="connsiteY0" fmla="*/ 346954 h 1308182"/>
              <a:gd name="connsiteX1" fmla="*/ 2364982 w 9484942"/>
              <a:gd name="connsiteY1" fmla="*/ 302992 h 1308182"/>
              <a:gd name="connsiteX2" fmla="*/ 5134381 w 9484942"/>
              <a:gd name="connsiteY2" fmla="*/ 115678 h 1308182"/>
              <a:gd name="connsiteX3" fmla="*/ 7091448 w 9484942"/>
              <a:gd name="connsiteY3" fmla="*/ 647346 h 1308182"/>
              <a:gd name="connsiteX4" fmla="*/ 8564472 w 9484942"/>
              <a:gd name="connsiteY4" fmla="*/ 716768 h 1308182"/>
              <a:gd name="connsiteX5" fmla="*/ 9484942 w 9484942"/>
              <a:gd name="connsiteY5" fmla="*/ 346954 h 1308182"/>
              <a:gd name="connsiteX6" fmla="*/ 9476150 w 9484942"/>
              <a:gd name="connsiteY6" fmla="*/ 1252562 h 1308182"/>
              <a:gd name="connsiteX7" fmla="*/ 7246817 w 9484942"/>
              <a:gd name="connsiteY7" fmla="*/ 1308182 h 1308182"/>
              <a:gd name="connsiteX8" fmla="*/ 4833811 w 9484942"/>
              <a:gd name="connsiteY8" fmla="*/ 1270146 h 1308182"/>
              <a:gd name="connsiteX9" fmla="*/ 2779333 w 9484942"/>
              <a:gd name="connsiteY9" fmla="*/ 1300002 h 1308182"/>
              <a:gd name="connsiteX10" fmla="*/ 0 w 9484942"/>
              <a:gd name="connsiteY10" fmla="*/ 1273013 h 1308182"/>
              <a:gd name="connsiteX11" fmla="*/ 15627 w 9484942"/>
              <a:gd name="connsiteY11" fmla="*/ 346954 h 1308182"/>
              <a:gd name="connsiteX0" fmla="*/ 15627 w 9496987"/>
              <a:gd name="connsiteY0" fmla="*/ 346954 h 1316976"/>
              <a:gd name="connsiteX1" fmla="*/ 2364982 w 9496987"/>
              <a:gd name="connsiteY1" fmla="*/ 302992 h 1316976"/>
              <a:gd name="connsiteX2" fmla="*/ 5134381 w 9496987"/>
              <a:gd name="connsiteY2" fmla="*/ 115678 h 1316976"/>
              <a:gd name="connsiteX3" fmla="*/ 7091448 w 9496987"/>
              <a:gd name="connsiteY3" fmla="*/ 647346 h 1316976"/>
              <a:gd name="connsiteX4" fmla="*/ 8564472 w 9496987"/>
              <a:gd name="connsiteY4" fmla="*/ 716768 h 1316976"/>
              <a:gd name="connsiteX5" fmla="*/ 9484942 w 9496987"/>
              <a:gd name="connsiteY5" fmla="*/ 346954 h 1316976"/>
              <a:gd name="connsiteX6" fmla="*/ 9496656 w 9496987"/>
              <a:gd name="connsiteY6" fmla="*/ 1316976 h 1316976"/>
              <a:gd name="connsiteX7" fmla="*/ 7246817 w 9496987"/>
              <a:gd name="connsiteY7" fmla="*/ 1308182 h 1316976"/>
              <a:gd name="connsiteX8" fmla="*/ 4833811 w 9496987"/>
              <a:gd name="connsiteY8" fmla="*/ 1270146 h 1316976"/>
              <a:gd name="connsiteX9" fmla="*/ 2779333 w 9496987"/>
              <a:gd name="connsiteY9" fmla="*/ 1300002 h 1316976"/>
              <a:gd name="connsiteX10" fmla="*/ 0 w 9496987"/>
              <a:gd name="connsiteY10" fmla="*/ 1273013 h 1316976"/>
              <a:gd name="connsiteX11" fmla="*/ 15627 w 9496987"/>
              <a:gd name="connsiteY11" fmla="*/ 346954 h 131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96987" h="1316976">
                <a:moveTo>
                  <a:pt x="15627" y="346954"/>
                </a:moveTo>
                <a:cubicBezTo>
                  <a:pt x="677981" y="352815"/>
                  <a:pt x="1280597" y="-406254"/>
                  <a:pt x="2364982" y="302992"/>
                </a:cubicBezTo>
                <a:cubicBezTo>
                  <a:pt x="3590042" y="1000515"/>
                  <a:pt x="4346637" y="58286"/>
                  <a:pt x="5134381" y="115678"/>
                </a:cubicBezTo>
                <a:cubicBezTo>
                  <a:pt x="5922125" y="173070"/>
                  <a:pt x="6479894" y="562194"/>
                  <a:pt x="7091448" y="647346"/>
                </a:cubicBezTo>
                <a:cubicBezTo>
                  <a:pt x="7703002" y="732498"/>
                  <a:pt x="8165556" y="766833"/>
                  <a:pt x="8564472" y="716768"/>
                </a:cubicBezTo>
                <a:cubicBezTo>
                  <a:pt x="8963388" y="666703"/>
                  <a:pt x="9372868" y="242625"/>
                  <a:pt x="9484942" y="346954"/>
                </a:cubicBezTo>
                <a:cubicBezTo>
                  <a:pt x="9482011" y="648823"/>
                  <a:pt x="9499587" y="1015107"/>
                  <a:pt x="9496656" y="1316976"/>
                </a:cubicBezTo>
                <a:lnTo>
                  <a:pt x="7246817" y="1308182"/>
                </a:lnTo>
                <a:lnTo>
                  <a:pt x="4833811" y="1270146"/>
                </a:lnTo>
                <a:lnTo>
                  <a:pt x="2779333" y="1300002"/>
                </a:lnTo>
                <a:lnTo>
                  <a:pt x="0" y="1273013"/>
                </a:lnTo>
                <a:cubicBezTo>
                  <a:pt x="2931" y="988728"/>
                  <a:pt x="3903" y="648823"/>
                  <a:pt x="15627" y="346954"/>
                </a:cubicBezTo>
                <a:close/>
              </a:path>
            </a:pathLst>
          </a:custGeom>
          <a:gradFill flip="none" rotWithShape="1">
            <a:gsLst>
              <a:gs pos="0">
                <a:schemeClr val="accent4">
                  <a:lumMod val="20000"/>
                  <a:lumOff val="80000"/>
                </a:schemeClr>
              </a:gs>
              <a:gs pos="50000">
                <a:schemeClr val="bg1"/>
              </a:gs>
              <a:gs pos="100000">
                <a:schemeClr val="accent4">
                  <a:lumMod val="20000"/>
                  <a:lumOff val="80000"/>
                </a:schemeClr>
              </a:gs>
            </a:gsLst>
            <a:lin ang="0" scaled="1"/>
            <a:tileRect/>
          </a:gradFill>
          <a:ln w="15875">
            <a:solidFill>
              <a:schemeClr val="accent1">
                <a:alpha val="0"/>
              </a:schemeClr>
            </a:solid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Free-form: Shape 13">
            <a:extLst>
              <a:ext uri="{FF2B5EF4-FFF2-40B4-BE49-F238E27FC236}">
                <a16:creationId xmlns:a16="http://schemas.microsoft.com/office/drawing/2014/main" id="{59242A21-7A46-18F7-EA7C-13BC6DD60667}"/>
              </a:ext>
            </a:extLst>
          </p:cNvPr>
          <p:cNvSpPr/>
          <p:nvPr/>
        </p:nvSpPr>
        <p:spPr>
          <a:xfrm rot="10800000">
            <a:off x="-2090" y="-10376"/>
            <a:ext cx="12192000" cy="898826"/>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78107" h="1273677">
                <a:moveTo>
                  <a:pt x="8792" y="350485"/>
                </a:moveTo>
                <a:cubicBezTo>
                  <a:pt x="671146" y="356346"/>
                  <a:pt x="973014" y="-402723"/>
                  <a:pt x="2057399" y="306523"/>
                </a:cubicBezTo>
                <a:cubicBezTo>
                  <a:pt x="3282459" y="1004046"/>
                  <a:pt x="3979984" y="611323"/>
                  <a:pt x="4457699" y="376862"/>
                </a:cubicBezTo>
                <a:cubicBezTo>
                  <a:pt x="5723792" y="-223945"/>
                  <a:pt x="6216161" y="-7069"/>
                  <a:pt x="7016261" y="341693"/>
                </a:cubicBezTo>
                <a:cubicBezTo>
                  <a:pt x="8672145" y="977671"/>
                  <a:pt x="8657492" y="347554"/>
                  <a:pt x="9478107" y="350485"/>
                </a:cubicBezTo>
                <a:cubicBezTo>
                  <a:pt x="9475176" y="652354"/>
                  <a:pt x="9472246" y="954224"/>
                  <a:pt x="9469315" y="1256093"/>
                </a:cubicBezTo>
                <a:lnTo>
                  <a:pt x="7253653" y="1247300"/>
                </a:lnTo>
                <a:lnTo>
                  <a:pt x="4826976" y="1273677"/>
                </a:lnTo>
                <a:lnTo>
                  <a:pt x="2751992" y="1264885"/>
                </a:lnTo>
                <a:lnTo>
                  <a:pt x="0" y="1212131"/>
                </a:lnTo>
                <a:cubicBezTo>
                  <a:pt x="2931" y="927846"/>
                  <a:pt x="-2932" y="652354"/>
                  <a:pt x="8792" y="350485"/>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Shape 13">
            <a:extLst>
              <a:ext uri="{FF2B5EF4-FFF2-40B4-BE49-F238E27FC236}">
                <a16:creationId xmlns:a16="http://schemas.microsoft.com/office/drawing/2014/main" id="{F4AA6590-F0D8-22DD-ED57-A88257127BEA}"/>
              </a:ext>
            </a:extLst>
          </p:cNvPr>
          <p:cNvSpPr/>
          <p:nvPr/>
        </p:nvSpPr>
        <p:spPr>
          <a:xfrm rot="10800000">
            <a:off x="-26376" y="-237830"/>
            <a:ext cx="12218376" cy="965187"/>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8414099 w 9478107"/>
              <a:gd name="connsiteY4" fmla="*/ 797823 h 1273677"/>
              <a:gd name="connsiteX5" fmla="*/ 9478107 w 9478107"/>
              <a:gd name="connsiteY5" fmla="*/ 350485 h 1273677"/>
              <a:gd name="connsiteX6" fmla="*/ 9469315 w 9478107"/>
              <a:gd name="connsiteY6" fmla="*/ 1256093 h 1273677"/>
              <a:gd name="connsiteX7" fmla="*/ 7253653 w 9478107"/>
              <a:gd name="connsiteY7" fmla="*/ 1247300 h 1273677"/>
              <a:gd name="connsiteX8" fmla="*/ 4826976 w 9478107"/>
              <a:gd name="connsiteY8" fmla="*/ 1273677 h 1273677"/>
              <a:gd name="connsiteX9" fmla="*/ 2751992 w 9478107"/>
              <a:gd name="connsiteY9" fmla="*/ 1264885 h 1273677"/>
              <a:gd name="connsiteX10" fmla="*/ 0 w 9478107"/>
              <a:gd name="connsiteY10" fmla="*/ 1212131 h 1273677"/>
              <a:gd name="connsiteX11" fmla="*/ 8792 w 9478107"/>
              <a:gd name="connsiteY11" fmla="*/ 350485 h 1273677"/>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98612"/>
              <a:gd name="connsiteY0" fmla="*/ 463370 h 1386562"/>
              <a:gd name="connsiteX1" fmla="*/ 2057399 w 9498612"/>
              <a:gd name="connsiteY1" fmla="*/ 419408 h 1386562"/>
              <a:gd name="connsiteX2" fmla="*/ 4457699 w 9498612"/>
              <a:gd name="connsiteY2" fmla="*/ 489747 h 1386562"/>
              <a:gd name="connsiteX3" fmla="*/ 7009426 w 9498612"/>
              <a:gd name="connsiteY3" fmla="*/ 98357 h 1386562"/>
              <a:gd name="connsiteX4" fmla="*/ 8414099 w 9498612"/>
              <a:gd name="connsiteY4" fmla="*/ 910708 h 1386562"/>
              <a:gd name="connsiteX5" fmla="*/ 9498612 w 9498612"/>
              <a:gd name="connsiteY5" fmla="*/ 200892 h 1386562"/>
              <a:gd name="connsiteX6" fmla="*/ 9469315 w 9498612"/>
              <a:gd name="connsiteY6" fmla="*/ 1368978 h 1386562"/>
              <a:gd name="connsiteX7" fmla="*/ 7253653 w 9498612"/>
              <a:gd name="connsiteY7" fmla="*/ 1360185 h 1386562"/>
              <a:gd name="connsiteX8" fmla="*/ 4826976 w 9498612"/>
              <a:gd name="connsiteY8" fmla="*/ 1386562 h 1386562"/>
              <a:gd name="connsiteX9" fmla="*/ 2751992 w 9498612"/>
              <a:gd name="connsiteY9" fmla="*/ 1377770 h 1386562"/>
              <a:gd name="connsiteX10" fmla="*/ 0 w 9498612"/>
              <a:gd name="connsiteY10" fmla="*/ 1325016 h 1386562"/>
              <a:gd name="connsiteX11" fmla="*/ 8792 w 9498612"/>
              <a:gd name="connsiteY11" fmla="*/ 463370 h 1386562"/>
              <a:gd name="connsiteX0" fmla="*/ 8792 w 9498612"/>
              <a:gd name="connsiteY0" fmla="*/ 444298 h 1367490"/>
              <a:gd name="connsiteX1" fmla="*/ 2057399 w 9498612"/>
              <a:gd name="connsiteY1" fmla="*/ 400336 h 1367490"/>
              <a:gd name="connsiteX2" fmla="*/ 4320995 w 9498612"/>
              <a:gd name="connsiteY2" fmla="*/ 695656 h 1367490"/>
              <a:gd name="connsiteX3" fmla="*/ 7009426 w 9498612"/>
              <a:gd name="connsiteY3" fmla="*/ 79285 h 1367490"/>
              <a:gd name="connsiteX4" fmla="*/ 8414099 w 9498612"/>
              <a:gd name="connsiteY4" fmla="*/ 891636 h 1367490"/>
              <a:gd name="connsiteX5" fmla="*/ 9498612 w 9498612"/>
              <a:gd name="connsiteY5" fmla="*/ 181820 h 1367490"/>
              <a:gd name="connsiteX6" fmla="*/ 9469315 w 9498612"/>
              <a:gd name="connsiteY6" fmla="*/ 1349906 h 1367490"/>
              <a:gd name="connsiteX7" fmla="*/ 7253653 w 9498612"/>
              <a:gd name="connsiteY7" fmla="*/ 1341113 h 1367490"/>
              <a:gd name="connsiteX8" fmla="*/ 4826976 w 9498612"/>
              <a:gd name="connsiteY8" fmla="*/ 1367490 h 1367490"/>
              <a:gd name="connsiteX9" fmla="*/ 2751992 w 9498612"/>
              <a:gd name="connsiteY9" fmla="*/ 1358698 h 1367490"/>
              <a:gd name="connsiteX10" fmla="*/ 0 w 9498612"/>
              <a:gd name="connsiteY10" fmla="*/ 1305944 h 1367490"/>
              <a:gd name="connsiteX11" fmla="*/ 8792 w 9498612"/>
              <a:gd name="connsiteY11" fmla="*/ 444298 h 1367490"/>
              <a:gd name="connsiteX0" fmla="*/ 8792 w 9498612"/>
              <a:gd name="connsiteY0" fmla="*/ 428789 h 1351981"/>
              <a:gd name="connsiteX1" fmla="*/ 2057399 w 9498612"/>
              <a:gd name="connsiteY1" fmla="*/ 384827 h 1351981"/>
              <a:gd name="connsiteX2" fmla="*/ 3698995 w 9498612"/>
              <a:gd name="connsiteY2" fmla="*/ 961374 h 1351981"/>
              <a:gd name="connsiteX3" fmla="*/ 7009426 w 9498612"/>
              <a:gd name="connsiteY3" fmla="*/ 63776 h 1351981"/>
              <a:gd name="connsiteX4" fmla="*/ 8414099 w 9498612"/>
              <a:gd name="connsiteY4" fmla="*/ 876127 h 1351981"/>
              <a:gd name="connsiteX5" fmla="*/ 9498612 w 9498612"/>
              <a:gd name="connsiteY5" fmla="*/ 166311 h 1351981"/>
              <a:gd name="connsiteX6" fmla="*/ 9469315 w 9498612"/>
              <a:gd name="connsiteY6" fmla="*/ 1334397 h 1351981"/>
              <a:gd name="connsiteX7" fmla="*/ 7253653 w 9498612"/>
              <a:gd name="connsiteY7" fmla="*/ 1325604 h 1351981"/>
              <a:gd name="connsiteX8" fmla="*/ 4826976 w 9498612"/>
              <a:gd name="connsiteY8" fmla="*/ 1351981 h 1351981"/>
              <a:gd name="connsiteX9" fmla="*/ 2751992 w 9498612"/>
              <a:gd name="connsiteY9" fmla="*/ 1343189 h 1351981"/>
              <a:gd name="connsiteX10" fmla="*/ 0 w 9498612"/>
              <a:gd name="connsiteY10" fmla="*/ 1290435 h 1351981"/>
              <a:gd name="connsiteX11" fmla="*/ 8792 w 9498612"/>
              <a:gd name="connsiteY11" fmla="*/ 428789 h 1351981"/>
              <a:gd name="connsiteX0" fmla="*/ 8792 w 9498612"/>
              <a:gd name="connsiteY0" fmla="*/ 595005 h 1518197"/>
              <a:gd name="connsiteX1" fmla="*/ 2057399 w 9498612"/>
              <a:gd name="connsiteY1" fmla="*/ 551043 h 1518197"/>
              <a:gd name="connsiteX2" fmla="*/ 3698995 w 9498612"/>
              <a:gd name="connsiteY2" fmla="*/ 1127590 h 1518197"/>
              <a:gd name="connsiteX3" fmla="*/ 5386116 w 9498612"/>
              <a:gd name="connsiteY3" fmla="*/ 48678 h 1518197"/>
              <a:gd name="connsiteX4" fmla="*/ 7009426 w 9498612"/>
              <a:gd name="connsiteY4" fmla="*/ 229992 h 1518197"/>
              <a:gd name="connsiteX5" fmla="*/ 8414099 w 9498612"/>
              <a:gd name="connsiteY5" fmla="*/ 1042343 h 1518197"/>
              <a:gd name="connsiteX6" fmla="*/ 9498612 w 9498612"/>
              <a:gd name="connsiteY6" fmla="*/ 332527 h 1518197"/>
              <a:gd name="connsiteX7" fmla="*/ 9469315 w 9498612"/>
              <a:gd name="connsiteY7" fmla="*/ 1500613 h 1518197"/>
              <a:gd name="connsiteX8" fmla="*/ 7253653 w 9498612"/>
              <a:gd name="connsiteY8" fmla="*/ 1491820 h 1518197"/>
              <a:gd name="connsiteX9" fmla="*/ 4826976 w 9498612"/>
              <a:gd name="connsiteY9" fmla="*/ 1518197 h 1518197"/>
              <a:gd name="connsiteX10" fmla="*/ 2751992 w 9498612"/>
              <a:gd name="connsiteY10" fmla="*/ 1509405 h 1518197"/>
              <a:gd name="connsiteX11" fmla="*/ 0 w 9498612"/>
              <a:gd name="connsiteY11" fmla="*/ 1456651 h 1518197"/>
              <a:gd name="connsiteX12" fmla="*/ 8792 w 9498612"/>
              <a:gd name="connsiteY12" fmla="*/ 595005 h 1518197"/>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8612" h="1552908">
                <a:moveTo>
                  <a:pt x="8792" y="629716"/>
                </a:moveTo>
                <a:cubicBezTo>
                  <a:pt x="671146" y="635577"/>
                  <a:pt x="973014" y="-123492"/>
                  <a:pt x="2057399" y="585754"/>
                </a:cubicBezTo>
                <a:cubicBezTo>
                  <a:pt x="3282459" y="1283277"/>
                  <a:pt x="3144209" y="1246028"/>
                  <a:pt x="3698995" y="1162301"/>
                </a:cubicBezTo>
                <a:cubicBezTo>
                  <a:pt x="4253781" y="1078574"/>
                  <a:pt x="4834377" y="232989"/>
                  <a:pt x="5386116" y="83389"/>
                </a:cubicBezTo>
                <a:cubicBezTo>
                  <a:pt x="5937855" y="-66211"/>
                  <a:pt x="6463751" y="-19649"/>
                  <a:pt x="7009426" y="264703"/>
                </a:cubicBezTo>
                <a:cubicBezTo>
                  <a:pt x="7646042" y="612966"/>
                  <a:pt x="8003791" y="1075589"/>
                  <a:pt x="8414099" y="1077054"/>
                </a:cubicBezTo>
                <a:cubicBezTo>
                  <a:pt x="8824407" y="1078519"/>
                  <a:pt x="9320464" y="250238"/>
                  <a:pt x="9498612" y="367238"/>
                </a:cubicBezTo>
                <a:cubicBezTo>
                  <a:pt x="9495681" y="669107"/>
                  <a:pt x="9472246" y="1233455"/>
                  <a:pt x="9469315" y="1535324"/>
                </a:cubicBezTo>
                <a:lnTo>
                  <a:pt x="7253653" y="1526531"/>
                </a:lnTo>
                <a:lnTo>
                  <a:pt x="4826976" y="1552908"/>
                </a:lnTo>
                <a:lnTo>
                  <a:pt x="2751992" y="1544116"/>
                </a:lnTo>
                <a:lnTo>
                  <a:pt x="0" y="1491362"/>
                </a:lnTo>
                <a:cubicBezTo>
                  <a:pt x="2931" y="1207077"/>
                  <a:pt x="-2932" y="931585"/>
                  <a:pt x="8792" y="629716"/>
                </a:cubicBezTo>
                <a:close/>
              </a:path>
            </a:pathLst>
          </a:custGeom>
          <a:gradFill>
            <a:gsLst>
              <a:gs pos="0">
                <a:srgbClr val="EFFCFF"/>
              </a:gs>
              <a:gs pos="50000">
                <a:schemeClr val="accent4">
                  <a:lumMod val="40000"/>
                  <a:lumOff val="60000"/>
                </a:schemeClr>
              </a:gs>
              <a:gs pos="100000">
                <a:schemeClr val="bg1"/>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hteck 17">
            <a:extLst>
              <a:ext uri="{FF2B5EF4-FFF2-40B4-BE49-F238E27FC236}">
                <a16:creationId xmlns:a16="http://schemas.microsoft.com/office/drawing/2014/main" id="{0F413404-13D4-6412-411C-C04E3A756749}"/>
              </a:ext>
            </a:extLst>
          </p:cNvPr>
          <p:cNvSpPr/>
          <p:nvPr/>
        </p:nvSpPr>
        <p:spPr>
          <a:xfrm>
            <a:off x="-7747" y="6538183"/>
            <a:ext cx="12207494" cy="319817"/>
          </a:xfrm>
          <a:prstGeom prst="rect">
            <a:avLst/>
          </a:prstGeom>
          <a:solidFill>
            <a:srgbClr val="8ECE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6" name="Straight Connector 5">
            <a:extLst>
              <a:ext uri="{FF2B5EF4-FFF2-40B4-BE49-F238E27FC236}">
                <a16:creationId xmlns:a16="http://schemas.microsoft.com/office/drawing/2014/main" id="{9CB54AB6-8A88-1136-3EFD-86057EF72137}"/>
              </a:ext>
            </a:extLst>
          </p:cNvPr>
          <p:cNvCxnSpPr/>
          <p:nvPr/>
        </p:nvCxnSpPr>
        <p:spPr>
          <a:xfrm>
            <a:off x="484418" y="1171879"/>
            <a:ext cx="11218984"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B8B79BB5-F40F-1D1D-0CD5-F61223D41496}"/>
              </a:ext>
            </a:extLst>
          </p:cNvPr>
          <p:cNvSpPr txBox="1"/>
          <p:nvPr/>
        </p:nvSpPr>
        <p:spPr>
          <a:xfrm>
            <a:off x="412716" y="6565449"/>
            <a:ext cx="1000125" cy="276999"/>
          </a:xfrm>
          <a:prstGeom prst="rect">
            <a:avLst/>
          </a:prstGeom>
          <a:noFill/>
        </p:spPr>
        <p:txBody>
          <a:bodyPr wrap="square" rtlCol="0">
            <a:spAutoFit/>
          </a:bodyPr>
          <a:lstStyle/>
          <a:p>
            <a:r>
              <a:rPr lang="en-US" sz="1200" dirty="0">
                <a:solidFill>
                  <a:schemeClr val="bg1"/>
                </a:solidFill>
              </a:rPr>
              <a:t>25/11/2025</a:t>
            </a:r>
          </a:p>
        </p:txBody>
      </p:sp>
      <p:sp>
        <p:nvSpPr>
          <p:cNvPr id="14" name="Slide Number Placeholder 5">
            <a:extLst>
              <a:ext uri="{FF2B5EF4-FFF2-40B4-BE49-F238E27FC236}">
                <a16:creationId xmlns:a16="http://schemas.microsoft.com/office/drawing/2014/main" id="{65BA4BB8-3F22-F9EA-D25E-727719E5DF0D}"/>
              </a:ext>
            </a:extLst>
          </p:cNvPr>
          <p:cNvSpPr txBox="1">
            <a:spLocks/>
          </p:cNvSpPr>
          <p:nvPr/>
        </p:nvSpPr>
        <p:spPr>
          <a:xfrm>
            <a:off x="1833304" y="6515527"/>
            <a:ext cx="287215"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13F6232-4F06-48BA-8F69-BF531F607829}" type="slidenum">
              <a:rPr lang="en-GB" sz="1400" smtClean="0">
                <a:solidFill>
                  <a:schemeClr val="bg1"/>
                </a:solidFill>
              </a:rPr>
              <a:pPr/>
              <a:t>3</a:t>
            </a:fld>
            <a:endParaRPr lang="en-GB" sz="1400" dirty="0">
              <a:solidFill>
                <a:schemeClr val="bg1"/>
              </a:solidFill>
            </a:endParaRPr>
          </a:p>
        </p:txBody>
      </p:sp>
      <p:sp>
        <p:nvSpPr>
          <p:cNvPr id="16" name="TextBox 15">
            <a:extLst>
              <a:ext uri="{FF2B5EF4-FFF2-40B4-BE49-F238E27FC236}">
                <a16:creationId xmlns:a16="http://schemas.microsoft.com/office/drawing/2014/main" id="{7188BC5F-AD6B-0BFD-8145-2C691A0D105E}"/>
              </a:ext>
            </a:extLst>
          </p:cNvPr>
          <p:cNvSpPr txBox="1"/>
          <p:nvPr/>
        </p:nvSpPr>
        <p:spPr>
          <a:xfrm>
            <a:off x="9172575" y="6542216"/>
            <a:ext cx="2787685" cy="276999"/>
          </a:xfrm>
          <a:prstGeom prst="rect">
            <a:avLst/>
          </a:prstGeom>
          <a:noFill/>
        </p:spPr>
        <p:txBody>
          <a:bodyPr wrap="square" rtlCol="0">
            <a:spAutoFit/>
          </a:bodyPr>
          <a:lstStyle/>
          <a:p>
            <a:r>
              <a:rPr lang="en-US" sz="1200" dirty="0">
                <a:solidFill>
                  <a:schemeClr val="bg1"/>
                </a:solidFill>
              </a:rPr>
              <a:t>Load &amp; Dynamics Team/ Optimus Syria</a:t>
            </a:r>
          </a:p>
        </p:txBody>
      </p:sp>
      <p:sp>
        <p:nvSpPr>
          <p:cNvPr id="7" name="Title 6">
            <a:extLst>
              <a:ext uri="{FF2B5EF4-FFF2-40B4-BE49-F238E27FC236}">
                <a16:creationId xmlns:a16="http://schemas.microsoft.com/office/drawing/2014/main" id="{2C20E2D1-B8F9-295C-5F3E-269F0C17CE24}"/>
              </a:ext>
            </a:extLst>
          </p:cNvPr>
          <p:cNvSpPr>
            <a:spLocks noGrp="1"/>
          </p:cNvSpPr>
          <p:nvPr>
            <p:ph type="title"/>
          </p:nvPr>
        </p:nvSpPr>
        <p:spPr>
          <a:xfrm>
            <a:off x="475626" y="363628"/>
            <a:ext cx="10515600" cy="937132"/>
          </a:xfrm>
        </p:spPr>
        <p:txBody>
          <a:bodyPr>
            <a:normAutofit/>
          </a:bodyPr>
          <a:lstStyle/>
          <a:p>
            <a:r>
              <a:rPr lang="en-US" dirty="0"/>
              <a:t>DLC 7.1 Parked plus fault conditions</a:t>
            </a:r>
          </a:p>
        </p:txBody>
      </p:sp>
      <p:sp>
        <p:nvSpPr>
          <p:cNvPr id="3" name="TextBox 2">
            <a:extLst>
              <a:ext uri="{FF2B5EF4-FFF2-40B4-BE49-F238E27FC236}">
                <a16:creationId xmlns:a16="http://schemas.microsoft.com/office/drawing/2014/main" id="{21AA9557-5815-05F1-D6CD-78B10B62A90E}"/>
              </a:ext>
            </a:extLst>
          </p:cNvPr>
          <p:cNvSpPr txBox="1"/>
          <p:nvPr/>
        </p:nvSpPr>
        <p:spPr>
          <a:xfrm>
            <a:off x="4629394" y="6576994"/>
            <a:ext cx="2887161" cy="461665"/>
          </a:xfrm>
          <a:prstGeom prst="rect">
            <a:avLst/>
          </a:prstGeom>
          <a:noFill/>
        </p:spPr>
        <p:txBody>
          <a:bodyPr wrap="square" rtlCol="0">
            <a:spAutoFit/>
          </a:bodyPr>
          <a:lstStyle/>
          <a:p>
            <a:pPr algn="ctr"/>
            <a:r>
              <a:rPr lang="en-US" sz="1200" dirty="0">
                <a:solidFill>
                  <a:schemeClr val="bg1"/>
                </a:solidFill>
              </a:rPr>
              <a:t>Paresh </a:t>
            </a:r>
            <a:r>
              <a:rPr lang="en-US" sz="1200" dirty="0" err="1">
                <a:solidFill>
                  <a:schemeClr val="bg1"/>
                </a:solidFill>
              </a:rPr>
              <a:t>Nakum</a:t>
            </a:r>
            <a:endParaRPr lang="en-US" sz="1200" dirty="0">
              <a:solidFill>
                <a:schemeClr val="bg1"/>
              </a:solidFill>
            </a:endParaRPr>
          </a:p>
          <a:p>
            <a:pPr algn="ctr"/>
            <a:endParaRPr lang="en-US" sz="1200" dirty="0"/>
          </a:p>
        </p:txBody>
      </p:sp>
      <p:pic>
        <p:nvPicPr>
          <p:cNvPr id="4" name="Picture 3" descr="A white grid with black text&#10;&#10;AI-generated content may be incorrect.">
            <a:extLst>
              <a:ext uri="{FF2B5EF4-FFF2-40B4-BE49-F238E27FC236}">
                <a16:creationId xmlns:a16="http://schemas.microsoft.com/office/drawing/2014/main" id="{53AF1F53-7F4F-2117-FF20-86D9222362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3755" y="1300759"/>
            <a:ext cx="4445437" cy="2012711"/>
          </a:xfrm>
          <a:prstGeom prst="rect">
            <a:avLst/>
          </a:prstGeom>
        </p:spPr>
      </p:pic>
      <p:cxnSp>
        <p:nvCxnSpPr>
          <p:cNvPr id="19" name="Straight Arrow Connector 18">
            <a:extLst>
              <a:ext uri="{FF2B5EF4-FFF2-40B4-BE49-F238E27FC236}">
                <a16:creationId xmlns:a16="http://schemas.microsoft.com/office/drawing/2014/main" id="{63AE5796-B989-B435-3820-27564EE00340}"/>
              </a:ext>
            </a:extLst>
          </p:cNvPr>
          <p:cNvCxnSpPr>
            <a:cxnSpLocks/>
          </p:cNvCxnSpPr>
          <p:nvPr/>
        </p:nvCxnSpPr>
        <p:spPr>
          <a:xfrm>
            <a:off x="3834581" y="2566219"/>
            <a:ext cx="226141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9C9204FF-BE6B-49B3-F7B4-588E8F68A87D}"/>
              </a:ext>
            </a:extLst>
          </p:cNvPr>
          <p:cNvSpPr txBox="1"/>
          <p:nvPr/>
        </p:nvSpPr>
        <p:spPr>
          <a:xfrm>
            <a:off x="6156874" y="2304362"/>
            <a:ext cx="2234971" cy="369332"/>
          </a:xfrm>
          <a:prstGeom prst="rect">
            <a:avLst/>
          </a:prstGeom>
          <a:noFill/>
        </p:spPr>
        <p:txBody>
          <a:bodyPr wrap="none" rtlCol="0">
            <a:spAutoFit/>
          </a:bodyPr>
          <a:lstStyle/>
          <a:p>
            <a:r>
              <a:rPr lang="en-US" dirty="0"/>
              <a:t>Extreme Wind Model</a:t>
            </a:r>
          </a:p>
        </p:txBody>
      </p:sp>
      <p:sp>
        <p:nvSpPr>
          <p:cNvPr id="26" name="TextBox 25">
            <a:extLst>
              <a:ext uri="{FF2B5EF4-FFF2-40B4-BE49-F238E27FC236}">
                <a16:creationId xmlns:a16="http://schemas.microsoft.com/office/drawing/2014/main" id="{B4872D99-5E37-ADE5-1EAE-2B4919DCC136}"/>
              </a:ext>
            </a:extLst>
          </p:cNvPr>
          <p:cNvSpPr txBox="1"/>
          <p:nvPr/>
        </p:nvSpPr>
        <p:spPr>
          <a:xfrm>
            <a:off x="912778" y="5306611"/>
            <a:ext cx="10605467" cy="646331"/>
          </a:xfrm>
          <a:prstGeom prst="rect">
            <a:avLst/>
          </a:prstGeom>
          <a:noFill/>
        </p:spPr>
        <p:txBody>
          <a:bodyPr wrap="square">
            <a:spAutoFit/>
          </a:bodyPr>
          <a:lstStyle/>
          <a:p>
            <a:r>
              <a:rPr lang="en-US" dirty="0"/>
              <a:t>Faults leading to a </a:t>
            </a:r>
            <a:r>
              <a:rPr lang="en-US" b="1" dirty="0"/>
              <a:t>non-stand-by state</a:t>
            </a:r>
            <a:r>
              <a:rPr lang="en-US" dirty="0"/>
              <a:t> (parked or idling) must be analyzed for consequences e.g. failure of pitch system, brake system or yaw system.</a:t>
            </a:r>
          </a:p>
        </p:txBody>
      </p:sp>
      <p:sp>
        <p:nvSpPr>
          <p:cNvPr id="27" name="Arrow: Down 26">
            <a:extLst>
              <a:ext uri="{FF2B5EF4-FFF2-40B4-BE49-F238E27FC236}">
                <a16:creationId xmlns:a16="http://schemas.microsoft.com/office/drawing/2014/main" id="{9AEEE9A4-BB3A-4991-EC04-44C5E1505E67}"/>
              </a:ext>
            </a:extLst>
          </p:cNvPr>
          <p:cNvSpPr/>
          <p:nvPr/>
        </p:nvSpPr>
        <p:spPr>
          <a:xfrm>
            <a:off x="4532670" y="3336126"/>
            <a:ext cx="1754814" cy="190745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What does  it Covers</a:t>
            </a:r>
          </a:p>
        </p:txBody>
      </p:sp>
      <p:sp>
        <p:nvSpPr>
          <p:cNvPr id="5" name="TextBox 4">
            <a:extLst>
              <a:ext uri="{FF2B5EF4-FFF2-40B4-BE49-F238E27FC236}">
                <a16:creationId xmlns:a16="http://schemas.microsoft.com/office/drawing/2014/main" id="{1050B434-D5F1-2D3F-F88A-FC63A068D31A}"/>
              </a:ext>
            </a:extLst>
          </p:cNvPr>
          <p:cNvSpPr txBox="1"/>
          <p:nvPr/>
        </p:nvSpPr>
        <p:spPr>
          <a:xfrm>
            <a:off x="6188677" y="2617042"/>
            <a:ext cx="3481104" cy="646331"/>
          </a:xfrm>
          <a:prstGeom prst="rect">
            <a:avLst/>
          </a:prstGeom>
          <a:noFill/>
        </p:spPr>
        <p:txBody>
          <a:bodyPr wrap="square" rtlCol="0">
            <a:spAutoFit/>
          </a:bodyPr>
          <a:lstStyle/>
          <a:p>
            <a:r>
              <a:rPr lang="en-US" dirty="0"/>
              <a:t>1-year storm event with 34.0 m/s according to IEC class II-A</a:t>
            </a:r>
          </a:p>
        </p:txBody>
      </p:sp>
      <p:cxnSp>
        <p:nvCxnSpPr>
          <p:cNvPr id="12" name="Straight Arrow Connector 11">
            <a:extLst>
              <a:ext uri="{FF2B5EF4-FFF2-40B4-BE49-F238E27FC236}">
                <a16:creationId xmlns:a16="http://schemas.microsoft.com/office/drawing/2014/main" id="{2D09DD9D-CA98-D471-DD55-B5D6B64352AD}"/>
              </a:ext>
            </a:extLst>
          </p:cNvPr>
          <p:cNvCxnSpPr/>
          <p:nvPr/>
        </p:nvCxnSpPr>
        <p:spPr>
          <a:xfrm>
            <a:off x="4247535" y="2762865"/>
            <a:ext cx="184846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28187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B0BD9-DCF0-C18F-CBB5-2240AFCB3A0A}"/>
            </a:ext>
          </a:extLst>
        </p:cNvPr>
        <p:cNvGrpSpPr/>
        <p:nvPr/>
      </p:nvGrpSpPr>
      <p:grpSpPr>
        <a:xfrm>
          <a:off x="0" y="0"/>
          <a:ext cx="0" cy="0"/>
          <a:chOff x="0" y="0"/>
          <a:chExt cx="0" cy="0"/>
        </a:xfrm>
      </p:grpSpPr>
      <p:sp>
        <p:nvSpPr>
          <p:cNvPr id="11" name="Free-form: Shape 13">
            <a:extLst>
              <a:ext uri="{FF2B5EF4-FFF2-40B4-BE49-F238E27FC236}">
                <a16:creationId xmlns:a16="http://schemas.microsoft.com/office/drawing/2014/main" id="{B159757D-E8D1-CE00-CF03-A7F07B520892}"/>
              </a:ext>
            </a:extLst>
          </p:cNvPr>
          <p:cNvSpPr/>
          <p:nvPr/>
        </p:nvSpPr>
        <p:spPr>
          <a:xfrm rot="10800000">
            <a:off x="-35168" y="277945"/>
            <a:ext cx="12216286" cy="898824"/>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46954 h 1270146"/>
              <a:gd name="connsiteX1" fmla="*/ 2358147 w 9478107"/>
              <a:gd name="connsiteY1" fmla="*/ 302992 h 1270146"/>
              <a:gd name="connsiteX2" fmla="*/ 4457699 w 9478107"/>
              <a:gd name="connsiteY2" fmla="*/ 373331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72464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755857 w 9478107"/>
              <a:gd name="connsiteY4" fmla="*/ 446231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557637 w 9478107"/>
              <a:gd name="connsiteY4" fmla="*/ 716768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15627 w 9484942"/>
              <a:gd name="connsiteY0" fmla="*/ 346954 h 1277035"/>
              <a:gd name="connsiteX1" fmla="*/ 2364982 w 9484942"/>
              <a:gd name="connsiteY1" fmla="*/ 302992 h 1277035"/>
              <a:gd name="connsiteX2" fmla="*/ 5134381 w 9484942"/>
              <a:gd name="connsiteY2" fmla="*/ 115678 h 1277035"/>
              <a:gd name="connsiteX3" fmla="*/ 7091448 w 9484942"/>
              <a:gd name="connsiteY3" fmla="*/ 647346 h 1277035"/>
              <a:gd name="connsiteX4" fmla="*/ 8564472 w 9484942"/>
              <a:gd name="connsiteY4" fmla="*/ 716768 h 1277035"/>
              <a:gd name="connsiteX5" fmla="*/ 9484942 w 9484942"/>
              <a:gd name="connsiteY5" fmla="*/ 346954 h 1277035"/>
              <a:gd name="connsiteX6" fmla="*/ 9476150 w 9484942"/>
              <a:gd name="connsiteY6" fmla="*/ 1252562 h 1277035"/>
              <a:gd name="connsiteX7" fmla="*/ 7260488 w 9484942"/>
              <a:gd name="connsiteY7" fmla="*/ 1243769 h 1277035"/>
              <a:gd name="connsiteX8" fmla="*/ 4833811 w 9484942"/>
              <a:gd name="connsiteY8" fmla="*/ 1270146 h 1277035"/>
              <a:gd name="connsiteX9" fmla="*/ 2758827 w 9484942"/>
              <a:gd name="connsiteY9" fmla="*/ 1261354 h 1277035"/>
              <a:gd name="connsiteX10" fmla="*/ 0 w 9484942"/>
              <a:gd name="connsiteY10" fmla="*/ 1273013 h 1277035"/>
              <a:gd name="connsiteX11" fmla="*/ 15627 w 9484942"/>
              <a:gd name="connsiteY11" fmla="*/ 346954 h 1277035"/>
              <a:gd name="connsiteX0" fmla="*/ 15627 w 9484942"/>
              <a:gd name="connsiteY0" fmla="*/ 346954 h 1300002"/>
              <a:gd name="connsiteX1" fmla="*/ 2364982 w 9484942"/>
              <a:gd name="connsiteY1" fmla="*/ 302992 h 1300002"/>
              <a:gd name="connsiteX2" fmla="*/ 5134381 w 9484942"/>
              <a:gd name="connsiteY2" fmla="*/ 115678 h 1300002"/>
              <a:gd name="connsiteX3" fmla="*/ 7091448 w 9484942"/>
              <a:gd name="connsiteY3" fmla="*/ 647346 h 1300002"/>
              <a:gd name="connsiteX4" fmla="*/ 8564472 w 9484942"/>
              <a:gd name="connsiteY4" fmla="*/ 716768 h 1300002"/>
              <a:gd name="connsiteX5" fmla="*/ 9484942 w 9484942"/>
              <a:gd name="connsiteY5" fmla="*/ 346954 h 1300002"/>
              <a:gd name="connsiteX6" fmla="*/ 9476150 w 9484942"/>
              <a:gd name="connsiteY6" fmla="*/ 1252562 h 1300002"/>
              <a:gd name="connsiteX7" fmla="*/ 7260488 w 9484942"/>
              <a:gd name="connsiteY7" fmla="*/ 1243769 h 1300002"/>
              <a:gd name="connsiteX8" fmla="*/ 4833811 w 9484942"/>
              <a:gd name="connsiteY8" fmla="*/ 1270146 h 1300002"/>
              <a:gd name="connsiteX9" fmla="*/ 2779333 w 9484942"/>
              <a:gd name="connsiteY9" fmla="*/ 1300002 h 1300002"/>
              <a:gd name="connsiteX10" fmla="*/ 0 w 9484942"/>
              <a:gd name="connsiteY10" fmla="*/ 1273013 h 1300002"/>
              <a:gd name="connsiteX11" fmla="*/ 15627 w 9484942"/>
              <a:gd name="connsiteY11" fmla="*/ 346954 h 1300002"/>
              <a:gd name="connsiteX0" fmla="*/ 15627 w 9484942"/>
              <a:gd name="connsiteY0" fmla="*/ 346954 h 1346830"/>
              <a:gd name="connsiteX1" fmla="*/ 2364982 w 9484942"/>
              <a:gd name="connsiteY1" fmla="*/ 302992 h 1346830"/>
              <a:gd name="connsiteX2" fmla="*/ 5134381 w 9484942"/>
              <a:gd name="connsiteY2" fmla="*/ 115678 h 1346830"/>
              <a:gd name="connsiteX3" fmla="*/ 7091448 w 9484942"/>
              <a:gd name="connsiteY3" fmla="*/ 647346 h 1346830"/>
              <a:gd name="connsiteX4" fmla="*/ 8564472 w 9484942"/>
              <a:gd name="connsiteY4" fmla="*/ 716768 h 1346830"/>
              <a:gd name="connsiteX5" fmla="*/ 9484942 w 9484942"/>
              <a:gd name="connsiteY5" fmla="*/ 346954 h 1346830"/>
              <a:gd name="connsiteX6" fmla="*/ 9476150 w 9484942"/>
              <a:gd name="connsiteY6" fmla="*/ 1252562 h 1346830"/>
              <a:gd name="connsiteX7" fmla="*/ 7267323 w 9484942"/>
              <a:gd name="connsiteY7" fmla="*/ 1346830 h 1346830"/>
              <a:gd name="connsiteX8" fmla="*/ 4833811 w 9484942"/>
              <a:gd name="connsiteY8" fmla="*/ 1270146 h 1346830"/>
              <a:gd name="connsiteX9" fmla="*/ 2779333 w 9484942"/>
              <a:gd name="connsiteY9" fmla="*/ 1300002 h 1346830"/>
              <a:gd name="connsiteX10" fmla="*/ 0 w 9484942"/>
              <a:gd name="connsiteY10" fmla="*/ 1273013 h 1346830"/>
              <a:gd name="connsiteX11" fmla="*/ 15627 w 9484942"/>
              <a:gd name="connsiteY11" fmla="*/ 346954 h 1346830"/>
              <a:gd name="connsiteX0" fmla="*/ 15627 w 9484942"/>
              <a:gd name="connsiteY0" fmla="*/ 346954 h 1308182"/>
              <a:gd name="connsiteX1" fmla="*/ 2364982 w 9484942"/>
              <a:gd name="connsiteY1" fmla="*/ 302992 h 1308182"/>
              <a:gd name="connsiteX2" fmla="*/ 5134381 w 9484942"/>
              <a:gd name="connsiteY2" fmla="*/ 115678 h 1308182"/>
              <a:gd name="connsiteX3" fmla="*/ 7091448 w 9484942"/>
              <a:gd name="connsiteY3" fmla="*/ 647346 h 1308182"/>
              <a:gd name="connsiteX4" fmla="*/ 8564472 w 9484942"/>
              <a:gd name="connsiteY4" fmla="*/ 716768 h 1308182"/>
              <a:gd name="connsiteX5" fmla="*/ 9484942 w 9484942"/>
              <a:gd name="connsiteY5" fmla="*/ 346954 h 1308182"/>
              <a:gd name="connsiteX6" fmla="*/ 9476150 w 9484942"/>
              <a:gd name="connsiteY6" fmla="*/ 1252562 h 1308182"/>
              <a:gd name="connsiteX7" fmla="*/ 7246817 w 9484942"/>
              <a:gd name="connsiteY7" fmla="*/ 1308182 h 1308182"/>
              <a:gd name="connsiteX8" fmla="*/ 4833811 w 9484942"/>
              <a:gd name="connsiteY8" fmla="*/ 1270146 h 1308182"/>
              <a:gd name="connsiteX9" fmla="*/ 2779333 w 9484942"/>
              <a:gd name="connsiteY9" fmla="*/ 1300002 h 1308182"/>
              <a:gd name="connsiteX10" fmla="*/ 0 w 9484942"/>
              <a:gd name="connsiteY10" fmla="*/ 1273013 h 1308182"/>
              <a:gd name="connsiteX11" fmla="*/ 15627 w 9484942"/>
              <a:gd name="connsiteY11" fmla="*/ 346954 h 1308182"/>
              <a:gd name="connsiteX0" fmla="*/ 15627 w 9496987"/>
              <a:gd name="connsiteY0" fmla="*/ 346954 h 1316976"/>
              <a:gd name="connsiteX1" fmla="*/ 2364982 w 9496987"/>
              <a:gd name="connsiteY1" fmla="*/ 302992 h 1316976"/>
              <a:gd name="connsiteX2" fmla="*/ 5134381 w 9496987"/>
              <a:gd name="connsiteY2" fmla="*/ 115678 h 1316976"/>
              <a:gd name="connsiteX3" fmla="*/ 7091448 w 9496987"/>
              <a:gd name="connsiteY3" fmla="*/ 647346 h 1316976"/>
              <a:gd name="connsiteX4" fmla="*/ 8564472 w 9496987"/>
              <a:gd name="connsiteY4" fmla="*/ 716768 h 1316976"/>
              <a:gd name="connsiteX5" fmla="*/ 9484942 w 9496987"/>
              <a:gd name="connsiteY5" fmla="*/ 346954 h 1316976"/>
              <a:gd name="connsiteX6" fmla="*/ 9496656 w 9496987"/>
              <a:gd name="connsiteY6" fmla="*/ 1316976 h 1316976"/>
              <a:gd name="connsiteX7" fmla="*/ 7246817 w 9496987"/>
              <a:gd name="connsiteY7" fmla="*/ 1308182 h 1316976"/>
              <a:gd name="connsiteX8" fmla="*/ 4833811 w 9496987"/>
              <a:gd name="connsiteY8" fmla="*/ 1270146 h 1316976"/>
              <a:gd name="connsiteX9" fmla="*/ 2779333 w 9496987"/>
              <a:gd name="connsiteY9" fmla="*/ 1300002 h 1316976"/>
              <a:gd name="connsiteX10" fmla="*/ 0 w 9496987"/>
              <a:gd name="connsiteY10" fmla="*/ 1273013 h 1316976"/>
              <a:gd name="connsiteX11" fmla="*/ 15627 w 9496987"/>
              <a:gd name="connsiteY11" fmla="*/ 346954 h 131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96987" h="1316976">
                <a:moveTo>
                  <a:pt x="15627" y="346954"/>
                </a:moveTo>
                <a:cubicBezTo>
                  <a:pt x="677981" y="352815"/>
                  <a:pt x="1280597" y="-406254"/>
                  <a:pt x="2364982" y="302992"/>
                </a:cubicBezTo>
                <a:cubicBezTo>
                  <a:pt x="3590042" y="1000515"/>
                  <a:pt x="4346637" y="58286"/>
                  <a:pt x="5134381" y="115678"/>
                </a:cubicBezTo>
                <a:cubicBezTo>
                  <a:pt x="5922125" y="173070"/>
                  <a:pt x="6479894" y="562194"/>
                  <a:pt x="7091448" y="647346"/>
                </a:cubicBezTo>
                <a:cubicBezTo>
                  <a:pt x="7703002" y="732498"/>
                  <a:pt x="8165556" y="766833"/>
                  <a:pt x="8564472" y="716768"/>
                </a:cubicBezTo>
                <a:cubicBezTo>
                  <a:pt x="8963388" y="666703"/>
                  <a:pt x="9372868" y="242625"/>
                  <a:pt x="9484942" y="346954"/>
                </a:cubicBezTo>
                <a:cubicBezTo>
                  <a:pt x="9482011" y="648823"/>
                  <a:pt x="9499587" y="1015107"/>
                  <a:pt x="9496656" y="1316976"/>
                </a:cubicBezTo>
                <a:lnTo>
                  <a:pt x="7246817" y="1308182"/>
                </a:lnTo>
                <a:lnTo>
                  <a:pt x="4833811" y="1270146"/>
                </a:lnTo>
                <a:lnTo>
                  <a:pt x="2779333" y="1300002"/>
                </a:lnTo>
                <a:lnTo>
                  <a:pt x="0" y="1273013"/>
                </a:lnTo>
                <a:cubicBezTo>
                  <a:pt x="2931" y="988728"/>
                  <a:pt x="3903" y="648823"/>
                  <a:pt x="15627" y="346954"/>
                </a:cubicBezTo>
                <a:close/>
              </a:path>
            </a:pathLst>
          </a:custGeom>
          <a:gradFill flip="none" rotWithShape="1">
            <a:gsLst>
              <a:gs pos="0">
                <a:schemeClr val="accent4">
                  <a:lumMod val="20000"/>
                  <a:lumOff val="80000"/>
                </a:schemeClr>
              </a:gs>
              <a:gs pos="50000">
                <a:schemeClr val="bg1"/>
              </a:gs>
              <a:gs pos="100000">
                <a:schemeClr val="accent4">
                  <a:lumMod val="20000"/>
                  <a:lumOff val="80000"/>
                </a:schemeClr>
              </a:gs>
            </a:gsLst>
            <a:lin ang="0" scaled="1"/>
            <a:tileRect/>
          </a:gradFill>
          <a:ln w="15875">
            <a:solidFill>
              <a:schemeClr val="accent1">
                <a:alpha val="0"/>
              </a:schemeClr>
            </a:solid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Free-form: Shape 13">
            <a:extLst>
              <a:ext uri="{FF2B5EF4-FFF2-40B4-BE49-F238E27FC236}">
                <a16:creationId xmlns:a16="http://schemas.microsoft.com/office/drawing/2014/main" id="{D42583EF-B99F-25C0-6636-4C358972E861}"/>
              </a:ext>
            </a:extLst>
          </p:cNvPr>
          <p:cNvSpPr/>
          <p:nvPr/>
        </p:nvSpPr>
        <p:spPr>
          <a:xfrm rot="10800000">
            <a:off x="-2090" y="-10376"/>
            <a:ext cx="12192000" cy="898826"/>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78107" h="1273677">
                <a:moveTo>
                  <a:pt x="8792" y="350485"/>
                </a:moveTo>
                <a:cubicBezTo>
                  <a:pt x="671146" y="356346"/>
                  <a:pt x="973014" y="-402723"/>
                  <a:pt x="2057399" y="306523"/>
                </a:cubicBezTo>
                <a:cubicBezTo>
                  <a:pt x="3282459" y="1004046"/>
                  <a:pt x="3979984" y="611323"/>
                  <a:pt x="4457699" y="376862"/>
                </a:cubicBezTo>
                <a:cubicBezTo>
                  <a:pt x="5723792" y="-223945"/>
                  <a:pt x="6216161" y="-7069"/>
                  <a:pt x="7016261" y="341693"/>
                </a:cubicBezTo>
                <a:cubicBezTo>
                  <a:pt x="8672145" y="977671"/>
                  <a:pt x="8657492" y="347554"/>
                  <a:pt x="9478107" y="350485"/>
                </a:cubicBezTo>
                <a:cubicBezTo>
                  <a:pt x="9475176" y="652354"/>
                  <a:pt x="9472246" y="954224"/>
                  <a:pt x="9469315" y="1256093"/>
                </a:cubicBezTo>
                <a:lnTo>
                  <a:pt x="7253653" y="1247300"/>
                </a:lnTo>
                <a:lnTo>
                  <a:pt x="4826976" y="1273677"/>
                </a:lnTo>
                <a:lnTo>
                  <a:pt x="2751992" y="1264885"/>
                </a:lnTo>
                <a:lnTo>
                  <a:pt x="0" y="1212131"/>
                </a:lnTo>
                <a:cubicBezTo>
                  <a:pt x="2931" y="927846"/>
                  <a:pt x="-2932" y="652354"/>
                  <a:pt x="8792" y="350485"/>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Shape 13">
            <a:extLst>
              <a:ext uri="{FF2B5EF4-FFF2-40B4-BE49-F238E27FC236}">
                <a16:creationId xmlns:a16="http://schemas.microsoft.com/office/drawing/2014/main" id="{EA481050-6497-E015-F00B-773A67097377}"/>
              </a:ext>
            </a:extLst>
          </p:cNvPr>
          <p:cNvSpPr/>
          <p:nvPr/>
        </p:nvSpPr>
        <p:spPr>
          <a:xfrm rot="10800000">
            <a:off x="-26376" y="-237830"/>
            <a:ext cx="12218376" cy="965187"/>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8414099 w 9478107"/>
              <a:gd name="connsiteY4" fmla="*/ 797823 h 1273677"/>
              <a:gd name="connsiteX5" fmla="*/ 9478107 w 9478107"/>
              <a:gd name="connsiteY5" fmla="*/ 350485 h 1273677"/>
              <a:gd name="connsiteX6" fmla="*/ 9469315 w 9478107"/>
              <a:gd name="connsiteY6" fmla="*/ 1256093 h 1273677"/>
              <a:gd name="connsiteX7" fmla="*/ 7253653 w 9478107"/>
              <a:gd name="connsiteY7" fmla="*/ 1247300 h 1273677"/>
              <a:gd name="connsiteX8" fmla="*/ 4826976 w 9478107"/>
              <a:gd name="connsiteY8" fmla="*/ 1273677 h 1273677"/>
              <a:gd name="connsiteX9" fmla="*/ 2751992 w 9478107"/>
              <a:gd name="connsiteY9" fmla="*/ 1264885 h 1273677"/>
              <a:gd name="connsiteX10" fmla="*/ 0 w 9478107"/>
              <a:gd name="connsiteY10" fmla="*/ 1212131 h 1273677"/>
              <a:gd name="connsiteX11" fmla="*/ 8792 w 9478107"/>
              <a:gd name="connsiteY11" fmla="*/ 350485 h 1273677"/>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98612"/>
              <a:gd name="connsiteY0" fmla="*/ 463370 h 1386562"/>
              <a:gd name="connsiteX1" fmla="*/ 2057399 w 9498612"/>
              <a:gd name="connsiteY1" fmla="*/ 419408 h 1386562"/>
              <a:gd name="connsiteX2" fmla="*/ 4457699 w 9498612"/>
              <a:gd name="connsiteY2" fmla="*/ 489747 h 1386562"/>
              <a:gd name="connsiteX3" fmla="*/ 7009426 w 9498612"/>
              <a:gd name="connsiteY3" fmla="*/ 98357 h 1386562"/>
              <a:gd name="connsiteX4" fmla="*/ 8414099 w 9498612"/>
              <a:gd name="connsiteY4" fmla="*/ 910708 h 1386562"/>
              <a:gd name="connsiteX5" fmla="*/ 9498612 w 9498612"/>
              <a:gd name="connsiteY5" fmla="*/ 200892 h 1386562"/>
              <a:gd name="connsiteX6" fmla="*/ 9469315 w 9498612"/>
              <a:gd name="connsiteY6" fmla="*/ 1368978 h 1386562"/>
              <a:gd name="connsiteX7" fmla="*/ 7253653 w 9498612"/>
              <a:gd name="connsiteY7" fmla="*/ 1360185 h 1386562"/>
              <a:gd name="connsiteX8" fmla="*/ 4826976 w 9498612"/>
              <a:gd name="connsiteY8" fmla="*/ 1386562 h 1386562"/>
              <a:gd name="connsiteX9" fmla="*/ 2751992 w 9498612"/>
              <a:gd name="connsiteY9" fmla="*/ 1377770 h 1386562"/>
              <a:gd name="connsiteX10" fmla="*/ 0 w 9498612"/>
              <a:gd name="connsiteY10" fmla="*/ 1325016 h 1386562"/>
              <a:gd name="connsiteX11" fmla="*/ 8792 w 9498612"/>
              <a:gd name="connsiteY11" fmla="*/ 463370 h 1386562"/>
              <a:gd name="connsiteX0" fmla="*/ 8792 w 9498612"/>
              <a:gd name="connsiteY0" fmla="*/ 444298 h 1367490"/>
              <a:gd name="connsiteX1" fmla="*/ 2057399 w 9498612"/>
              <a:gd name="connsiteY1" fmla="*/ 400336 h 1367490"/>
              <a:gd name="connsiteX2" fmla="*/ 4320995 w 9498612"/>
              <a:gd name="connsiteY2" fmla="*/ 695656 h 1367490"/>
              <a:gd name="connsiteX3" fmla="*/ 7009426 w 9498612"/>
              <a:gd name="connsiteY3" fmla="*/ 79285 h 1367490"/>
              <a:gd name="connsiteX4" fmla="*/ 8414099 w 9498612"/>
              <a:gd name="connsiteY4" fmla="*/ 891636 h 1367490"/>
              <a:gd name="connsiteX5" fmla="*/ 9498612 w 9498612"/>
              <a:gd name="connsiteY5" fmla="*/ 181820 h 1367490"/>
              <a:gd name="connsiteX6" fmla="*/ 9469315 w 9498612"/>
              <a:gd name="connsiteY6" fmla="*/ 1349906 h 1367490"/>
              <a:gd name="connsiteX7" fmla="*/ 7253653 w 9498612"/>
              <a:gd name="connsiteY7" fmla="*/ 1341113 h 1367490"/>
              <a:gd name="connsiteX8" fmla="*/ 4826976 w 9498612"/>
              <a:gd name="connsiteY8" fmla="*/ 1367490 h 1367490"/>
              <a:gd name="connsiteX9" fmla="*/ 2751992 w 9498612"/>
              <a:gd name="connsiteY9" fmla="*/ 1358698 h 1367490"/>
              <a:gd name="connsiteX10" fmla="*/ 0 w 9498612"/>
              <a:gd name="connsiteY10" fmla="*/ 1305944 h 1367490"/>
              <a:gd name="connsiteX11" fmla="*/ 8792 w 9498612"/>
              <a:gd name="connsiteY11" fmla="*/ 444298 h 1367490"/>
              <a:gd name="connsiteX0" fmla="*/ 8792 w 9498612"/>
              <a:gd name="connsiteY0" fmla="*/ 428789 h 1351981"/>
              <a:gd name="connsiteX1" fmla="*/ 2057399 w 9498612"/>
              <a:gd name="connsiteY1" fmla="*/ 384827 h 1351981"/>
              <a:gd name="connsiteX2" fmla="*/ 3698995 w 9498612"/>
              <a:gd name="connsiteY2" fmla="*/ 961374 h 1351981"/>
              <a:gd name="connsiteX3" fmla="*/ 7009426 w 9498612"/>
              <a:gd name="connsiteY3" fmla="*/ 63776 h 1351981"/>
              <a:gd name="connsiteX4" fmla="*/ 8414099 w 9498612"/>
              <a:gd name="connsiteY4" fmla="*/ 876127 h 1351981"/>
              <a:gd name="connsiteX5" fmla="*/ 9498612 w 9498612"/>
              <a:gd name="connsiteY5" fmla="*/ 166311 h 1351981"/>
              <a:gd name="connsiteX6" fmla="*/ 9469315 w 9498612"/>
              <a:gd name="connsiteY6" fmla="*/ 1334397 h 1351981"/>
              <a:gd name="connsiteX7" fmla="*/ 7253653 w 9498612"/>
              <a:gd name="connsiteY7" fmla="*/ 1325604 h 1351981"/>
              <a:gd name="connsiteX8" fmla="*/ 4826976 w 9498612"/>
              <a:gd name="connsiteY8" fmla="*/ 1351981 h 1351981"/>
              <a:gd name="connsiteX9" fmla="*/ 2751992 w 9498612"/>
              <a:gd name="connsiteY9" fmla="*/ 1343189 h 1351981"/>
              <a:gd name="connsiteX10" fmla="*/ 0 w 9498612"/>
              <a:gd name="connsiteY10" fmla="*/ 1290435 h 1351981"/>
              <a:gd name="connsiteX11" fmla="*/ 8792 w 9498612"/>
              <a:gd name="connsiteY11" fmla="*/ 428789 h 1351981"/>
              <a:gd name="connsiteX0" fmla="*/ 8792 w 9498612"/>
              <a:gd name="connsiteY0" fmla="*/ 595005 h 1518197"/>
              <a:gd name="connsiteX1" fmla="*/ 2057399 w 9498612"/>
              <a:gd name="connsiteY1" fmla="*/ 551043 h 1518197"/>
              <a:gd name="connsiteX2" fmla="*/ 3698995 w 9498612"/>
              <a:gd name="connsiteY2" fmla="*/ 1127590 h 1518197"/>
              <a:gd name="connsiteX3" fmla="*/ 5386116 w 9498612"/>
              <a:gd name="connsiteY3" fmla="*/ 48678 h 1518197"/>
              <a:gd name="connsiteX4" fmla="*/ 7009426 w 9498612"/>
              <a:gd name="connsiteY4" fmla="*/ 229992 h 1518197"/>
              <a:gd name="connsiteX5" fmla="*/ 8414099 w 9498612"/>
              <a:gd name="connsiteY5" fmla="*/ 1042343 h 1518197"/>
              <a:gd name="connsiteX6" fmla="*/ 9498612 w 9498612"/>
              <a:gd name="connsiteY6" fmla="*/ 332527 h 1518197"/>
              <a:gd name="connsiteX7" fmla="*/ 9469315 w 9498612"/>
              <a:gd name="connsiteY7" fmla="*/ 1500613 h 1518197"/>
              <a:gd name="connsiteX8" fmla="*/ 7253653 w 9498612"/>
              <a:gd name="connsiteY8" fmla="*/ 1491820 h 1518197"/>
              <a:gd name="connsiteX9" fmla="*/ 4826976 w 9498612"/>
              <a:gd name="connsiteY9" fmla="*/ 1518197 h 1518197"/>
              <a:gd name="connsiteX10" fmla="*/ 2751992 w 9498612"/>
              <a:gd name="connsiteY10" fmla="*/ 1509405 h 1518197"/>
              <a:gd name="connsiteX11" fmla="*/ 0 w 9498612"/>
              <a:gd name="connsiteY11" fmla="*/ 1456651 h 1518197"/>
              <a:gd name="connsiteX12" fmla="*/ 8792 w 9498612"/>
              <a:gd name="connsiteY12" fmla="*/ 595005 h 1518197"/>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8612" h="1552908">
                <a:moveTo>
                  <a:pt x="8792" y="629716"/>
                </a:moveTo>
                <a:cubicBezTo>
                  <a:pt x="671146" y="635577"/>
                  <a:pt x="973014" y="-123492"/>
                  <a:pt x="2057399" y="585754"/>
                </a:cubicBezTo>
                <a:cubicBezTo>
                  <a:pt x="3282459" y="1283277"/>
                  <a:pt x="3144209" y="1246028"/>
                  <a:pt x="3698995" y="1162301"/>
                </a:cubicBezTo>
                <a:cubicBezTo>
                  <a:pt x="4253781" y="1078574"/>
                  <a:pt x="4834377" y="232989"/>
                  <a:pt x="5386116" y="83389"/>
                </a:cubicBezTo>
                <a:cubicBezTo>
                  <a:pt x="5937855" y="-66211"/>
                  <a:pt x="6463751" y="-19649"/>
                  <a:pt x="7009426" y="264703"/>
                </a:cubicBezTo>
                <a:cubicBezTo>
                  <a:pt x="7646042" y="612966"/>
                  <a:pt x="8003791" y="1075589"/>
                  <a:pt x="8414099" y="1077054"/>
                </a:cubicBezTo>
                <a:cubicBezTo>
                  <a:pt x="8824407" y="1078519"/>
                  <a:pt x="9320464" y="250238"/>
                  <a:pt x="9498612" y="367238"/>
                </a:cubicBezTo>
                <a:cubicBezTo>
                  <a:pt x="9495681" y="669107"/>
                  <a:pt x="9472246" y="1233455"/>
                  <a:pt x="9469315" y="1535324"/>
                </a:cubicBezTo>
                <a:lnTo>
                  <a:pt x="7253653" y="1526531"/>
                </a:lnTo>
                <a:lnTo>
                  <a:pt x="4826976" y="1552908"/>
                </a:lnTo>
                <a:lnTo>
                  <a:pt x="2751992" y="1544116"/>
                </a:lnTo>
                <a:lnTo>
                  <a:pt x="0" y="1491362"/>
                </a:lnTo>
                <a:cubicBezTo>
                  <a:pt x="2931" y="1207077"/>
                  <a:pt x="-2932" y="931585"/>
                  <a:pt x="8792" y="629716"/>
                </a:cubicBezTo>
                <a:close/>
              </a:path>
            </a:pathLst>
          </a:custGeom>
          <a:gradFill>
            <a:gsLst>
              <a:gs pos="0">
                <a:srgbClr val="EFFCFF"/>
              </a:gs>
              <a:gs pos="50000">
                <a:schemeClr val="accent4">
                  <a:lumMod val="40000"/>
                  <a:lumOff val="60000"/>
                </a:schemeClr>
              </a:gs>
              <a:gs pos="100000">
                <a:schemeClr val="bg1"/>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hteck 17">
            <a:extLst>
              <a:ext uri="{FF2B5EF4-FFF2-40B4-BE49-F238E27FC236}">
                <a16:creationId xmlns:a16="http://schemas.microsoft.com/office/drawing/2014/main" id="{9AE3724C-C897-174D-25D3-46EBDC40CF0B}"/>
              </a:ext>
            </a:extLst>
          </p:cNvPr>
          <p:cNvSpPr/>
          <p:nvPr/>
        </p:nvSpPr>
        <p:spPr>
          <a:xfrm>
            <a:off x="-7747" y="6538183"/>
            <a:ext cx="12207494" cy="319817"/>
          </a:xfrm>
          <a:prstGeom prst="rect">
            <a:avLst/>
          </a:prstGeom>
          <a:solidFill>
            <a:srgbClr val="8ECE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6" name="Straight Connector 5">
            <a:extLst>
              <a:ext uri="{FF2B5EF4-FFF2-40B4-BE49-F238E27FC236}">
                <a16:creationId xmlns:a16="http://schemas.microsoft.com/office/drawing/2014/main" id="{27FC496C-7C4C-B904-0F4A-0008FCB82057}"/>
              </a:ext>
            </a:extLst>
          </p:cNvPr>
          <p:cNvCxnSpPr/>
          <p:nvPr/>
        </p:nvCxnSpPr>
        <p:spPr>
          <a:xfrm>
            <a:off x="484418" y="1171879"/>
            <a:ext cx="11218984"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361EC4E4-F3C9-96A7-FF0E-5944B4943812}"/>
              </a:ext>
            </a:extLst>
          </p:cNvPr>
          <p:cNvSpPr txBox="1"/>
          <p:nvPr/>
        </p:nvSpPr>
        <p:spPr>
          <a:xfrm>
            <a:off x="412716" y="6565449"/>
            <a:ext cx="1000125" cy="276999"/>
          </a:xfrm>
          <a:prstGeom prst="rect">
            <a:avLst/>
          </a:prstGeom>
          <a:noFill/>
        </p:spPr>
        <p:txBody>
          <a:bodyPr wrap="square" rtlCol="0">
            <a:spAutoFit/>
          </a:bodyPr>
          <a:lstStyle/>
          <a:p>
            <a:r>
              <a:rPr lang="en-US" sz="1200" dirty="0">
                <a:solidFill>
                  <a:schemeClr val="bg1"/>
                </a:solidFill>
              </a:rPr>
              <a:t>25/11/2025</a:t>
            </a:r>
          </a:p>
        </p:txBody>
      </p:sp>
      <p:sp>
        <p:nvSpPr>
          <p:cNvPr id="14" name="Slide Number Placeholder 5">
            <a:extLst>
              <a:ext uri="{FF2B5EF4-FFF2-40B4-BE49-F238E27FC236}">
                <a16:creationId xmlns:a16="http://schemas.microsoft.com/office/drawing/2014/main" id="{9A1B0BF1-DB42-C121-AE22-C67847C8C00B}"/>
              </a:ext>
            </a:extLst>
          </p:cNvPr>
          <p:cNvSpPr txBox="1">
            <a:spLocks/>
          </p:cNvSpPr>
          <p:nvPr/>
        </p:nvSpPr>
        <p:spPr>
          <a:xfrm>
            <a:off x="1833304" y="6559591"/>
            <a:ext cx="287215" cy="29840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13F6232-4F06-48BA-8F69-BF531F607829}" type="slidenum">
              <a:rPr lang="en-GB" sz="1400" smtClean="0">
                <a:solidFill>
                  <a:schemeClr val="bg1"/>
                </a:solidFill>
              </a:rPr>
              <a:pPr/>
              <a:t>4</a:t>
            </a:fld>
            <a:endParaRPr lang="en-GB" sz="1400" dirty="0">
              <a:solidFill>
                <a:schemeClr val="bg1"/>
              </a:solidFill>
            </a:endParaRPr>
          </a:p>
        </p:txBody>
      </p:sp>
      <p:sp>
        <p:nvSpPr>
          <p:cNvPr id="16" name="TextBox 15">
            <a:extLst>
              <a:ext uri="{FF2B5EF4-FFF2-40B4-BE49-F238E27FC236}">
                <a16:creationId xmlns:a16="http://schemas.microsoft.com/office/drawing/2014/main" id="{6CDD220A-BD95-30F8-877F-4F2054D7BA5E}"/>
              </a:ext>
            </a:extLst>
          </p:cNvPr>
          <p:cNvSpPr txBox="1"/>
          <p:nvPr/>
        </p:nvSpPr>
        <p:spPr>
          <a:xfrm>
            <a:off x="9172575" y="6542216"/>
            <a:ext cx="2787685" cy="276999"/>
          </a:xfrm>
          <a:prstGeom prst="rect">
            <a:avLst/>
          </a:prstGeom>
          <a:noFill/>
        </p:spPr>
        <p:txBody>
          <a:bodyPr wrap="square" rtlCol="0">
            <a:spAutoFit/>
          </a:bodyPr>
          <a:lstStyle/>
          <a:p>
            <a:r>
              <a:rPr lang="en-US" sz="1200" dirty="0">
                <a:solidFill>
                  <a:schemeClr val="bg1"/>
                </a:solidFill>
              </a:rPr>
              <a:t>Load &amp; Dynamics Team/ Optimus Syria</a:t>
            </a:r>
          </a:p>
        </p:txBody>
      </p:sp>
      <p:sp>
        <p:nvSpPr>
          <p:cNvPr id="19" name="Title 6">
            <a:extLst>
              <a:ext uri="{FF2B5EF4-FFF2-40B4-BE49-F238E27FC236}">
                <a16:creationId xmlns:a16="http://schemas.microsoft.com/office/drawing/2014/main" id="{441F367E-5E58-F8AE-5DB3-99B5E136100A}"/>
              </a:ext>
            </a:extLst>
          </p:cNvPr>
          <p:cNvSpPr>
            <a:spLocks noGrp="1"/>
          </p:cNvSpPr>
          <p:nvPr>
            <p:ph type="title"/>
          </p:nvPr>
        </p:nvSpPr>
        <p:spPr>
          <a:xfrm>
            <a:off x="475626" y="363628"/>
            <a:ext cx="10515600" cy="937132"/>
          </a:xfrm>
        </p:spPr>
        <p:txBody>
          <a:bodyPr>
            <a:normAutofit/>
          </a:bodyPr>
          <a:lstStyle/>
          <a:p>
            <a:r>
              <a:rPr lang="en-US" dirty="0"/>
              <a:t>DLC 7.1 with yaw system failure</a:t>
            </a:r>
          </a:p>
        </p:txBody>
      </p:sp>
      <p:sp>
        <p:nvSpPr>
          <p:cNvPr id="2" name="TextBox 1">
            <a:extLst>
              <a:ext uri="{FF2B5EF4-FFF2-40B4-BE49-F238E27FC236}">
                <a16:creationId xmlns:a16="http://schemas.microsoft.com/office/drawing/2014/main" id="{FD5088D7-AEDE-B664-5B30-306A3734761D}"/>
              </a:ext>
            </a:extLst>
          </p:cNvPr>
          <p:cNvSpPr txBox="1"/>
          <p:nvPr/>
        </p:nvSpPr>
        <p:spPr>
          <a:xfrm>
            <a:off x="4629394" y="6576994"/>
            <a:ext cx="2887161" cy="461665"/>
          </a:xfrm>
          <a:prstGeom prst="rect">
            <a:avLst/>
          </a:prstGeom>
          <a:noFill/>
        </p:spPr>
        <p:txBody>
          <a:bodyPr wrap="square" rtlCol="0">
            <a:spAutoFit/>
          </a:bodyPr>
          <a:lstStyle/>
          <a:p>
            <a:pPr algn="ctr"/>
            <a:r>
              <a:rPr lang="en-US" sz="1200" dirty="0">
                <a:solidFill>
                  <a:schemeClr val="bg1"/>
                </a:solidFill>
              </a:rPr>
              <a:t>Paresh </a:t>
            </a:r>
            <a:r>
              <a:rPr lang="en-US" sz="1200" dirty="0" err="1">
                <a:solidFill>
                  <a:schemeClr val="bg1"/>
                </a:solidFill>
              </a:rPr>
              <a:t>Nakum</a:t>
            </a:r>
            <a:endParaRPr lang="en-US" sz="1200" dirty="0">
              <a:solidFill>
                <a:schemeClr val="bg1"/>
              </a:solidFill>
            </a:endParaRPr>
          </a:p>
          <a:p>
            <a:pPr algn="ctr"/>
            <a:endParaRPr lang="en-US" sz="1200" dirty="0"/>
          </a:p>
        </p:txBody>
      </p:sp>
      <p:sp>
        <p:nvSpPr>
          <p:cNvPr id="5" name="TextBox 4">
            <a:extLst>
              <a:ext uri="{FF2B5EF4-FFF2-40B4-BE49-F238E27FC236}">
                <a16:creationId xmlns:a16="http://schemas.microsoft.com/office/drawing/2014/main" id="{68536D11-9D3D-8C13-B354-8FD68810CD4B}"/>
              </a:ext>
            </a:extLst>
          </p:cNvPr>
          <p:cNvSpPr txBox="1"/>
          <p:nvPr/>
        </p:nvSpPr>
        <p:spPr>
          <a:xfrm>
            <a:off x="2289678" y="1381329"/>
            <a:ext cx="8801109" cy="1200329"/>
          </a:xfrm>
          <a:prstGeom prst="rect">
            <a:avLst/>
          </a:prstGeom>
          <a:noFill/>
        </p:spPr>
        <p:txBody>
          <a:bodyPr wrap="square">
            <a:spAutoFit/>
          </a:bodyPr>
          <a:lstStyle/>
          <a:p>
            <a:pPr algn="just"/>
            <a:r>
              <a:rPr lang="en-US" dirty="0"/>
              <a:t>The fault condition shall be combined with the extreme wind speed model (EWM) with a recurrence period of one year. A total of 12 cases in idling mode and with 15 </a:t>
            </a:r>
            <a:r>
              <a:rPr lang="en-US" strike="sngStrike" dirty="0"/>
              <a:t>d</a:t>
            </a:r>
            <a:r>
              <a:rPr lang="en-US" dirty="0"/>
              <a:t>egree angle wind direction difference have been analyzed (0 - 180 degree wind direction variation).</a:t>
            </a:r>
          </a:p>
        </p:txBody>
      </p:sp>
      <p:sp>
        <p:nvSpPr>
          <p:cNvPr id="7" name="Arrow: Right 6">
            <a:extLst>
              <a:ext uri="{FF2B5EF4-FFF2-40B4-BE49-F238E27FC236}">
                <a16:creationId xmlns:a16="http://schemas.microsoft.com/office/drawing/2014/main" id="{71D96384-72FC-8B96-9C8C-78C375F76142}"/>
              </a:ext>
            </a:extLst>
          </p:cNvPr>
          <p:cNvSpPr/>
          <p:nvPr/>
        </p:nvSpPr>
        <p:spPr>
          <a:xfrm>
            <a:off x="245195" y="1404226"/>
            <a:ext cx="1875324" cy="7785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Conditions</a:t>
            </a:r>
          </a:p>
        </p:txBody>
      </p:sp>
      <p:pic>
        <p:nvPicPr>
          <p:cNvPr id="15" name="Picture 14">
            <a:extLst>
              <a:ext uri="{FF2B5EF4-FFF2-40B4-BE49-F238E27FC236}">
                <a16:creationId xmlns:a16="http://schemas.microsoft.com/office/drawing/2014/main" id="{B6E068DB-4093-7DFB-6CBD-E747829F8B5C}"/>
              </a:ext>
            </a:extLst>
          </p:cNvPr>
          <p:cNvPicPr>
            <a:picLocks noChangeAspect="1"/>
          </p:cNvPicPr>
          <p:nvPr/>
        </p:nvPicPr>
        <p:blipFill>
          <a:blip r:embed="rId3"/>
          <a:stretch>
            <a:fillRect/>
          </a:stretch>
        </p:blipFill>
        <p:spPr>
          <a:xfrm>
            <a:off x="1303447" y="2694039"/>
            <a:ext cx="8508433" cy="3608792"/>
          </a:xfrm>
          <a:prstGeom prst="rect">
            <a:avLst/>
          </a:prstGeom>
        </p:spPr>
      </p:pic>
    </p:spTree>
    <p:extLst>
      <p:ext uri="{BB962C8B-B14F-4D97-AF65-F5344CB8AC3E}">
        <p14:creationId xmlns:p14="http://schemas.microsoft.com/office/powerpoint/2010/main" val="19553840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3C398-AA62-E157-8B6E-26DDC152F91E}"/>
            </a:ext>
          </a:extLst>
        </p:cNvPr>
        <p:cNvGrpSpPr/>
        <p:nvPr/>
      </p:nvGrpSpPr>
      <p:grpSpPr>
        <a:xfrm>
          <a:off x="0" y="0"/>
          <a:ext cx="0" cy="0"/>
          <a:chOff x="0" y="0"/>
          <a:chExt cx="0" cy="0"/>
        </a:xfrm>
      </p:grpSpPr>
      <p:sp>
        <p:nvSpPr>
          <p:cNvPr id="11" name="Free-form: Shape 13">
            <a:extLst>
              <a:ext uri="{FF2B5EF4-FFF2-40B4-BE49-F238E27FC236}">
                <a16:creationId xmlns:a16="http://schemas.microsoft.com/office/drawing/2014/main" id="{72500D61-2F05-A114-2FE5-0FA952AEAA1A}"/>
              </a:ext>
            </a:extLst>
          </p:cNvPr>
          <p:cNvSpPr/>
          <p:nvPr/>
        </p:nvSpPr>
        <p:spPr>
          <a:xfrm rot="10800000">
            <a:off x="-35168" y="277945"/>
            <a:ext cx="12216286" cy="898824"/>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46954 h 1270146"/>
              <a:gd name="connsiteX1" fmla="*/ 2358147 w 9478107"/>
              <a:gd name="connsiteY1" fmla="*/ 302992 h 1270146"/>
              <a:gd name="connsiteX2" fmla="*/ 4457699 w 9478107"/>
              <a:gd name="connsiteY2" fmla="*/ 373331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72464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755857 w 9478107"/>
              <a:gd name="connsiteY4" fmla="*/ 446231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557637 w 9478107"/>
              <a:gd name="connsiteY4" fmla="*/ 716768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15627 w 9484942"/>
              <a:gd name="connsiteY0" fmla="*/ 346954 h 1277035"/>
              <a:gd name="connsiteX1" fmla="*/ 2364982 w 9484942"/>
              <a:gd name="connsiteY1" fmla="*/ 302992 h 1277035"/>
              <a:gd name="connsiteX2" fmla="*/ 5134381 w 9484942"/>
              <a:gd name="connsiteY2" fmla="*/ 115678 h 1277035"/>
              <a:gd name="connsiteX3" fmla="*/ 7091448 w 9484942"/>
              <a:gd name="connsiteY3" fmla="*/ 647346 h 1277035"/>
              <a:gd name="connsiteX4" fmla="*/ 8564472 w 9484942"/>
              <a:gd name="connsiteY4" fmla="*/ 716768 h 1277035"/>
              <a:gd name="connsiteX5" fmla="*/ 9484942 w 9484942"/>
              <a:gd name="connsiteY5" fmla="*/ 346954 h 1277035"/>
              <a:gd name="connsiteX6" fmla="*/ 9476150 w 9484942"/>
              <a:gd name="connsiteY6" fmla="*/ 1252562 h 1277035"/>
              <a:gd name="connsiteX7" fmla="*/ 7260488 w 9484942"/>
              <a:gd name="connsiteY7" fmla="*/ 1243769 h 1277035"/>
              <a:gd name="connsiteX8" fmla="*/ 4833811 w 9484942"/>
              <a:gd name="connsiteY8" fmla="*/ 1270146 h 1277035"/>
              <a:gd name="connsiteX9" fmla="*/ 2758827 w 9484942"/>
              <a:gd name="connsiteY9" fmla="*/ 1261354 h 1277035"/>
              <a:gd name="connsiteX10" fmla="*/ 0 w 9484942"/>
              <a:gd name="connsiteY10" fmla="*/ 1273013 h 1277035"/>
              <a:gd name="connsiteX11" fmla="*/ 15627 w 9484942"/>
              <a:gd name="connsiteY11" fmla="*/ 346954 h 1277035"/>
              <a:gd name="connsiteX0" fmla="*/ 15627 w 9484942"/>
              <a:gd name="connsiteY0" fmla="*/ 346954 h 1300002"/>
              <a:gd name="connsiteX1" fmla="*/ 2364982 w 9484942"/>
              <a:gd name="connsiteY1" fmla="*/ 302992 h 1300002"/>
              <a:gd name="connsiteX2" fmla="*/ 5134381 w 9484942"/>
              <a:gd name="connsiteY2" fmla="*/ 115678 h 1300002"/>
              <a:gd name="connsiteX3" fmla="*/ 7091448 w 9484942"/>
              <a:gd name="connsiteY3" fmla="*/ 647346 h 1300002"/>
              <a:gd name="connsiteX4" fmla="*/ 8564472 w 9484942"/>
              <a:gd name="connsiteY4" fmla="*/ 716768 h 1300002"/>
              <a:gd name="connsiteX5" fmla="*/ 9484942 w 9484942"/>
              <a:gd name="connsiteY5" fmla="*/ 346954 h 1300002"/>
              <a:gd name="connsiteX6" fmla="*/ 9476150 w 9484942"/>
              <a:gd name="connsiteY6" fmla="*/ 1252562 h 1300002"/>
              <a:gd name="connsiteX7" fmla="*/ 7260488 w 9484942"/>
              <a:gd name="connsiteY7" fmla="*/ 1243769 h 1300002"/>
              <a:gd name="connsiteX8" fmla="*/ 4833811 w 9484942"/>
              <a:gd name="connsiteY8" fmla="*/ 1270146 h 1300002"/>
              <a:gd name="connsiteX9" fmla="*/ 2779333 w 9484942"/>
              <a:gd name="connsiteY9" fmla="*/ 1300002 h 1300002"/>
              <a:gd name="connsiteX10" fmla="*/ 0 w 9484942"/>
              <a:gd name="connsiteY10" fmla="*/ 1273013 h 1300002"/>
              <a:gd name="connsiteX11" fmla="*/ 15627 w 9484942"/>
              <a:gd name="connsiteY11" fmla="*/ 346954 h 1300002"/>
              <a:gd name="connsiteX0" fmla="*/ 15627 w 9484942"/>
              <a:gd name="connsiteY0" fmla="*/ 346954 h 1346830"/>
              <a:gd name="connsiteX1" fmla="*/ 2364982 w 9484942"/>
              <a:gd name="connsiteY1" fmla="*/ 302992 h 1346830"/>
              <a:gd name="connsiteX2" fmla="*/ 5134381 w 9484942"/>
              <a:gd name="connsiteY2" fmla="*/ 115678 h 1346830"/>
              <a:gd name="connsiteX3" fmla="*/ 7091448 w 9484942"/>
              <a:gd name="connsiteY3" fmla="*/ 647346 h 1346830"/>
              <a:gd name="connsiteX4" fmla="*/ 8564472 w 9484942"/>
              <a:gd name="connsiteY4" fmla="*/ 716768 h 1346830"/>
              <a:gd name="connsiteX5" fmla="*/ 9484942 w 9484942"/>
              <a:gd name="connsiteY5" fmla="*/ 346954 h 1346830"/>
              <a:gd name="connsiteX6" fmla="*/ 9476150 w 9484942"/>
              <a:gd name="connsiteY6" fmla="*/ 1252562 h 1346830"/>
              <a:gd name="connsiteX7" fmla="*/ 7267323 w 9484942"/>
              <a:gd name="connsiteY7" fmla="*/ 1346830 h 1346830"/>
              <a:gd name="connsiteX8" fmla="*/ 4833811 w 9484942"/>
              <a:gd name="connsiteY8" fmla="*/ 1270146 h 1346830"/>
              <a:gd name="connsiteX9" fmla="*/ 2779333 w 9484942"/>
              <a:gd name="connsiteY9" fmla="*/ 1300002 h 1346830"/>
              <a:gd name="connsiteX10" fmla="*/ 0 w 9484942"/>
              <a:gd name="connsiteY10" fmla="*/ 1273013 h 1346830"/>
              <a:gd name="connsiteX11" fmla="*/ 15627 w 9484942"/>
              <a:gd name="connsiteY11" fmla="*/ 346954 h 1346830"/>
              <a:gd name="connsiteX0" fmla="*/ 15627 w 9484942"/>
              <a:gd name="connsiteY0" fmla="*/ 346954 h 1308182"/>
              <a:gd name="connsiteX1" fmla="*/ 2364982 w 9484942"/>
              <a:gd name="connsiteY1" fmla="*/ 302992 h 1308182"/>
              <a:gd name="connsiteX2" fmla="*/ 5134381 w 9484942"/>
              <a:gd name="connsiteY2" fmla="*/ 115678 h 1308182"/>
              <a:gd name="connsiteX3" fmla="*/ 7091448 w 9484942"/>
              <a:gd name="connsiteY3" fmla="*/ 647346 h 1308182"/>
              <a:gd name="connsiteX4" fmla="*/ 8564472 w 9484942"/>
              <a:gd name="connsiteY4" fmla="*/ 716768 h 1308182"/>
              <a:gd name="connsiteX5" fmla="*/ 9484942 w 9484942"/>
              <a:gd name="connsiteY5" fmla="*/ 346954 h 1308182"/>
              <a:gd name="connsiteX6" fmla="*/ 9476150 w 9484942"/>
              <a:gd name="connsiteY6" fmla="*/ 1252562 h 1308182"/>
              <a:gd name="connsiteX7" fmla="*/ 7246817 w 9484942"/>
              <a:gd name="connsiteY7" fmla="*/ 1308182 h 1308182"/>
              <a:gd name="connsiteX8" fmla="*/ 4833811 w 9484942"/>
              <a:gd name="connsiteY8" fmla="*/ 1270146 h 1308182"/>
              <a:gd name="connsiteX9" fmla="*/ 2779333 w 9484942"/>
              <a:gd name="connsiteY9" fmla="*/ 1300002 h 1308182"/>
              <a:gd name="connsiteX10" fmla="*/ 0 w 9484942"/>
              <a:gd name="connsiteY10" fmla="*/ 1273013 h 1308182"/>
              <a:gd name="connsiteX11" fmla="*/ 15627 w 9484942"/>
              <a:gd name="connsiteY11" fmla="*/ 346954 h 1308182"/>
              <a:gd name="connsiteX0" fmla="*/ 15627 w 9496987"/>
              <a:gd name="connsiteY0" fmla="*/ 346954 h 1316976"/>
              <a:gd name="connsiteX1" fmla="*/ 2364982 w 9496987"/>
              <a:gd name="connsiteY1" fmla="*/ 302992 h 1316976"/>
              <a:gd name="connsiteX2" fmla="*/ 5134381 w 9496987"/>
              <a:gd name="connsiteY2" fmla="*/ 115678 h 1316976"/>
              <a:gd name="connsiteX3" fmla="*/ 7091448 w 9496987"/>
              <a:gd name="connsiteY3" fmla="*/ 647346 h 1316976"/>
              <a:gd name="connsiteX4" fmla="*/ 8564472 w 9496987"/>
              <a:gd name="connsiteY4" fmla="*/ 716768 h 1316976"/>
              <a:gd name="connsiteX5" fmla="*/ 9484942 w 9496987"/>
              <a:gd name="connsiteY5" fmla="*/ 346954 h 1316976"/>
              <a:gd name="connsiteX6" fmla="*/ 9496656 w 9496987"/>
              <a:gd name="connsiteY6" fmla="*/ 1316976 h 1316976"/>
              <a:gd name="connsiteX7" fmla="*/ 7246817 w 9496987"/>
              <a:gd name="connsiteY7" fmla="*/ 1308182 h 1316976"/>
              <a:gd name="connsiteX8" fmla="*/ 4833811 w 9496987"/>
              <a:gd name="connsiteY8" fmla="*/ 1270146 h 1316976"/>
              <a:gd name="connsiteX9" fmla="*/ 2779333 w 9496987"/>
              <a:gd name="connsiteY9" fmla="*/ 1300002 h 1316976"/>
              <a:gd name="connsiteX10" fmla="*/ 0 w 9496987"/>
              <a:gd name="connsiteY10" fmla="*/ 1273013 h 1316976"/>
              <a:gd name="connsiteX11" fmla="*/ 15627 w 9496987"/>
              <a:gd name="connsiteY11" fmla="*/ 346954 h 131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96987" h="1316976">
                <a:moveTo>
                  <a:pt x="15627" y="346954"/>
                </a:moveTo>
                <a:cubicBezTo>
                  <a:pt x="677981" y="352815"/>
                  <a:pt x="1280597" y="-406254"/>
                  <a:pt x="2364982" y="302992"/>
                </a:cubicBezTo>
                <a:cubicBezTo>
                  <a:pt x="3590042" y="1000515"/>
                  <a:pt x="4346637" y="58286"/>
                  <a:pt x="5134381" y="115678"/>
                </a:cubicBezTo>
                <a:cubicBezTo>
                  <a:pt x="5922125" y="173070"/>
                  <a:pt x="6479894" y="562194"/>
                  <a:pt x="7091448" y="647346"/>
                </a:cubicBezTo>
                <a:cubicBezTo>
                  <a:pt x="7703002" y="732498"/>
                  <a:pt x="8165556" y="766833"/>
                  <a:pt x="8564472" y="716768"/>
                </a:cubicBezTo>
                <a:cubicBezTo>
                  <a:pt x="8963388" y="666703"/>
                  <a:pt x="9372868" y="242625"/>
                  <a:pt x="9484942" y="346954"/>
                </a:cubicBezTo>
                <a:cubicBezTo>
                  <a:pt x="9482011" y="648823"/>
                  <a:pt x="9499587" y="1015107"/>
                  <a:pt x="9496656" y="1316976"/>
                </a:cubicBezTo>
                <a:lnTo>
                  <a:pt x="7246817" y="1308182"/>
                </a:lnTo>
                <a:lnTo>
                  <a:pt x="4833811" y="1270146"/>
                </a:lnTo>
                <a:lnTo>
                  <a:pt x="2779333" y="1300002"/>
                </a:lnTo>
                <a:lnTo>
                  <a:pt x="0" y="1273013"/>
                </a:lnTo>
                <a:cubicBezTo>
                  <a:pt x="2931" y="988728"/>
                  <a:pt x="3903" y="648823"/>
                  <a:pt x="15627" y="346954"/>
                </a:cubicBezTo>
                <a:close/>
              </a:path>
            </a:pathLst>
          </a:custGeom>
          <a:gradFill flip="none" rotWithShape="1">
            <a:gsLst>
              <a:gs pos="0">
                <a:schemeClr val="accent4">
                  <a:lumMod val="20000"/>
                  <a:lumOff val="80000"/>
                </a:schemeClr>
              </a:gs>
              <a:gs pos="50000">
                <a:schemeClr val="bg1"/>
              </a:gs>
              <a:gs pos="100000">
                <a:schemeClr val="accent4">
                  <a:lumMod val="20000"/>
                  <a:lumOff val="80000"/>
                </a:schemeClr>
              </a:gs>
            </a:gsLst>
            <a:lin ang="0" scaled="1"/>
            <a:tileRect/>
          </a:gradFill>
          <a:ln w="15875">
            <a:solidFill>
              <a:schemeClr val="accent1">
                <a:alpha val="0"/>
              </a:schemeClr>
            </a:solid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Free-form: Shape 13">
            <a:extLst>
              <a:ext uri="{FF2B5EF4-FFF2-40B4-BE49-F238E27FC236}">
                <a16:creationId xmlns:a16="http://schemas.microsoft.com/office/drawing/2014/main" id="{A1EB7822-EC27-D6D4-056B-15BFB169EB73}"/>
              </a:ext>
            </a:extLst>
          </p:cNvPr>
          <p:cNvSpPr/>
          <p:nvPr/>
        </p:nvSpPr>
        <p:spPr>
          <a:xfrm rot="10800000">
            <a:off x="-2090" y="-10376"/>
            <a:ext cx="12192000" cy="898826"/>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78107" h="1273677">
                <a:moveTo>
                  <a:pt x="8792" y="350485"/>
                </a:moveTo>
                <a:cubicBezTo>
                  <a:pt x="671146" y="356346"/>
                  <a:pt x="973014" y="-402723"/>
                  <a:pt x="2057399" y="306523"/>
                </a:cubicBezTo>
                <a:cubicBezTo>
                  <a:pt x="3282459" y="1004046"/>
                  <a:pt x="3979984" y="611323"/>
                  <a:pt x="4457699" y="376862"/>
                </a:cubicBezTo>
                <a:cubicBezTo>
                  <a:pt x="5723792" y="-223945"/>
                  <a:pt x="6216161" y="-7069"/>
                  <a:pt x="7016261" y="341693"/>
                </a:cubicBezTo>
                <a:cubicBezTo>
                  <a:pt x="8672145" y="977671"/>
                  <a:pt x="8657492" y="347554"/>
                  <a:pt x="9478107" y="350485"/>
                </a:cubicBezTo>
                <a:cubicBezTo>
                  <a:pt x="9475176" y="652354"/>
                  <a:pt x="9472246" y="954224"/>
                  <a:pt x="9469315" y="1256093"/>
                </a:cubicBezTo>
                <a:lnTo>
                  <a:pt x="7253653" y="1247300"/>
                </a:lnTo>
                <a:lnTo>
                  <a:pt x="4826976" y="1273677"/>
                </a:lnTo>
                <a:lnTo>
                  <a:pt x="2751992" y="1264885"/>
                </a:lnTo>
                <a:lnTo>
                  <a:pt x="0" y="1212131"/>
                </a:lnTo>
                <a:cubicBezTo>
                  <a:pt x="2931" y="927846"/>
                  <a:pt x="-2932" y="652354"/>
                  <a:pt x="8792" y="350485"/>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Shape 13">
            <a:extLst>
              <a:ext uri="{FF2B5EF4-FFF2-40B4-BE49-F238E27FC236}">
                <a16:creationId xmlns:a16="http://schemas.microsoft.com/office/drawing/2014/main" id="{6F7CCEA3-81D0-2017-AF1B-CB1F32B243C1}"/>
              </a:ext>
            </a:extLst>
          </p:cNvPr>
          <p:cNvSpPr/>
          <p:nvPr/>
        </p:nvSpPr>
        <p:spPr>
          <a:xfrm rot="10800000">
            <a:off x="-26376" y="-237830"/>
            <a:ext cx="12218376" cy="965187"/>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8414099 w 9478107"/>
              <a:gd name="connsiteY4" fmla="*/ 797823 h 1273677"/>
              <a:gd name="connsiteX5" fmla="*/ 9478107 w 9478107"/>
              <a:gd name="connsiteY5" fmla="*/ 350485 h 1273677"/>
              <a:gd name="connsiteX6" fmla="*/ 9469315 w 9478107"/>
              <a:gd name="connsiteY6" fmla="*/ 1256093 h 1273677"/>
              <a:gd name="connsiteX7" fmla="*/ 7253653 w 9478107"/>
              <a:gd name="connsiteY7" fmla="*/ 1247300 h 1273677"/>
              <a:gd name="connsiteX8" fmla="*/ 4826976 w 9478107"/>
              <a:gd name="connsiteY8" fmla="*/ 1273677 h 1273677"/>
              <a:gd name="connsiteX9" fmla="*/ 2751992 w 9478107"/>
              <a:gd name="connsiteY9" fmla="*/ 1264885 h 1273677"/>
              <a:gd name="connsiteX10" fmla="*/ 0 w 9478107"/>
              <a:gd name="connsiteY10" fmla="*/ 1212131 h 1273677"/>
              <a:gd name="connsiteX11" fmla="*/ 8792 w 9478107"/>
              <a:gd name="connsiteY11" fmla="*/ 350485 h 1273677"/>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98612"/>
              <a:gd name="connsiteY0" fmla="*/ 463370 h 1386562"/>
              <a:gd name="connsiteX1" fmla="*/ 2057399 w 9498612"/>
              <a:gd name="connsiteY1" fmla="*/ 419408 h 1386562"/>
              <a:gd name="connsiteX2" fmla="*/ 4457699 w 9498612"/>
              <a:gd name="connsiteY2" fmla="*/ 489747 h 1386562"/>
              <a:gd name="connsiteX3" fmla="*/ 7009426 w 9498612"/>
              <a:gd name="connsiteY3" fmla="*/ 98357 h 1386562"/>
              <a:gd name="connsiteX4" fmla="*/ 8414099 w 9498612"/>
              <a:gd name="connsiteY4" fmla="*/ 910708 h 1386562"/>
              <a:gd name="connsiteX5" fmla="*/ 9498612 w 9498612"/>
              <a:gd name="connsiteY5" fmla="*/ 200892 h 1386562"/>
              <a:gd name="connsiteX6" fmla="*/ 9469315 w 9498612"/>
              <a:gd name="connsiteY6" fmla="*/ 1368978 h 1386562"/>
              <a:gd name="connsiteX7" fmla="*/ 7253653 w 9498612"/>
              <a:gd name="connsiteY7" fmla="*/ 1360185 h 1386562"/>
              <a:gd name="connsiteX8" fmla="*/ 4826976 w 9498612"/>
              <a:gd name="connsiteY8" fmla="*/ 1386562 h 1386562"/>
              <a:gd name="connsiteX9" fmla="*/ 2751992 w 9498612"/>
              <a:gd name="connsiteY9" fmla="*/ 1377770 h 1386562"/>
              <a:gd name="connsiteX10" fmla="*/ 0 w 9498612"/>
              <a:gd name="connsiteY10" fmla="*/ 1325016 h 1386562"/>
              <a:gd name="connsiteX11" fmla="*/ 8792 w 9498612"/>
              <a:gd name="connsiteY11" fmla="*/ 463370 h 1386562"/>
              <a:gd name="connsiteX0" fmla="*/ 8792 w 9498612"/>
              <a:gd name="connsiteY0" fmla="*/ 444298 h 1367490"/>
              <a:gd name="connsiteX1" fmla="*/ 2057399 w 9498612"/>
              <a:gd name="connsiteY1" fmla="*/ 400336 h 1367490"/>
              <a:gd name="connsiteX2" fmla="*/ 4320995 w 9498612"/>
              <a:gd name="connsiteY2" fmla="*/ 695656 h 1367490"/>
              <a:gd name="connsiteX3" fmla="*/ 7009426 w 9498612"/>
              <a:gd name="connsiteY3" fmla="*/ 79285 h 1367490"/>
              <a:gd name="connsiteX4" fmla="*/ 8414099 w 9498612"/>
              <a:gd name="connsiteY4" fmla="*/ 891636 h 1367490"/>
              <a:gd name="connsiteX5" fmla="*/ 9498612 w 9498612"/>
              <a:gd name="connsiteY5" fmla="*/ 181820 h 1367490"/>
              <a:gd name="connsiteX6" fmla="*/ 9469315 w 9498612"/>
              <a:gd name="connsiteY6" fmla="*/ 1349906 h 1367490"/>
              <a:gd name="connsiteX7" fmla="*/ 7253653 w 9498612"/>
              <a:gd name="connsiteY7" fmla="*/ 1341113 h 1367490"/>
              <a:gd name="connsiteX8" fmla="*/ 4826976 w 9498612"/>
              <a:gd name="connsiteY8" fmla="*/ 1367490 h 1367490"/>
              <a:gd name="connsiteX9" fmla="*/ 2751992 w 9498612"/>
              <a:gd name="connsiteY9" fmla="*/ 1358698 h 1367490"/>
              <a:gd name="connsiteX10" fmla="*/ 0 w 9498612"/>
              <a:gd name="connsiteY10" fmla="*/ 1305944 h 1367490"/>
              <a:gd name="connsiteX11" fmla="*/ 8792 w 9498612"/>
              <a:gd name="connsiteY11" fmla="*/ 444298 h 1367490"/>
              <a:gd name="connsiteX0" fmla="*/ 8792 w 9498612"/>
              <a:gd name="connsiteY0" fmla="*/ 428789 h 1351981"/>
              <a:gd name="connsiteX1" fmla="*/ 2057399 w 9498612"/>
              <a:gd name="connsiteY1" fmla="*/ 384827 h 1351981"/>
              <a:gd name="connsiteX2" fmla="*/ 3698995 w 9498612"/>
              <a:gd name="connsiteY2" fmla="*/ 961374 h 1351981"/>
              <a:gd name="connsiteX3" fmla="*/ 7009426 w 9498612"/>
              <a:gd name="connsiteY3" fmla="*/ 63776 h 1351981"/>
              <a:gd name="connsiteX4" fmla="*/ 8414099 w 9498612"/>
              <a:gd name="connsiteY4" fmla="*/ 876127 h 1351981"/>
              <a:gd name="connsiteX5" fmla="*/ 9498612 w 9498612"/>
              <a:gd name="connsiteY5" fmla="*/ 166311 h 1351981"/>
              <a:gd name="connsiteX6" fmla="*/ 9469315 w 9498612"/>
              <a:gd name="connsiteY6" fmla="*/ 1334397 h 1351981"/>
              <a:gd name="connsiteX7" fmla="*/ 7253653 w 9498612"/>
              <a:gd name="connsiteY7" fmla="*/ 1325604 h 1351981"/>
              <a:gd name="connsiteX8" fmla="*/ 4826976 w 9498612"/>
              <a:gd name="connsiteY8" fmla="*/ 1351981 h 1351981"/>
              <a:gd name="connsiteX9" fmla="*/ 2751992 w 9498612"/>
              <a:gd name="connsiteY9" fmla="*/ 1343189 h 1351981"/>
              <a:gd name="connsiteX10" fmla="*/ 0 w 9498612"/>
              <a:gd name="connsiteY10" fmla="*/ 1290435 h 1351981"/>
              <a:gd name="connsiteX11" fmla="*/ 8792 w 9498612"/>
              <a:gd name="connsiteY11" fmla="*/ 428789 h 1351981"/>
              <a:gd name="connsiteX0" fmla="*/ 8792 w 9498612"/>
              <a:gd name="connsiteY0" fmla="*/ 595005 h 1518197"/>
              <a:gd name="connsiteX1" fmla="*/ 2057399 w 9498612"/>
              <a:gd name="connsiteY1" fmla="*/ 551043 h 1518197"/>
              <a:gd name="connsiteX2" fmla="*/ 3698995 w 9498612"/>
              <a:gd name="connsiteY2" fmla="*/ 1127590 h 1518197"/>
              <a:gd name="connsiteX3" fmla="*/ 5386116 w 9498612"/>
              <a:gd name="connsiteY3" fmla="*/ 48678 h 1518197"/>
              <a:gd name="connsiteX4" fmla="*/ 7009426 w 9498612"/>
              <a:gd name="connsiteY4" fmla="*/ 229992 h 1518197"/>
              <a:gd name="connsiteX5" fmla="*/ 8414099 w 9498612"/>
              <a:gd name="connsiteY5" fmla="*/ 1042343 h 1518197"/>
              <a:gd name="connsiteX6" fmla="*/ 9498612 w 9498612"/>
              <a:gd name="connsiteY6" fmla="*/ 332527 h 1518197"/>
              <a:gd name="connsiteX7" fmla="*/ 9469315 w 9498612"/>
              <a:gd name="connsiteY7" fmla="*/ 1500613 h 1518197"/>
              <a:gd name="connsiteX8" fmla="*/ 7253653 w 9498612"/>
              <a:gd name="connsiteY8" fmla="*/ 1491820 h 1518197"/>
              <a:gd name="connsiteX9" fmla="*/ 4826976 w 9498612"/>
              <a:gd name="connsiteY9" fmla="*/ 1518197 h 1518197"/>
              <a:gd name="connsiteX10" fmla="*/ 2751992 w 9498612"/>
              <a:gd name="connsiteY10" fmla="*/ 1509405 h 1518197"/>
              <a:gd name="connsiteX11" fmla="*/ 0 w 9498612"/>
              <a:gd name="connsiteY11" fmla="*/ 1456651 h 1518197"/>
              <a:gd name="connsiteX12" fmla="*/ 8792 w 9498612"/>
              <a:gd name="connsiteY12" fmla="*/ 595005 h 1518197"/>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8612" h="1552908">
                <a:moveTo>
                  <a:pt x="8792" y="629716"/>
                </a:moveTo>
                <a:cubicBezTo>
                  <a:pt x="671146" y="635577"/>
                  <a:pt x="973014" y="-123492"/>
                  <a:pt x="2057399" y="585754"/>
                </a:cubicBezTo>
                <a:cubicBezTo>
                  <a:pt x="3282459" y="1283277"/>
                  <a:pt x="3144209" y="1246028"/>
                  <a:pt x="3698995" y="1162301"/>
                </a:cubicBezTo>
                <a:cubicBezTo>
                  <a:pt x="4253781" y="1078574"/>
                  <a:pt x="4834377" y="232989"/>
                  <a:pt x="5386116" y="83389"/>
                </a:cubicBezTo>
                <a:cubicBezTo>
                  <a:pt x="5937855" y="-66211"/>
                  <a:pt x="6463751" y="-19649"/>
                  <a:pt x="7009426" y="264703"/>
                </a:cubicBezTo>
                <a:cubicBezTo>
                  <a:pt x="7646042" y="612966"/>
                  <a:pt x="8003791" y="1075589"/>
                  <a:pt x="8414099" y="1077054"/>
                </a:cubicBezTo>
                <a:cubicBezTo>
                  <a:pt x="8824407" y="1078519"/>
                  <a:pt x="9320464" y="250238"/>
                  <a:pt x="9498612" y="367238"/>
                </a:cubicBezTo>
                <a:cubicBezTo>
                  <a:pt x="9495681" y="669107"/>
                  <a:pt x="9472246" y="1233455"/>
                  <a:pt x="9469315" y="1535324"/>
                </a:cubicBezTo>
                <a:lnTo>
                  <a:pt x="7253653" y="1526531"/>
                </a:lnTo>
                <a:lnTo>
                  <a:pt x="4826976" y="1552908"/>
                </a:lnTo>
                <a:lnTo>
                  <a:pt x="2751992" y="1544116"/>
                </a:lnTo>
                <a:lnTo>
                  <a:pt x="0" y="1491362"/>
                </a:lnTo>
                <a:cubicBezTo>
                  <a:pt x="2931" y="1207077"/>
                  <a:pt x="-2932" y="931585"/>
                  <a:pt x="8792" y="629716"/>
                </a:cubicBezTo>
                <a:close/>
              </a:path>
            </a:pathLst>
          </a:custGeom>
          <a:gradFill>
            <a:gsLst>
              <a:gs pos="0">
                <a:srgbClr val="EFFCFF"/>
              </a:gs>
              <a:gs pos="50000">
                <a:schemeClr val="accent4">
                  <a:lumMod val="40000"/>
                  <a:lumOff val="60000"/>
                </a:schemeClr>
              </a:gs>
              <a:gs pos="100000">
                <a:schemeClr val="bg1"/>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hteck 17">
            <a:extLst>
              <a:ext uri="{FF2B5EF4-FFF2-40B4-BE49-F238E27FC236}">
                <a16:creationId xmlns:a16="http://schemas.microsoft.com/office/drawing/2014/main" id="{CC725B46-0C45-739A-5F70-B406CA67BC59}"/>
              </a:ext>
            </a:extLst>
          </p:cNvPr>
          <p:cNvSpPr/>
          <p:nvPr/>
        </p:nvSpPr>
        <p:spPr>
          <a:xfrm>
            <a:off x="-7747" y="6538183"/>
            <a:ext cx="12207494" cy="319817"/>
          </a:xfrm>
          <a:prstGeom prst="rect">
            <a:avLst/>
          </a:prstGeom>
          <a:solidFill>
            <a:srgbClr val="8ECE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6" name="Straight Connector 5">
            <a:extLst>
              <a:ext uri="{FF2B5EF4-FFF2-40B4-BE49-F238E27FC236}">
                <a16:creationId xmlns:a16="http://schemas.microsoft.com/office/drawing/2014/main" id="{92FD7E98-668B-EE0C-ECD9-FB998C3BF601}"/>
              </a:ext>
            </a:extLst>
          </p:cNvPr>
          <p:cNvCxnSpPr/>
          <p:nvPr/>
        </p:nvCxnSpPr>
        <p:spPr>
          <a:xfrm>
            <a:off x="484418" y="1171879"/>
            <a:ext cx="11218984"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E756517A-CE8B-E1F3-9491-F79AF52E226F}"/>
              </a:ext>
            </a:extLst>
          </p:cNvPr>
          <p:cNvSpPr txBox="1"/>
          <p:nvPr/>
        </p:nvSpPr>
        <p:spPr>
          <a:xfrm>
            <a:off x="412716" y="6565449"/>
            <a:ext cx="1000125" cy="276999"/>
          </a:xfrm>
          <a:prstGeom prst="rect">
            <a:avLst/>
          </a:prstGeom>
          <a:noFill/>
        </p:spPr>
        <p:txBody>
          <a:bodyPr wrap="square" rtlCol="0">
            <a:spAutoFit/>
          </a:bodyPr>
          <a:lstStyle/>
          <a:p>
            <a:r>
              <a:rPr lang="en-US" sz="1200" dirty="0">
                <a:solidFill>
                  <a:schemeClr val="bg1"/>
                </a:solidFill>
              </a:rPr>
              <a:t>25/11/2025</a:t>
            </a:r>
          </a:p>
        </p:txBody>
      </p:sp>
      <p:sp>
        <p:nvSpPr>
          <p:cNvPr id="14" name="Slide Number Placeholder 5">
            <a:extLst>
              <a:ext uri="{FF2B5EF4-FFF2-40B4-BE49-F238E27FC236}">
                <a16:creationId xmlns:a16="http://schemas.microsoft.com/office/drawing/2014/main" id="{EC459639-8F72-2FCD-7C82-A30A1850B3D7}"/>
              </a:ext>
            </a:extLst>
          </p:cNvPr>
          <p:cNvSpPr txBox="1">
            <a:spLocks/>
          </p:cNvSpPr>
          <p:nvPr/>
        </p:nvSpPr>
        <p:spPr>
          <a:xfrm>
            <a:off x="1833304" y="6559591"/>
            <a:ext cx="287215" cy="29840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13F6232-4F06-48BA-8F69-BF531F607829}" type="slidenum">
              <a:rPr lang="en-GB" sz="1400" smtClean="0">
                <a:solidFill>
                  <a:schemeClr val="bg1"/>
                </a:solidFill>
              </a:rPr>
              <a:pPr/>
              <a:t>5</a:t>
            </a:fld>
            <a:endParaRPr lang="en-GB" sz="1400" dirty="0">
              <a:solidFill>
                <a:schemeClr val="bg1"/>
              </a:solidFill>
            </a:endParaRPr>
          </a:p>
        </p:txBody>
      </p:sp>
      <p:sp>
        <p:nvSpPr>
          <p:cNvPr id="16" name="TextBox 15">
            <a:extLst>
              <a:ext uri="{FF2B5EF4-FFF2-40B4-BE49-F238E27FC236}">
                <a16:creationId xmlns:a16="http://schemas.microsoft.com/office/drawing/2014/main" id="{E4FF50F0-ADA0-B781-ECDF-7D5AC366A851}"/>
              </a:ext>
            </a:extLst>
          </p:cNvPr>
          <p:cNvSpPr txBox="1"/>
          <p:nvPr/>
        </p:nvSpPr>
        <p:spPr>
          <a:xfrm>
            <a:off x="9172575" y="6542216"/>
            <a:ext cx="2787685" cy="276999"/>
          </a:xfrm>
          <a:prstGeom prst="rect">
            <a:avLst/>
          </a:prstGeom>
          <a:noFill/>
        </p:spPr>
        <p:txBody>
          <a:bodyPr wrap="square" rtlCol="0">
            <a:spAutoFit/>
          </a:bodyPr>
          <a:lstStyle/>
          <a:p>
            <a:r>
              <a:rPr lang="en-US" sz="1200" dirty="0">
                <a:solidFill>
                  <a:schemeClr val="bg1"/>
                </a:solidFill>
              </a:rPr>
              <a:t>Load &amp; Dynamics Team/ Optimus Syria</a:t>
            </a:r>
          </a:p>
        </p:txBody>
      </p:sp>
      <p:sp>
        <p:nvSpPr>
          <p:cNvPr id="19" name="Title 6">
            <a:extLst>
              <a:ext uri="{FF2B5EF4-FFF2-40B4-BE49-F238E27FC236}">
                <a16:creationId xmlns:a16="http://schemas.microsoft.com/office/drawing/2014/main" id="{83F850BC-A0BF-35F6-B142-67BAECB500D7}"/>
              </a:ext>
            </a:extLst>
          </p:cNvPr>
          <p:cNvSpPr>
            <a:spLocks noGrp="1"/>
          </p:cNvSpPr>
          <p:nvPr>
            <p:ph type="title"/>
          </p:nvPr>
        </p:nvSpPr>
        <p:spPr>
          <a:xfrm>
            <a:off x="475626" y="363628"/>
            <a:ext cx="10515600" cy="937132"/>
          </a:xfrm>
        </p:spPr>
        <p:txBody>
          <a:bodyPr>
            <a:normAutofit/>
          </a:bodyPr>
          <a:lstStyle/>
          <a:p>
            <a:r>
              <a:rPr lang="en-US" dirty="0"/>
              <a:t>DLC 7.1 Simulation Result</a:t>
            </a:r>
          </a:p>
        </p:txBody>
      </p:sp>
      <p:sp>
        <p:nvSpPr>
          <p:cNvPr id="2" name="TextBox 1">
            <a:extLst>
              <a:ext uri="{FF2B5EF4-FFF2-40B4-BE49-F238E27FC236}">
                <a16:creationId xmlns:a16="http://schemas.microsoft.com/office/drawing/2014/main" id="{1EB2A037-32B7-1386-217D-B0F33DC7C25B}"/>
              </a:ext>
            </a:extLst>
          </p:cNvPr>
          <p:cNvSpPr txBox="1"/>
          <p:nvPr/>
        </p:nvSpPr>
        <p:spPr>
          <a:xfrm>
            <a:off x="4629394" y="6576994"/>
            <a:ext cx="2887161" cy="461665"/>
          </a:xfrm>
          <a:prstGeom prst="rect">
            <a:avLst/>
          </a:prstGeom>
          <a:noFill/>
        </p:spPr>
        <p:txBody>
          <a:bodyPr wrap="square" rtlCol="0">
            <a:spAutoFit/>
          </a:bodyPr>
          <a:lstStyle/>
          <a:p>
            <a:pPr algn="ctr"/>
            <a:r>
              <a:rPr lang="en-US" sz="1200" dirty="0">
                <a:solidFill>
                  <a:schemeClr val="bg1"/>
                </a:solidFill>
              </a:rPr>
              <a:t>Paresh </a:t>
            </a:r>
            <a:r>
              <a:rPr lang="en-US" sz="1200" dirty="0" err="1">
                <a:solidFill>
                  <a:schemeClr val="bg1"/>
                </a:solidFill>
              </a:rPr>
              <a:t>Nakum</a:t>
            </a:r>
            <a:endParaRPr lang="en-US" sz="1200" dirty="0">
              <a:solidFill>
                <a:schemeClr val="bg1"/>
              </a:solidFill>
            </a:endParaRPr>
          </a:p>
          <a:p>
            <a:pPr algn="ctr"/>
            <a:endParaRPr lang="en-US" sz="1200" dirty="0"/>
          </a:p>
        </p:txBody>
      </p:sp>
      <p:pic>
        <p:nvPicPr>
          <p:cNvPr id="4" name="Picture 3" descr="A screen shot of a graph&#10;&#10;AI-generated content may be incorrect.">
            <a:extLst>
              <a:ext uri="{FF2B5EF4-FFF2-40B4-BE49-F238E27FC236}">
                <a16:creationId xmlns:a16="http://schemas.microsoft.com/office/drawing/2014/main" id="{49DEEAF8-57AB-D556-C53F-F82D369919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626" y="1204036"/>
            <a:ext cx="9838413" cy="2581035"/>
          </a:xfrm>
          <a:prstGeom prst="rect">
            <a:avLst/>
          </a:prstGeom>
        </p:spPr>
      </p:pic>
      <p:pic>
        <p:nvPicPr>
          <p:cNvPr id="12" name="Picture 11" descr="A screenshot of a graph&#10;&#10;AI-generated content may be incorrect.">
            <a:extLst>
              <a:ext uri="{FF2B5EF4-FFF2-40B4-BE49-F238E27FC236}">
                <a16:creationId xmlns:a16="http://schemas.microsoft.com/office/drawing/2014/main" id="{3582D037-35C3-8E63-236F-C3B5DB7F259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5626" y="3835626"/>
            <a:ext cx="9838413" cy="2652002"/>
          </a:xfrm>
          <a:prstGeom prst="rect">
            <a:avLst/>
          </a:prstGeom>
        </p:spPr>
      </p:pic>
      <p:sp>
        <p:nvSpPr>
          <p:cNvPr id="17" name="TextBox 16">
            <a:extLst>
              <a:ext uri="{FF2B5EF4-FFF2-40B4-BE49-F238E27FC236}">
                <a16:creationId xmlns:a16="http://schemas.microsoft.com/office/drawing/2014/main" id="{C5338A9D-E165-020C-8FA1-174B6B9C3998}"/>
              </a:ext>
            </a:extLst>
          </p:cNvPr>
          <p:cNvSpPr txBox="1"/>
          <p:nvPr/>
        </p:nvSpPr>
        <p:spPr>
          <a:xfrm>
            <a:off x="10548258" y="1484671"/>
            <a:ext cx="1083304" cy="923330"/>
          </a:xfrm>
          <a:prstGeom prst="rect">
            <a:avLst/>
          </a:prstGeom>
          <a:noFill/>
        </p:spPr>
        <p:txBody>
          <a:bodyPr wrap="square" rtlCol="0">
            <a:spAutoFit/>
          </a:bodyPr>
          <a:lstStyle/>
          <a:p>
            <a:r>
              <a:rPr lang="en-US" dirty="0"/>
              <a:t>Wind direction</a:t>
            </a:r>
          </a:p>
          <a:p>
            <a:r>
              <a:rPr lang="en-US" dirty="0"/>
              <a:t>0 Deg</a:t>
            </a:r>
          </a:p>
        </p:txBody>
      </p:sp>
      <p:sp>
        <p:nvSpPr>
          <p:cNvPr id="20" name="TextBox 19">
            <a:extLst>
              <a:ext uri="{FF2B5EF4-FFF2-40B4-BE49-F238E27FC236}">
                <a16:creationId xmlns:a16="http://schemas.microsoft.com/office/drawing/2014/main" id="{3A50E72A-ADAE-1C1F-7794-9B195E5AA516}"/>
              </a:ext>
            </a:extLst>
          </p:cNvPr>
          <p:cNvSpPr txBox="1"/>
          <p:nvPr/>
        </p:nvSpPr>
        <p:spPr>
          <a:xfrm>
            <a:off x="10658167" y="3924992"/>
            <a:ext cx="1083304" cy="923330"/>
          </a:xfrm>
          <a:prstGeom prst="rect">
            <a:avLst/>
          </a:prstGeom>
          <a:noFill/>
        </p:spPr>
        <p:txBody>
          <a:bodyPr wrap="square" rtlCol="0">
            <a:spAutoFit/>
          </a:bodyPr>
          <a:lstStyle/>
          <a:p>
            <a:r>
              <a:rPr lang="en-US" dirty="0"/>
              <a:t>Wind direction</a:t>
            </a:r>
          </a:p>
          <a:p>
            <a:r>
              <a:rPr lang="en-US" dirty="0"/>
              <a:t>60 Deg</a:t>
            </a:r>
          </a:p>
        </p:txBody>
      </p:sp>
    </p:spTree>
    <p:extLst>
      <p:ext uri="{BB962C8B-B14F-4D97-AF65-F5344CB8AC3E}">
        <p14:creationId xmlns:p14="http://schemas.microsoft.com/office/powerpoint/2010/main" val="834871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B201D-826A-7749-7592-779179370905}"/>
            </a:ext>
          </a:extLst>
        </p:cNvPr>
        <p:cNvGrpSpPr/>
        <p:nvPr/>
      </p:nvGrpSpPr>
      <p:grpSpPr>
        <a:xfrm>
          <a:off x="0" y="0"/>
          <a:ext cx="0" cy="0"/>
          <a:chOff x="0" y="0"/>
          <a:chExt cx="0" cy="0"/>
        </a:xfrm>
      </p:grpSpPr>
      <p:sp>
        <p:nvSpPr>
          <p:cNvPr id="11" name="Free-form: Shape 13">
            <a:extLst>
              <a:ext uri="{FF2B5EF4-FFF2-40B4-BE49-F238E27FC236}">
                <a16:creationId xmlns:a16="http://schemas.microsoft.com/office/drawing/2014/main" id="{8E6EB35F-8DD5-F9A7-2CFC-2F94F0AA32F7}"/>
              </a:ext>
            </a:extLst>
          </p:cNvPr>
          <p:cNvSpPr/>
          <p:nvPr/>
        </p:nvSpPr>
        <p:spPr>
          <a:xfrm rot="10800000">
            <a:off x="-35168" y="277945"/>
            <a:ext cx="12216286" cy="898824"/>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46954 h 1270146"/>
              <a:gd name="connsiteX1" fmla="*/ 2358147 w 9478107"/>
              <a:gd name="connsiteY1" fmla="*/ 302992 h 1270146"/>
              <a:gd name="connsiteX2" fmla="*/ 4457699 w 9478107"/>
              <a:gd name="connsiteY2" fmla="*/ 373331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72464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755857 w 9478107"/>
              <a:gd name="connsiteY4" fmla="*/ 446231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557637 w 9478107"/>
              <a:gd name="connsiteY4" fmla="*/ 716768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15627 w 9484942"/>
              <a:gd name="connsiteY0" fmla="*/ 346954 h 1277035"/>
              <a:gd name="connsiteX1" fmla="*/ 2364982 w 9484942"/>
              <a:gd name="connsiteY1" fmla="*/ 302992 h 1277035"/>
              <a:gd name="connsiteX2" fmla="*/ 5134381 w 9484942"/>
              <a:gd name="connsiteY2" fmla="*/ 115678 h 1277035"/>
              <a:gd name="connsiteX3" fmla="*/ 7091448 w 9484942"/>
              <a:gd name="connsiteY3" fmla="*/ 647346 h 1277035"/>
              <a:gd name="connsiteX4" fmla="*/ 8564472 w 9484942"/>
              <a:gd name="connsiteY4" fmla="*/ 716768 h 1277035"/>
              <a:gd name="connsiteX5" fmla="*/ 9484942 w 9484942"/>
              <a:gd name="connsiteY5" fmla="*/ 346954 h 1277035"/>
              <a:gd name="connsiteX6" fmla="*/ 9476150 w 9484942"/>
              <a:gd name="connsiteY6" fmla="*/ 1252562 h 1277035"/>
              <a:gd name="connsiteX7" fmla="*/ 7260488 w 9484942"/>
              <a:gd name="connsiteY7" fmla="*/ 1243769 h 1277035"/>
              <a:gd name="connsiteX8" fmla="*/ 4833811 w 9484942"/>
              <a:gd name="connsiteY8" fmla="*/ 1270146 h 1277035"/>
              <a:gd name="connsiteX9" fmla="*/ 2758827 w 9484942"/>
              <a:gd name="connsiteY9" fmla="*/ 1261354 h 1277035"/>
              <a:gd name="connsiteX10" fmla="*/ 0 w 9484942"/>
              <a:gd name="connsiteY10" fmla="*/ 1273013 h 1277035"/>
              <a:gd name="connsiteX11" fmla="*/ 15627 w 9484942"/>
              <a:gd name="connsiteY11" fmla="*/ 346954 h 1277035"/>
              <a:gd name="connsiteX0" fmla="*/ 15627 w 9484942"/>
              <a:gd name="connsiteY0" fmla="*/ 346954 h 1300002"/>
              <a:gd name="connsiteX1" fmla="*/ 2364982 w 9484942"/>
              <a:gd name="connsiteY1" fmla="*/ 302992 h 1300002"/>
              <a:gd name="connsiteX2" fmla="*/ 5134381 w 9484942"/>
              <a:gd name="connsiteY2" fmla="*/ 115678 h 1300002"/>
              <a:gd name="connsiteX3" fmla="*/ 7091448 w 9484942"/>
              <a:gd name="connsiteY3" fmla="*/ 647346 h 1300002"/>
              <a:gd name="connsiteX4" fmla="*/ 8564472 w 9484942"/>
              <a:gd name="connsiteY4" fmla="*/ 716768 h 1300002"/>
              <a:gd name="connsiteX5" fmla="*/ 9484942 w 9484942"/>
              <a:gd name="connsiteY5" fmla="*/ 346954 h 1300002"/>
              <a:gd name="connsiteX6" fmla="*/ 9476150 w 9484942"/>
              <a:gd name="connsiteY6" fmla="*/ 1252562 h 1300002"/>
              <a:gd name="connsiteX7" fmla="*/ 7260488 w 9484942"/>
              <a:gd name="connsiteY7" fmla="*/ 1243769 h 1300002"/>
              <a:gd name="connsiteX8" fmla="*/ 4833811 w 9484942"/>
              <a:gd name="connsiteY8" fmla="*/ 1270146 h 1300002"/>
              <a:gd name="connsiteX9" fmla="*/ 2779333 w 9484942"/>
              <a:gd name="connsiteY9" fmla="*/ 1300002 h 1300002"/>
              <a:gd name="connsiteX10" fmla="*/ 0 w 9484942"/>
              <a:gd name="connsiteY10" fmla="*/ 1273013 h 1300002"/>
              <a:gd name="connsiteX11" fmla="*/ 15627 w 9484942"/>
              <a:gd name="connsiteY11" fmla="*/ 346954 h 1300002"/>
              <a:gd name="connsiteX0" fmla="*/ 15627 w 9484942"/>
              <a:gd name="connsiteY0" fmla="*/ 346954 h 1346830"/>
              <a:gd name="connsiteX1" fmla="*/ 2364982 w 9484942"/>
              <a:gd name="connsiteY1" fmla="*/ 302992 h 1346830"/>
              <a:gd name="connsiteX2" fmla="*/ 5134381 w 9484942"/>
              <a:gd name="connsiteY2" fmla="*/ 115678 h 1346830"/>
              <a:gd name="connsiteX3" fmla="*/ 7091448 w 9484942"/>
              <a:gd name="connsiteY3" fmla="*/ 647346 h 1346830"/>
              <a:gd name="connsiteX4" fmla="*/ 8564472 w 9484942"/>
              <a:gd name="connsiteY4" fmla="*/ 716768 h 1346830"/>
              <a:gd name="connsiteX5" fmla="*/ 9484942 w 9484942"/>
              <a:gd name="connsiteY5" fmla="*/ 346954 h 1346830"/>
              <a:gd name="connsiteX6" fmla="*/ 9476150 w 9484942"/>
              <a:gd name="connsiteY6" fmla="*/ 1252562 h 1346830"/>
              <a:gd name="connsiteX7" fmla="*/ 7267323 w 9484942"/>
              <a:gd name="connsiteY7" fmla="*/ 1346830 h 1346830"/>
              <a:gd name="connsiteX8" fmla="*/ 4833811 w 9484942"/>
              <a:gd name="connsiteY8" fmla="*/ 1270146 h 1346830"/>
              <a:gd name="connsiteX9" fmla="*/ 2779333 w 9484942"/>
              <a:gd name="connsiteY9" fmla="*/ 1300002 h 1346830"/>
              <a:gd name="connsiteX10" fmla="*/ 0 w 9484942"/>
              <a:gd name="connsiteY10" fmla="*/ 1273013 h 1346830"/>
              <a:gd name="connsiteX11" fmla="*/ 15627 w 9484942"/>
              <a:gd name="connsiteY11" fmla="*/ 346954 h 1346830"/>
              <a:gd name="connsiteX0" fmla="*/ 15627 w 9484942"/>
              <a:gd name="connsiteY0" fmla="*/ 346954 h 1308182"/>
              <a:gd name="connsiteX1" fmla="*/ 2364982 w 9484942"/>
              <a:gd name="connsiteY1" fmla="*/ 302992 h 1308182"/>
              <a:gd name="connsiteX2" fmla="*/ 5134381 w 9484942"/>
              <a:gd name="connsiteY2" fmla="*/ 115678 h 1308182"/>
              <a:gd name="connsiteX3" fmla="*/ 7091448 w 9484942"/>
              <a:gd name="connsiteY3" fmla="*/ 647346 h 1308182"/>
              <a:gd name="connsiteX4" fmla="*/ 8564472 w 9484942"/>
              <a:gd name="connsiteY4" fmla="*/ 716768 h 1308182"/>
              <a:gd name="connsiteX5" fmla="*/ 9484942 w 9484942"/>
              <a:gd name="connsiteY5" fmla="*/ 346954 h 1308182"/>
              <a:gd name="connsiteX6" fmla="*/ 9476150 w 9484942"/>
              <a:gd name="connsiteY6" fmla="*/ 1252562 h 1308182"/>
              <a:gd name="connsiteX7" fmla="*/ 7246817 w 9484942"/>
              <a:gd name="connsiteY7" fmla="*/ 1308182 h 1308182"/>
              <a:gd name="connsiteX8" fmla="*/ 4833811 w 9484942"/>
              <a:gd name="connsiteY8" fmla="*/ 1270146 h 1308182"/>
              <a:gd name="connsiteX9" fmla="*/ 2779333 w 9484942"/>
              <a:gd name="connsiteY9" fmla="*/ 1300002 h 1308182"/>
              <a:gd name="connsiteX10" fmla="*/ 0 w 9484942"/>
              <a:gd name="connsiteY10" fmla="*/ 1273013 h 1308182"/>
              <a:gd name="connsiteX11" fmla="*/ 15627 w 9484942"/>
              <a:gd name="connsiteY11" fmla="*/ 346954 h 1308182"/>
              <a:gd name="connsiteX0" fmla="*/ 15627 w 9496987"/>
              <a:gd name="connsiteY0" fmla="*/ 346954 h 1316976"/>
              <a:gd name="connsiteX1" fmla="*/ 2364982 w 9496987"/>
              <a:gd name="connsiteY1" fmla="*/ 302992 h 1316976"/>
              <a:gd name="connsiteX2" fmla="*/ 5134381 w 9496987"/>
              <a:gd name="connsiteY2" fmla="*/ 115678 h 1316976"/>
              <a:gd name="connsiteX3" fmla="*/ 7091448 w 9496987"/>
              <a:gd name="connsiteY3" fmla="*/ 647346 h 1316976"/>
              <a:gd name="connsiteX4" fmla="*/ 8564472 w 9496987"/>
              <a:gd name="connsiteY4" fmla="*/ 716768 h 1316976"/>
              <a:gd name="connsiteX5" fmla="*/ 9484942 w 9496987"/>
              <a:gd name="connsiteY5" fmla="*/ 346954 h 1316976"/>
              <a:gd name="connsiteX6" fmla="*/ 9496656 w 9496987"/>
              <a:gd name="connsiteY6" fmla="*/ 1316976 h 1316976"/>
              <a:gd name="connsiteX7" fmla="*/ 7246817 w 9496987"/>
              <a:gd name="connsiteY7" fmla="*/ 1308182 h 1316976"/>
              <a:gd name="connsiteX8" fmla="*/ 4833811 w 9496987"/>
              <a:gd name="connsiteY8" fmla="*/ 1270146 h 1316976"/>
              <a:gd name="connsiteX9" fmla="*/ 2779333 w 9496987"/>
              <a:gd name="connsiteY9" fmla="*/ 1300002 h 1316976"/>
              <a:gd name="connsiteX10" fmla="*/ 0 w 9496987"/>
              <a:gd name="connsiteY10" fmla="*/ 1273013 h 1316976"/>
              <a:gd name="connsiteX11" fmla="*/ 15627 w 9496987"/>
              <a:gd name="connsiteY11" fmla="*/ 346954 h 131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96987" h="1316976">
                <a:moveTo>
                  <a:pt x="15627" y="346954"/>
                </a:moveTo>
                <a:cubicBezTo>
                  <a:pt x="677981" y="352815"/>
                  <a:pt x="1280597" y="-406254"/>
                  <a:pt x="2364982" y="302992"/>
                </a:cubicBezTo>
                <a:cubicBezTo>
                  <a:pt x="3590042" y="1000515"/>
                  <a:pt x="4346637" y="58286"/>
                  <a:pt x="5134381" y="115678"/>
                </a:cubicBezTo>
                <a:cubicBezTo>
                  <a:pt x="5922125" y="173070"/>
                  <a:pt x="6479894" y="562194"/>
                  <a:pt x="7091448" y="647346"/>
                </a:cubicBezTo>
                <a:cubicBezTo>
                  <a:pt x="7703002" y="732498"/>
                  <a:pt x="8165556" y="766833"/>
                  <a:pt x="8564472" y="716768"/>
                </a:cubicBezTo>
                <a:cubicBezTo>
                  <a:pt x="8963388" y="666703"/>
                  <a:pt x="9372868" y="242625"/>
                  <a:pt x="9484942" y="346954"/>
                </a:cubicBezTo>
                <a:cubicBezTo>
                  <a:pt x="9482011" y="648823"/>
                  <a:pt x="9499587" y="1015107"/>
                  <a:pt x="9496656" y="1316976"/>
                </a:cubicBezTo>
                <a:lnTo>
                  <a:pt x="7246817" y="1308182"/>
                </a:lnTo>
                <a:lnTo>
                  <a:pt x="4833811" y="1270146"/>
                </a:lnTo>
                <a:lnTo>
                  <a:pt x="2779333" y="1300002"/>
                </a:lnTo>
                <a:lnTo>
                  <a:pt x="0" y="1273013"/>
                </a:lnTo>
                <a:cubicBezTo>
                  <a:pt x="2931" y="988728"/>
                  <a:pt x="3903" y="648823"/>
                  <a:pt x="15627" y="346954"/>
                </a:cubicBezTo>
                <a:close/>
              </a:path>
            </a:pathLst>
          </a:custGeom>
          <a:gradFill flip="none" rotWithShape="1">
            <a:gsLst>
              <a:gs pos="0">
                <a:schemeClr val="accent4">
                  <a:lumMod val="20000"/>
                  <a:lumOff val="80000"/>
                </a:schemeClr>
              </a:gs>
              <a:gs pos="50000">
                <a:schemeClr val="bg1"/>
              </a:gs>
              <a:gs pos="100000">
                <a:schemeClr val="accent4">
                  <a:lumMod val="20000"/>
                  <a:lumOff val="80000"/>
                </a:schemeClr>
              </a:gs>
            </a:gsLst>
            <a:lin ang="0" scaled="1"/>
            <a:tileRect/>
          </a:gradFill>
          <a:ln w="15875">
            <a:solidFill>
              <a:schemeClr val="accent1">
                <a:alpha val="0"/>
              </a:schemeClr>
            </a:solid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Free-form: Shape 13">
            <a:extLst>
              <a:ext uri="{FF2B5EF4-FFF2-40B4-BE49-F238E27FC236}">
                <a16:creationId xmlns:a16="http://schemas.microsoft.com/office/drawing/2014/main" id="{E608897A-822C-CAFA-ED5F-DCD20B8A00F8}"/>
              </a:ext>
            </a:extLst>
          </p:cNvPr>
          <p:cNvSpPr/>
          <p:nvPr/>
        </p:nvSpPr>
        <p:spPr>
          <a:xfrm rot="10800000">
            <a:off x="-2090" y="-10376"/>
            <a:ext cx="12192000" cy="898826"/>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78107" h="1273677">
                <a:moveTo>
                  <a:pt x="8792" y="350485"/>
                </a:moveTo>
                <a:cubicBezTo>
                  <a:pt x="671146" y="356346"/>
                  <a:pt x="973014" y="-402723"/>
                  <a:pt x="2057399" y="306523"/>
                </a:cubicBezTo>
                <a:cubicBezTo>
                  <a:pt x="3282459" y="1004046"/>
                  <a:pt x="3979984" y="611323"/>
                  <a:pt x="4457699" y="376862"/>
                </a:cubicBezTo>
                <a:cubicBezTo>
                  <a:pt x="5723792" y="-223945"/>
                  <a:pt x="6216161" y="-7069"/>
                  <a:pt x="7016261" y="341693"/>
                </a:cubicBezTo>
                <a:cubicBezTo>
                  <a:pt x="8672145" y="977671"/>
                  <a:pt x="8657492" y="347554"/>
                  <a:pt x="9478107" y="350485"/>
                </a:cubicBezTo>
                <a:cubicBezTo>
                  <a:pt x="9475176" y="652354"/>
                  <a:pt x="9472246" y="954224"/>
                  <a:pt x="9469315" y="1256093"/>
                </a:cubicBezTo>
                <a:lnTo>
                  <a:pt x="7253653" y="1247300"/>
                </a:lnTo>
                <a:lnTo>
                  <a:pt x="4826976" y="1273677"/>
                </a:lnTo>
                <a:lnTo>
                  <a:pt x="2751992" y="1264885"/>
                </a:lnTo>
                <a:lnTo>
                  <a:pt x="0" y="1212131"/>
                </a:lnTo>
                <a:cubicBezTo>
                  <a:pt x="2931" y="927846"/>
                  <a:pt x="-2932" y="652354"/>
                  <a:pt x="8792" y="350485"/>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Shape 13">
            <a:extLst>
              <a:ext uri="{FF2B5EF4-FFF2-40B4-BE49-F238E27FC236}">
                <a16:creationId xmlns:a16="http://schemas.microsoft.com/office/drawing/2014/main" id="{03D21754-4C0E-450C-DC14-0A3B63B5D4ED}"/>
              </a:ext>
            </a:extLst>
          </p:cNvPr>
          <p:cNvSpPr/>
          <p:nvPr/>
        </p:nvSpPr>
        <p:spPr>
          <a:xfrm rot="10800000">
            <a:off x="-26376" y="-237830"/>
            <a:ext cx="12218376" cy="965187"/>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8414099 w 9478107"/>
              <a:gd name="connsiteY4" fmla="*/ 797823 h 1273677"/>
              <a:gd name="connsiteX5" fmla="*/ 9478107 w 9478107"/>
              <a:gd name="connsiteY5" fmla="*/ 350485 h 1273677"/>
              <a:gd name="connsiteX6" fmla="*/ 9469315 w 9478107"/>
              <a:gd name="connsiteY6" fmla="*/ 1256093 h 1273677"/>
              <a:gd name="connsiteX7" fmla="*/ 7253653 w 9478107"/>
              <a:gd name="connsiteY7" fmla="*/ 1247300 h 1273677"/>
              <a:gd name="connsiteX8" fmla="*/ 4826976 w 9478107"/>
              <a:gd name="connsiteY8" fmla="*/ 1273677 h 1273677"/>
              <a:gd name="connsiteX9" fmla="*/ 2751992 w 9478107"/>
              <a:gd name="connsiteY9" fmla="*/ 1264885 h 1273677"/>
              <a:gd name="connsiteX10" fmla="*/ 0 w 9478107"/>
              <a:gd name="connsiteY10" fmla="*/ 1212131 h 1273677"/>
              <a:gd name="connsiteX11" fmla="*/ 8792 w 9478107"/>
              <a:gd name="connsiteY11" fmla="*/ 350485 h 1273677"/>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98612"/>
              <a:gd name="connsiteY0" fmla="*/ 463370 h 1386562"/>
              <a:gd name="connsiteX1" fmla="*/ 2057399 w 9498612"/>
              <a:gd name="connsiteY1" fmla="*/ 419408 h 1386562"/>
              <a:gd name="connsiteX2" fmla="*/ 4457699 w 9498612"/>
              <a:gd name="connsiteY2" fmla="*/ 489747 h 1386562"/>
              <a:gd name="connsiteX3" fmla="*/ 7009426 w 9498612"/>
              <a:gd name="connsiteY3" fmla="*/ 98357 h 1386562"/>
              <a:gd name="connsiteX4" fmla="*/ 8414099 w 9498612"/>
              <a:gd name="connsiteY4" fmla="*/ 910708 h 1386562"/>
              <a:gd name="connsiteX5" fmla="*/ 9498612 w 9498612"/>
              <a:gd name="connsiteY5" fmla="*/ 200892 h 1386562"/>
              <a:gd name="connsiteX6" fmla="*/ 9469315 w 9498612"/>
              <a:gd name="connsiteY6" fmla="*/ 1368978 h 1386562"/>
              <a:gd name="connsiteX7" fmla="*/ 7253653 w 9498612"/>
              <a:gd name="connsiteY7" fmla="*/ 1360185 h 1386562"/>
              <a:gd name="connsiteX8" fmla="*/ 4826976 w 9498612"/>
              <a:gd name="connsiteY8" fmla="*/ 1386562 h 1386562"/>
              <a:gd name="connsiteX9" fmla="*/ 2751992 w 9498612"/>
              <a:gd name="connsiteY9" fmla="*/ 1377770 h 1386562"/>
              <a:gd name="connsiteX10" fmla="*/ 0 w 9498612"/>
              <a:gd name="connsiteY10" fmla="*/ 1325016 h 1386562"/>
              <a:gd name="connsiteX11" fmla="*/ 8792 w 9498612"/>
              <a:gd name="connsiteY11" fmla="*/ 463370 h 1386562"/>
              <a:gd name="connsiteX0" fmla="*/ 8792 w 9498612"/>
              <a:gd name="connsiteY0" fmla="*/ 444298 h 1367490"/>
              <a:gd name="connsiteX1" fmla="*/ 2057399 w 9498612"/>
              <a:gd name="connsiteY1" fmla="*/ 400336 h 1367490"/>
              <a:gd name="connsiteX2" fmla="*/ 4320995 w 9498612"/>
              <a:gd name="connsiteY2" fmla="*/ 695656 h 1367490"/>
              <a:gd name="connsiteX3" fmla="*/ 7009426 w 9498612"/>
              <a:gd name="connsiteY3" fmla="*/ 79285 h 1367490"/>
              <a:gd name="connsiteX4" fmla="*/ 8414099 w 9498612"/>
              <a:gd name="connsiteY4" fmla="*/ 891636 h 1367490"/>
              <a:gd name="connsiteX5" fmla="*/ 9498612 w 9498612"/>
              <a:gd name="connsiteY5" fmla="*/ 181820 h 1367490"/>
              <a:gd name="connsiteX6" fmla="*/ 9469315 w 9498612"/>
              <a:gd name="connsiteY6" fmla="*/ 1349906 h 1367490"/>
              <a:gd name="connsiteX7" fmla="*/ 7253653 w 9498612"/>
              <a:gd name="connsiteY7" fmla="*/ 1341113 h 1367490"/>
              <a:gd name="connsiteX8" fmla="*/ 4826976 w 9498612"/>
              <a:gd name="connsiteY8" fmla="*/ 1367490 h 1367490"/>
              <a:gd name="connsiteX9" fmla="*/ 2751992 w 9498612"/>
              <a:gd name="connsiteY9" fmla="*/ 1358698 h 1367490"/>
              <a:gd name="connsiteX10" fmla="*/ 0 w 9498612"/>
              <a:gd name="connsiteY10" fmla="*/ 1305944 h 1367490"/>
              <a:gd name="connsiteX11" fmla="*/ 8792 w 9498612"/>
              <a:gd name="connsiteY11" fmla="*/ 444298 h 1367490"/>
              <a:gd name="connsiteX0" fmla="*/ 8792 w 9498612"/>
              <a:gd name="connsiteY0" fmla="*/ 428789 h 1351981"/>
              <a:gd name="connsiteX1" fmla="*/ 2057399 w 9498612"/>
              <a:gd name="connsiteY1" fmla="*/ 384827 h 1351981"/>
              <a:gd name="connsiteX2" fmla="*/ 3698995 w 9498612"/>
              <a:gd name="connsiteY2" fmla="*/ 961374 h 1351981"/>
              <a:gd name="connsiteX3" fmla="*/ 7009426 w 9498612"/>
              <a:gd name="connsiteY3" fmla="*/ 63776 h 1351981"/>
              <a:gd name="connsiteX4" fmla="*/ 8414099 w 9498612"/>
              <a:gd name="connsiteY4" fmla="*/ 876127 h 1351981"/>
              <a:gd name="connsiteX5" fmla="*/ 9498612 w 9498612"/>
              <a:gd name="connsiteY5" fmla="*/ 166311 h 1351981"/>
              <a:gd name="connsiteX6" fmla="*/ 9469315 w 9498612"/>
              <a:gd name="connsiteY6" fmla="*/ 1334397 h 1351981"/>
              <a:gd name="connsiteX7" fmla="*/ 7253653 w 9498612"/>
              <a:gd name="connsiteY7" fmla="*/ 1325604 h 1351981"/>
              <a:gd name="connsiteX8" fmla="*/ 4826976 w 9498612"/>
              <a:gd name="connsiteY8" fmla="*/ 1351981 h 1351981"/>
              <a:gd name="connsiteX9" fmla="*/ 2751992 w 9498612"/>
              <a:gd name="connsiteY9" fmla="*/ 1343189 h 1351981"/>
              <a:gd name="connsiteX10" fmla="*/ 0 w 9498612"/>
              <a:gd name="connsiteY10" fmla="*/ 1290435 h 1351981"/>
              <a:gd name="connsiteX11" fmla="*/ 8792 w 9498612"/>
              <a:gd name="connsiteY11" fmla="*/ 428789 h 1351981"/>
              <a:gd name="connsiteX0" fmla="*/ 8792 w 9498612"/>
              <a:gd name="connsiteY0" fmla="*/ 595005 h 1518197"/>
              <a:gd name="connsiteX1" fmla="*/ 2057399 w 9498612"/>
              <a:gd name="connsiteY1" fmla="*/ 551043 h 1518197"/>
              <a:gd name="connsiteX2" fmla="*/ 3698995 w 9498612"/>
              <a:gd name="connsiteY2" fmla="*/ 1127590 h 1518197"/>
              <a:gd name="connsiteX3" fmla="*/ 5386116 w 9498612"/>
              <a:gd name="connsiteY3" fmla="*/ 48678 h 1518197"/>
              <a:gd name="connsiteX4" fmla="*/ 7009426 w 9498612"/>
              <a:gd name="connsiteY4" fmla="*/ 229992 h 1518197"/>
              <a:gd name="connsiteX5" fmla="*/ 8414099 w 9498612"/>
              <a:gd name="connsiteY5" fmla="*/ 1042343 h 1518197"/>
              <a:gd name="connsiteX6" fmla="*/ 9498612 w 9498612"/>
              <a:gd name="connsiteY6" fmla="*/ 332527 h 1518197"/>
              <a:gd name="connsiteX7" fmla="*/ 9469315 w 9498612"/>
              <a:gd name="connsiteY7" fmla="*/ 1500613 h 1518197"/>
              <a:gd name="connsiteX8" fmla="*/ 7253653 w 9498612"/>
              <a:gd name="connsiteY8" fmla="*/ 1491820 h 1518197"/>
              <a:gd name="connsiteX9" fmla="*/ 4826976 w 9498612"/>
              <a:gd name="connsiteY9" fmla="*/ 1518197 h 1518197"/>
              <a:gd name="connsiteX10" fmla="*/ 2751992 w 9498612"/>
              <a:gd name="connsiteY10" fmla="*/ 1509405 h 1518197"/>
              <a:gd name="connsiteX11" fmla="*/ 0 w 9498612"/>
              <a:gd name="connsiteY11" fmla="*/ 1456651 h 1518197"/>
              <a:gd name="connsiteX12" fmla="*/ 8792 w 9498612"/>
              <a:gd name="connsiteY12" fmla="*/ 595005 h 1518197"/>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8612" h="1552908">
                <a:moveTo>
                  <a:pt x="8792" y="629716"/>
                </a:moveTo>
                <a:cubicBezTo>
                  <a:pt x="671146" y="635577"/>
                  <a:pt x="973014" y="-123492"/>
                  <a:pt x="2057399" y="585754"/>
                </a:cubicBezTo>
                <a:cubicBezTo>
                  <a:pt x="3282459" y="1283277"/>
                  <a:pt x="3144209" y="1246028"/>
                  <a:pt x="3698995" y="1162301"/>
                </a:cubicBezTo>
                <a:cubicBezTo>
                  <a:pt x="4253781" y="1078574"/>
                  <a:pt x="4834377" y="232989"/>
                  <a:pt x="5386116" y="83389"/>
                </a:cubicBezTo>
                <a:cubicBezTo>
                  <a:pt x="5937855" y="-66211"/>
                  <a:pt x="6463751" y="-19649"/>
                  <a:pt x="7009426" y="264703"/>
                </a:cubicBezTo>
                <a:cubicBezTo>
                  <a:pt x="7646042" y="612966"/>
                  <a:pt x="8003791" y="1075589"/>
                  <a:pt x="8414099" y="1077054"/>
                </a:cubicBezTo>
                <a:cubicBezTo>
                  <a:pt x="8824407" y="1078519"/>
                  <a:pt x="9320464" y="250238"/>
                  <a:pt x="9498612" y="367238"/>
                </a:cubicBezTo>
                <a:cubicBezTo>
                  <a:pt x="9495681" y="669107"/>
                  <a:pt x="9472246" y="1233455"/>
                  <a:pt x="9469315" y="1535324"/>
                </a:cubicBezTo>
                <a:lnTo>
                  <a:pt x="7253653" y="1526531"/>
                </a:lnTo>
                <a:lnTo>
                  <a:pt x="4826976" y="1552908"/>
                </a:lnTo>
                <a:lnTo>
                  <a:pt x="2751992" y="1544116"/>
                </a:lnTo>
                <a:lnTo>
                  <a:pt x="0" y="1491362"/>
                </a:lnTo>
                <a:cubicBezTo>
                  <a:pt x="2931" y="1207077"/>
                  <a:pt x="-2932" y="931585"/>
                  <a:pt x="8792" y="629716"/>
                </a:cubicBezTo>
                <a:close/>
              </a:path>
            </a:pathLst>
          </a:custGeom>
          <a:gradFill>
            <a:gsLst>
              <a:gs pos="0">
                <a:srgbClr val="EFFCFF"/>
              </a:gs>
              <a:gs pos="50000">
                <a:schemeClr val="accent4">
                  <a:lumMod val="40000"/>
                  <a:lumOff val="60000"/>
                </a:schemeClr>
              </a:gs>
              <a:gs pos="100000">
                <a:schemeClr val="bg1"/>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hteck 17">
            <a:extLst>
              <a:ext uri="{FF2B5EF4-FFF2-40B4-BE49-F238E27FC236}">
                <a16:creationId xmlns:a16="http://schemas.microsoft.com/office/drawing/2014/main" id="{3891811B-20BB-BFE1-1850-42284E992BF1}"/>
              </a:ext>
            </a:extLst>
          </p:cNvPr>
          <p:cNvSpPr/>
          <p:nvPr/>
        </p:nvSpPr>
        <p:spPr>
          <a:xfrm>
            <a:off x="-7747" y="6538183"/>
            <a:ext cx="12207494" cy="319817"/>
          </a:xfrm>
          <a:prstGeom prst="rect">
            <a:avLst/>
          </a:prstGeom>
          <a:solidFill>
            <a:srgbClr val="8ECE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6" name="Straight Connector 5">
            <a:extLst>
              <a:ext uri="{FF2B5EF4-FFF2-40B4-BE49-F238E27FC236}">
                <a16:creationId xmlns:a16="http://schemas.microsoft.com/office/drawing/2014/main" id="{B914CEC8-FA6E-8BDA-951A-4611BAAEE276}"/>
              </a:ext>
            </a:extLst>
          </p:cNvPr>
          <p:cNvCxnSpPr/>
          <p:nvPr/>
        </p:nvCxnSpPr>
        <p:spPr>
          <a:xfrm>
            <a:off x="484418" y="1171879"/>
            <a:ext cx="11218984"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3BBE8D8B-56AB-74B8-72CC-1D9B86E9EDE5}"/>
              </a:ext>
            </a:extLst>
          </p:cNvPr>
          <p:cNvSpPr txBox="1"/>
          <p:nvPr/>
        </p:nvSpPr>
        <p:spPr>
          <a:xfrm>
            <a:off x="412716" y="6565449"/>
            <a:ext cx="1000125" cy="276999"/>
          </a:xfrm>
          <a:prstGeom prst="rect">
            <a:avLst/>
          </a:prstGeom>
          <a:noFill/>
        </p:spPr>
        <p:txBody>
          <a:bodyPr wrap="square" rtlCol="0">
            <a:spAutoFit/>
          </a:bodyPr>
          <a:lstStyle/>
          <a:p>
            <a:r>
              <a:rPr lang="en-US" sz="1200" dirty="0">
                <a:solidFill>
                  <a:schemeClr val="bg1"/>
                </a:solidFill>
              </a:rPr>
              <a:t>25/11/2025</a:t>
            </a:r>
          </a:p>
        </p:txBody>
      </p:sp>
      <p:sp>
        <p:nvSpPr>
          <p:cNvPr id="14" name="Slide Number Placeholder 5">
            <a:extLst>
              <a:ext uri="{FF2B5EF4-FFF2-40B4-BE49-F238E27FC236}">
                <a16:creationId xmlns:a16="http://schemas.microsoft.com/office/drawing/2014/main" id="{82E717CA-E9A0-8FA3-66CA-4EDA03A9E0EA}"/>
              </a:ext>
            </a:extLst>
          </p:cNvPr>
          <p:cNvSpPr txBox="1">
            <a:spLocks/>
          </p:cNvSpPr>
          <p:nvPr/>
        </p:nvSpPr>
        <p:spPr>
          <a:xfrm>
            <a:off x="1833304" y="6559591"/>
            <a:ext cx="287215" cy="29840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13F6232-4F06-48BA-8F69-BF531F607829}" type="slidenum">
              <a:rPr lang="en-GB" sz="1400" smtClean="0">
                <a:solidFill>
                  <a:schemeClr val="bg1"/>
                </a:solidFill>
              </a:rPr>
              <a:pPr/>
              <a:t>6</a:t>
            </a:fld>
            <a:endParaRPr lang="en-GB" sz="1400" dirty="0">
              <a:solidFill>
                <a:schemeClr val="bg1"/>
              </a:solidFill>
            </a:endParaRPr>
          </a:p>
        </p:txBody>
      </p:sp>
      <p:sp>
        <p:nvSpPr>
          <p:cNvPr id="16" name="TextBox 15">
            <a:extLst>
              <a:ext uri="{FF2B5EF4-FFF2-40B4-BE49-F238E27FC236}">
                <a16:creationId xmlns:a16="http://schemas.microsoft.com/office/drawing/2014/main" id="{52326B83-A8AD-18E7-8FF8-076C5F035E08}"/>
              </a:ext>
            </a:extLst>
          </p:cNvPr>
          <p:cNvSpPr txBox="1"/>
          <p:nvPr/>
        </p:nvSpPr>
        <p:spPr>
          <a:xfrm>
            <a:off x="9172575" y="6542216"/>
            <a:ext cx="2787685" cy="276999"/>
          </a:xfrm>
          <a:prstGeom prst="rect">
            <a:avLst/>
          </a:prstGeom>
          <a:noFill/>
        </p:spPr>
        <p:txBody>
          <a:bodyPr wrap="square" rtlCol="0">
            <a:spAutoFit/>
          </a:bodyPr>
          <a:lstStyle/>
          <a:p>
            <a:r>
              <a:rPr lang="en-US" sz="1200" dirty="0">
                <a:solidFill>
                  <a:schemeClr val="bg1"/>
                </a:solidFill>
              </a:rPr>
              <a:t>Load &amp; Dynamics Team/ Optimus Syria</a:t>
            </a:r>
          </a:p>
        </p:txBody>
      </p:sp>
      <p:sp>
        <p:nvSpPr>
          <p:cNvPr id="19" name="Title 6">
            <a:extLst>
              <a:ext uri="{FF2B5EF4-FFF2-40B4-BE49-F238E27FC236}">
                <a16:creationId xmlns:a16="http://schemas.microsoft.com/office/drawing/2014/main" id="{63846AEF-8B27-9C48-0987-5BB261B760E8}"/>
              </a:ext>
            </a:extLst>
          </p:cNvPr>
          <p:cNvSpPr>
            <a:spLocks noGrp="1"/>
          </p:cNvSpPr>
          <p:nvPr>
            <p:ph type="title"/>
          </p:nvPr>
        </p:nvSpPr>
        <p:spPr>
          <a:xfrm>
            <a:off x="475626" y="363628"/>
            <a:ext cx="10515600" cy="937132"/>
          </a:xfrm>
        </p:spPr>
        <p:txBody>
          <a:bodyPr>
            <a:normAutofit/>
          </a:bodyPr>
          <a:lstStyle/>
          <a:p>
            <a:r>
              <a:rPr lang="en-US" dirty="0"/>
              <a:t>DLC 7.1 Simulation Result</a:t>
            </a:r>
          </a:p>
        </p:txBody>
      </p:sp>
      <p:sp>
        <p:nvSpPr>
          <p:cNvPr id="2" name="TextBox 1">
            <a:extLst>
              <a:ext uri="{FF2B5EF4-FFF2-40B4-BE49-F238E27FC236}">
                <a16:creationId xmlns:a16="http://schemas.microsoft.com/office/drawing/2014/main" id="{9CEAFE7A-8D9F-06CC-F08A-F64095C06F74}"/>
              </a:ext>
            </a:extLst>
          </p:cNvPr>
          <p:cNvSpPr txBox="1"/>
          <p:nvPr/>
        </p:nvSpPr>
        <p:spPr>
          <a:xfrm>
            <a:off x="4629394" y="6576994"/>
            <a:ext cx="2887161" cy="461665"/>
          </a:xfrm>
          <a:prstGeom prst="rect">
            <a:avLst/>
          </a:prstGeom>
          <a:noFill/>
        </p:spPr>
        <p:txBody>
          <a:bodyPr wrap="square" rtlCol="0">
            <a:spAutoFit/>
          </a:bodyPr>
          <a:lstStyle/>
          <a:p>
            <a:pPr algn="ctr"/>
            <a:r>
              <a:rPr lang="en-US" sz="1200" dirty="0">
                <a:solidFill>
                  <a:schemeClr val="bg1"/>
                </a:solidFill>
              </a:rPr>
              <a:t>Paresh </a:t>
            </a:r>
            <a:r>
              <a:rPr lang="en-US" sz="1200" dirty="0" err="1">
                <a:solidFill>
                  <a:schemeClr val="bg1"/>
                </a:solidFill>
              </a:rPr>
              <a:t>Nakum</a:t>
            </a:r>
            <a:endParaRPr lang="en-US" sz="1200" dirty="0">
              <a:solidFill>
                <a:schemeClr val="bg1"/>
              </a:solidFill>
            </a:endParaRPr>
          </a:p>
          <a:p>
            <a:pPr algn="ctr"/>
            <a:endParaRPr lang="en-US" sz="1200" dirty="0"/>
          </a:p>
        </p:txBody>
      </p:sp>
      <p:pic>
        <p:nvPicPr>
          <p:cNvPr id="4" name="Picture 3">
            <a:extLst>
              <a:ext uri="{FF2B5EF4-FFF2-40B4-BE49-F238E27FC236}">
                <a16:creationId xmlns:a16="http://schemas.microsoft.com/office/drawing/2014/main" id="{AAB3725B-7982-FFD1-772F-F67FC64D080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84418" y="1204036"/>
            <a:ext cx="9691969" cy="2581035"/>
          </a:xfrm>
          <a:prstGeom prst="rect">
            <a:avLst/>
          </a:prstGeom>
        </p:spPr>
      </p:pic>
      <p:pic>
        <p:nvPicPr>
          <p:cNvPr id="12" name="Picture 11">
            <a:extLst>
              <a:ext uri="{FF2B5EF4-FFF2-40B4-BE49-F238E27FC236}">
                <a16:creationId xmlns:a16="http://schemas.microsoft.com/office/drawing/2014/main" id="{B4FB9D88-DE3A-DDA5-0486-09CA8B058F4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84418" y="3835626"/>
            <a:ext cx="9691969" cy="2652002"/>
          </a:xfrm>
          <a:prstGeom prst="rect">
            <a:avLst/>
          </a:prstGeom>
        </p:spPr>
      </p:pic>
      <p:sp>
        <p:nvSpPr>
          <p:cNvPr id="3" name="TextBox 2">
            <a:extLst>
              <a:ext uri="{FF2B5EF4-FFF2-40B4-BE49-F238E27FC236}">
                <a16:creationId xmlns:a16="http://schemas.microsoft.com/office/drawing/2014/main" id="{38E98035-845F-A24A-D449-EB00340AB1E5}"/>
              </a:ext>
            </a:extLst>
          </p:cNvPr>
          <p:cNvSpPr txBox="1"/>
          <p:nvPr/>
        </p:nvSpPr>
        <p:spPr>
          <a:xfrm>
            <a:off x="10658167" y="1484671"/>
            <a:ext cx="1131061" cy="923330"/>
          </a:xfrm>
          <a:prstGeom prst="rect">
            <a:avLst/>
          </a:prstGeom>
          <a:noFill/>
        </p:spPr>
        <p:txBody>
          <a:bodyPr wrap="square" rtlCol="0">
            <a:spAutoFit/>
          </a:bodyPr>
          <a:lstStyle/>
          <a:p>
            <a:r>
              <a:rPr lang="en-US" dirty="0"/>
              <a:t>Wind direction</a:t>
            </a:r>
          </a:p>
          <a:p>
            <a:r>
              <a:rPr lang="en-US" dirty="0"/>
              <a:t>120 Deg</a:t>
            </a:r>
          </a:p>
        </p:txBody>
      </p:sp>
      <p:sp>
        <p:nvSpPr>
          <p:cNvPr id="5" name="TextBox 4">
            <a:extLst>
              <a:ext uri="{FF2B5EF4-FFF2-40B4-BE49-F238E27FC236}">
                <a16:creationId xmlns:a16="http://schemas.microsoft.com/office/drawing/2014/main" id="{D5E55445-932E-F96B-CC0A-E18CA858C65F}"/>
              </a:ext>
            </a:extLst>
          </p:cNvPr>
          <p:cNvSpPr txBox="1"/>
          <p:nvPr/>
        </p:nvSpPr>
        <p:spPr>
          <a:xfrm>
            <a:off x="10658168" y="3977636"/>
            <a:ext cx="1131060" cy="923330"/>
          </a:xfrm>
          <a:prstGeom prst="rect">
            <a:avLst/>
          </a:prstGeom>
          <a:noFill/>
        </p:spPr>
        <p:txBody>
          <a:bodyPr wrap="square" rtlCol="0">
            <a:spAutoFit/>
          </a:bodyPr>
          <a:lstStyle/>
          <a:p>
            <a:r>
              <a:rPr lang="en-US" dirty="0"/>
              <a:t>Wind direction</a:t>
            </a:r>
          </a:p>
          <a:p>
            <a:r>
              <a:rPr lang="en-US" dirty="0"/>
              <a:t>180 Deg</a:t>
            </a:r>
          </a:p>
        </p:txBody>
      </p:sp>
    </p:spTree>
    <p:extLst>
      <p:ext uri="{BB962C8B-B14F-4D97-AF65-F5344CB8AC3E}">
        <p14:creationId xmlns:p14="http://schemas.microsoft.com/office/powerpoint/2010/main" val="2316218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AA34F-2EAB-82E5-D9F2-798AB6E8869E}"/>
            </a:ext>
          </a:extLst>
        </p:cNvPr>
        <p:cNvGrpSpPr/>
        <p:nvPr/>
      </p:nvGrpSpPr>
      <p:grpSpPr>
        <a:xfrm>
          <a:off x="0" y="0"/>
          <a:ext cx="0" cy="0"/>
          <a:chOff x="0" y="0"/>
          <a:chExt cx="0" cy="0"/>
        </a:xfrm>
      </p:grpSpPr>
      <p:sp>
        <p:nvSpPr>
          <p:cNvPr id="11" name="Free-form: Shape 13">
            <a:extLst>
              <a:ext uri="{FF2B5EF4-FFF2-40B4-BE49-F238E27FC236}">
                <a16:creationId xmlns:a16="http://schemas.microsoft.com/office/drawing/2014/main" id="{837B770E-43CB-6949-2C76-B1DF26AD5839}"/>
              </a:ext>
            </a:extLst>
          </p:cNvPr>
          <p:cNvSpPr/>
          <p:nvPr/>
        </p:nvSpPr>
        <p:spPr>
          <a:xfrm rot="10800000">
            <a:off x="-35168" y="277945"/>
            <a:ext cx="12216286" cy="898824"/>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46954 h 1270146"/>
              <a:gd name="connsiteX1" fmla="*/ 2358147 w 9478107"/>
              <a:gd name="connsiteY1" fmla="*/ 302992 h 1270146"/>
              <a:gd name="connsiteX2" fmla="*/ 4457699 w 9478107"/>
              <a:gd name="connsiteY2" fmla="*/ 373331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72464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755857 w 9478107"/>
              <a:gd name="connsiteY4" fmla="*/ 446231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557637 w 9478107"/>
              <a:gd name="connsiteY4" fmla="*/ 716768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15627 w 9484942"/>
              <a:gd name="connsiteY0" fmla="*/ 346954 h 1277035"/>
              <a:gd name="connsiteX1" fmla="*/ 2364982 w 9484942"/>
              <a:gd name="connsiteY1" fmla="*/ 302992 h 1277035"/>
              <a:gd name="connsiteX2" fmla="*/ 5134381 w 9484942"/>
              <a:gd name="connsiteY2" fmla="*/ 115678 h 1277035"/>
              <a:gd name="connsiteX3" fmla="*/ 7091448 w 9484942"/>
              <a:gd name="connsiteY3" fmla="*/ 647346 h 1277035"/>
              <a:gd name="connsiteX4" fmla="*/ 8564472 w 9484942"/>
              <a:gd name="connsiteY4" fmla="*/ 716768 h 1277035"/>
              <a:gd name="connsiteX5" fmla="*/ 9484942 w 9484942"/>
              <a:gd name="connsiteY5" fmla="*/ 346954 h 1277035"/>
              <a:gd name="connsiteX6" fmla="*/ 9476150 w 9484942"/>
              <a:gd name="connsiteY6" fmla="*/ 1252562 h 1277035"/>
              <a:gd name="connsiteX7" fmla="*/ 7260488 w 9484942"/>
              <a:gd name="connsiteY7" fmla="*/ 1243769 h 1277035"/>
              <a:gd name="connsiteX8" fmla="*/ 4833811 w 9484942"/>
              <a:gd name="connsiteY8" fmla="*/ 1270146 h 1277035"/>
              <a:gd name="connsiteX9" fmla="*/ 2758827 w 9484942"/>
              <a:gd name="connsiteY9" fmla="*/ 1261354 h 1277035"/>
              <a:gd name="connsiteX10" fmla="*/ 0 w 9484942"/>
              <a:gd name="connsiteY10" fmla="*/ 1273013 h 1277035"/>
              <a:gd name="connsiteX11" fmla="*/ 15627 w 9484942"/>
              <a:gd name="connsiteY11" fmla="*/ 346954 h 1277035"/>
              <a:gd name="connsiteX0" fmla="*/ 15627 w 9484942"/>
              <a:gd name="connsiteY0" fmla="*/ 346954 h 1300002"/>
              <a:gd name="connsiteX1" fmla="*/ 2364982 w 9484942"/>
              <a:gd name="connsiteY1" fmla="*/ 302992 h 1300002"/>
              <a:gd name="connsiteX2" fmla="*/ 5134381 w 9484942"/>
              <a:gd name="connsiteY2" fmla="*/ 115678 h 1300002"/>
              <a:gd name="connsiteX3" fmla="*/ 7091448 w 9484942"/>
              <a:gd name="connsiteY3" fmla="*/ 647346 h 1300002"/>
              <a:gd name="connsiteX4" fmla="*/ 8564472 w 9484942"/>
              <a:gd name="connsiteY4" fmla="*/ 716768 h 1300002"/>
              <a:gd name="connsiteX5" fmla="*/ 9484942 w 9484942"/>
              <a:gd name="connsiteY5" fmla="*/ 346954 h 1300002"/>
              <a:gd name="connsiteX6" fmla="*/ 9476150 w 9484942"/>
              <a:gd name="connsiteY6" fmla="*/ 1252562 h 1300002"/>
              <a:gd name="connsiteX7" fmla="*/ 7260488 w 9484942"/>
              <a:gd name="connsiteY7" fmla="*/ 1243769 h 1300002"/>
              <a:gd name="connsiteX8" fmla="*/ 4833811 w 9484942"/>
              <a:gd name="connsiteY8" fmla="*/ 1270146 h 1300002"/>
              <a:gd name="connsiteX9" fmla="*/ 2779333 w 9484942"/>
              <a:gd name="connsiteY9" fmla="*/ 1300002 h 1300002"/>
              <a:gd name="connsiteX10" fmla="*/ 0 w 9484942"/>
              <a:gd name="connsiteY10" fmla="*/ 1273013 h 1300002"/>
              <a:gd name="connsiteX11" fmla="*/ 15627 w 9484942"/>
              <a:gd name="connsiteY11" fmla="*/ 346954 h 1300002"/>
              <a:gd name="connsiteX0" fmla="*/ 15627 w 9484942"/>
              <a:gd name="connsiteY0" fmla="*/ 346954 h 1346830"/>
              <a:gd name="connsiteX1" fmla="*/ 2364982 w 9484942"/>
              <a:gd name="connsiteY1" fmla="*/ 302992 h 1346830"/>
              <a:gd name="connsiteX2" fmla="*/ 5134381 w 9484942"/>
              <a:gd name="connsiteY2" fmla="*/ 115678 h 1346830"/>
              <a:gd name="connsiteX3" fmla="*/ 7091448 w 9484942"/>
              <a:gd name="connsiteY3" fmla="*/ 647346 h 1346830"/>
              <a:gd name="connsiteX4" fmla="*/ 8564472 w 9484942"/>
              <a:gd name="connsiteY4" fmla="*/ 716768 h 1346830"/>
              <a:gd name="connsiteX5" fmla="*/ 9484942 w 9484942"/>
              <a:gd name="connsiteY5" fmla="*/ 346954 h 1346830"/>
              <a:gd name="connsiteX6" fmla="*/ 9476150 w 9484942"/>
              <a:gd name="connsiteY6" fmla="*/ 1252562 h 1346830"/>
              <a:gd name="connsiteX7" fmla="*/ 7267323 w 9484942"/>
              <a:gd name="connsiteY7" fmla="*/ 1346830 h 1346830"/>
              <a:gd name="connsiteX8" fmla="*/ 4833811 w 9484942"/>
              <a:gd name="connsiteY8" fmla="*/ 1270146 h 1346830"/>
              <a:gd name="connsiteX9" fmla="*/ 2779333 w 9484942"/>
              <a:gd name="connsiteY9" fmla="*/ 1300002 h 1346830"/>
              <a:gd name="connsiteX10" fmla="*/ 0 w 9484942"/>
              <a:gd name="connsiteY10" fmla="*/ 1273013 h 1346830"/>
              <a:gd name="connsiteX11" fmla="*/ 15627 w 9484942"/>
              <a:gd name="connsiteY11" fmla="*/ 346954 h 1346830"/>
              <a:gd name="connsiteX0" fmla="*/ 15627 w 9484942"/>
              <a:gd name="connsiteY0" fmla="*/ 346954 h 1308182"/>
              <a:gd name="connsiteX1" fmla="*/ 2364982 w 9484942"/>
              <a:gd name="connsiteY1" fmla="*/ 302992 h 1308182"/>
              <a:gd name="connsiteX2" fmla="*/ 5134381 w 9484942"/>
              <a:gd name="connsiteY2" fmla="*/ 115678 h 1308182"/>
              <a:gd name="connsiteX3" fmla="*/ 7091448 w 9484942"/>
              <a:gd name="connsiteY3" fmla="*/ 647346 h 1308182"/>
              <a:gd name="connsiteX4" fmla="*/ 8564472 w 9484942"/>
              <a:gd name="connsiteY4" fmla="*/ 716768 h 1308182"/>
              <a:gd name="connsiteX5" fmla="*/ 9484942 w 9484942"/>
              <a:gd name="connsiteY5" fmla="*/ 346954 h 1308182"/>
              <a:gd name="connsiteX6" fmla="*/ 9476150 w 9484942"/>
              <a:gd name="connsiteY6" fmla="*/ 1252562 h 1308182"/>
              <a:gd name="connsiteX7" fmla="*/ 7246817 w 9484942"/>
              <a:gd name="connsiteY7" fmla="*/ 1308182 h 1308182"/>
              <a:gd name="connsiteX8" fmla="*/ 4833811 w 9484942"/>
              <a:gd name="connsiteY8" fmla="*/ 1270146 h 1308182"/>
              <a:gd name="connsiteX9" fmla="*/ 2779333 w 9484942"/>
              <a:gd name="connsiteY9" fmla="*/ 1300002 h 1308182"/>
              <a:gd name="connsiteX10" fmla="*/ 0 w 9484942"/>
              <a:gd name="connsiteY10" fmla="*/ 1273013 h 1308182"/>
              <a:gd name="connsiteX11" fmla="*/ 15627 w 9484942"/>
              <a:gd name="connsiteY11" fmla="*/ 346954 h 1308182"/>
              <a:gd name="connsiteX0" fmla="*/ 15627 w 9496987"/>
              <a:gd name="connsiteY0" fmla="*/ 346954 h 1316976"/>
              <a:gd name="connsiteX1" fmla="*/ 2364982 w 9496987"/>
              <a:gd name="connsiteY1" fmla="*/ 302992 h 1316976"/>
              <a:gd name="connsiteX2" fmla="*/ 5134381 w 9496987"/>
              <a:gd name="connsiteY2" fmla="*/ 115678 h 1316976"/>
              <a:gd name="connsiteX3" fmla="*/ 7091448 w 9496987"/>
              <a:gd name="connsiteY3" fmla="*/ 647346 h 1316976"/>
              <a:gd name="connsiteX4" fmla="*/ 8564472 w 9496987"/>
              <a:gd name="connsiteY4" fmla="*/ 716768 h 1316976"/>
              <a:gd name="connsiteX5" fmla="*/ 9484942 w 9496987"/>
              <a:gd name="connsiteY5" fmla="*/ 346954 h 1316976"/>
              <a:gd name="connsiteX6" fmla="*/ 9496656 w 9496987"/>
              <a:gd name="connsiteY6" fmla="*/ 1316976 h 1316976"/>
              <a:gd name="connsiteX7" fmla="*/ 7246817 w 9496987"/>
              <a:gd name="connsiteY7" fmla="*/ 1308182 h 1316976"/>
              <a:gd name="connsiteX8" fmla="*/ 4833811 w 9496987"/>
              <a:gd name="connsiteY8" fmla="*/ 1270146 h 1316976"/>
              <a:gd name="connsiteX9" fmla="*/ 2779333 w 9496987"/>
              <a:gd name="connsiteY9" fmla="*/ 1300002 h 1316976"/>
              <a:gd name="connsiteX10" fmla="*/ 0 w 9496987"/>
              <a:gd name="connsiteY10" fmla="*/ 1273013 h 1316976"/>
              <a:gd name="connsiteX11" fmla="*/ 15627 w 9496987"/>
              <a:gd name="connsiteY11" fmla="*/ 346954 h 131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96987" h="1316976">
                <a:moveTo>
                  <a:pt x="15627" y="346954"/>
                </a:moveTo>
                <a:cubicBezTo>
                  <a:pt x="677981" y="352815"/>
                  <a:pt x="1280597" y="-406254"/>
                  <a:pt x="2364982" y="302992"/>
                </a:cubicBezTo>
                <a:cubicBezTo>
                  <a:pt x="3590042" y="1000515"/>
                  <a:pt x="4346637" y="58286"/>
                  <a:pt x="5134381" y="115678"/>
                </a:cubicBezTo>
                <a:cubicBezTo>
                  <a:pt x="5922125" y="173070"/>
                  <a:pt x="6479894" y="562194"/>
                  <a:pt x="7091448" y="647346"/>
                </a:cubicBezTo>
                <a:cubicBezTo>
                  <a:pt x="7703002" y="732498"/>
                  <a:pt x="8165556" y="766833"/>
                  <a:pt x="8564472" y="716768"/>
                </a:cubicBezTo>
                <a:cubicBezTo>
                  <a:pt x="8963388" y="666703"/>
                  <a:pt x="9372868" y="242625"/>
                  <a:pt x="9484942" y="346954"/>
                </a:cubicBezTo>
                <a:cubicBezTo>
                  <a:pt x="9482011" y="648823"/>
                  <a:pt x="9499587" y="1015107"/>
                  <a:pt x="9496656" y="1316976"/>
                </a:cubicBezTo>
                <a:lnTo>
                  <a:pt x="7246817" y="1308182"/>
                </a:lnTo>
                <a:lnTo>
                  <a:pt x="4833811" y="1270146"/>
                </a:lnTo>
                <a:lnTo>
                  <a:pt x="2779333" y="1300002"/>
                </a:lnTo>
                <a:lnTo>
                  <a:pt x="0" y="1273013"/>
                </a:lnTo>
                <a:cubicBezTo>
                  <a:pt x="2931" y="988728"/>
                  <a:pt x="3903" y="648823"/>
                  <a:pt x="15627" y="346954"/>
                </a:cubicBezTo>
                <a:close/>
              </a:path>
            </a:pathLst>
          </a:custGeom>
          <a:gradFill flip="none" rotWithShape="1">
            <a:gsLst>
              <a:gs pos="0">
                <a:schemeClr val="accent4">
                  <a:lumMod val="20000"/>
                  <a:lumOff val="80000"/>
                </a:schemeClr>
              </a:gs>
              <a:gs pos="50000">
                <a:schemeClr val="bg1"/>
              </a:gs>
              <a:gs pos="100000">
                <a:schemeClr val="accent4">
                  <a:lumMod val="20000"/>
                  <a:lumOff val="80000"/>
                </a:schemeClr>
              </a:gs>
            </a:gsLst>
            <a:lin ang="0" scaled="1"/>
            <a:tileRect/>
          </a:gradFill>
          <a:ln w="15875">
            <a:solidFill>
              <a:schemeClr val="accent1">
                <a:alpha val="0"/>
              </a:schemeClr>
            </a:solid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Free-form: Shape 13">
            <a:extLst>
              <a:ext uri="{FF2B5EF4-FFF2-40B4-BE49-F238E27FC236}">
                <a16:creationId xmlns:a16="http://schemas.microsoft.com/office/drawing/2014/main" id="{609EB21A-2817-07B3-35D8-969B0FFF9D3A}"/>
              </a:ext>
            </a:extLst>
          </p:cNvPr>
          <p:cNvSpPr/>
          <p:nvPr/>
        </p:nvSpPr>
        <p:spPr>
          <a:xfrm rot="10800000">
            <a:off x="-2090" y="-10376"/>
            <a:ext cx="12192000" cy="898826"/>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78107" h="1273677">
                <a:moveTo>
                  <a:pt x="8792" y="350485"/>
                </a:moveTo>
                <a:cubicBezTo>
                  <a:pt x="671146" y="356346"/>
                  <a:pt x="973014" y="-402723"/>
                  <a:pt x="2057399" y="306523"/>
                </a:cubicBezTo>
                <a:cubicBezTo>
                  <a:pt x="3282459" y="1004046"/>
                  <a:pt x="3979984" y="611323"/>
                  <a:pt x="4457699" y="376862"/>
                </a:cubicBezTo>
                <a:cubicBezTo>
                  <a:pt x="5723792" y="-223945"/>
                  <a:pt x="6216161" y="-7069"/>
                  <a:pt x="7016261" y="341693"/>
                </a:cubicBezTo>
                <a:cubicBezTo>
                  <a:pt x="8672145" y="977671"/>
                  <a:pt x="8657492" y="347554"/>
                  <a:pt x="9478107" y="350485"/>
                </a:cubicBezTo>
                <a:cubicBezTo>
                  <a:pt x="9475176" y="652354"/>
                  <a:pt x="9472246" y="954224"/>
                  <a:pt x="9469315" y="1256093"/>
                </a:cubicBezTo>
                <a:lnTo>
                  <a:pt x="7253653" y="1247300"/>
                </a:lnTo>
                <a:lnTo>
                  <a:pt x="4826976" y="1273677"/>
                </a:lnTo>
                <a:lnTo>
                  <a:pt x="2751992" y="1264885"/>
                </a:lnTo>
                <a:lnTo>
                  <a:pt x="0" y="1212131"/>
                </a:lnTo>
                <a:cubicBezTo>
                  <a:pt x="2931" y="927846"/>
                  <a:pt x="-2932" y="652354"/>
                  <a:pt x="8792" y="350485"/>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Shape 13">
            <a:extLst>
              <a:ext uri="{FF2B5EF4-FFF2-40B4-BE49-F238E27FC236}">
                <a16:creationId xmlns:a16="http://schemas.microsoft.com/office/drawing/2014/main" id="{D3CD46DB-5243-C12D-BAA4-247E602D5B1D}"/>
              </a:ext>
            </a:extLst>
          </p:cNvPr>
          <p:cNvSpPr/>
          <p:nvPr/>
        </p:nvSpPr>
        <p:spPr>
          <a:xfrm rot="10800000">
            <a:off x="-26376" y="-237830"/>
            <a:ext cx="12218376" cy="965187"/>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8414099 w 9478107"/>
              <a:gd name="connsiteY4" fmla="*/ 797823 h 1273677"/>
              <a:gd name="connsiteX5" fmla="*/ 9478107 w 9478107"/>
              <a:gd name="connsiteY5" fmla="*/ 350485 h 1273677"/>
              <a:gd name="connsiteX6" fmla="*/ 9469315 w 9478107"/>
              <a:gd name="connsiteY6" fmla="*/ 1256093 h 1273677"/>
              <a:gd name="connsiteX7" fmla="*/ 7253653 w 9478107"/>
              <a:gd name="connsiteY7" fmla="*/ 1247300 h 1273677"/>
              <a:gd name="connsiteX8" fmla="*/ 4826976 w 9478107"/>
              <a:gd name="connsiteY8" fmla="*/ 1273677 h 1273677"/>
              <a:gd name="connsiteX9" fmla="*/ 2751992 w 9478107"/>
              <a:gd name="connsiteY9" fmla="*/ 1264885 h 1273677"/>
              <a:gd name="connsiteX10" fmla="*/ 0 w 9478107"/>
              <a:gd name="connsiteY10" fmla="*/ 1212131 h 1273677"/>
              <a:gd name="connsiteX11" fmla="*/ 8792 w 9478107"/>
              <a:gd name="connsiteY11" fmla="*/ 350485 h 1273677"/>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98612"/>
              <a:gd name="connsiteY0" fmla="*/ 463370 h 1386562"/>
              <a:gd name="connsiteX1" fmla="*/ 2057399 w 9498612"/>
              <a:gd name="connsiteY1" fmla="*/ 419408 h 1386562"/>
              <a:gd name="connsiteX2" fmla="*/ 4457699 w 9498612"/>
              <a:gd name="connsiteY2" fmla="*/ 489747 h 1386562"/>
              <a:gd name="connsiteX3" fmla="*/ 7009426 w 9498612"/>
              <a:gd name="connsiteY3" fmla="*/ 98357 h 1386562"/>
              <a:gd name="connsiteX4" fmla="*/ 8414099 w 9498612"/>
              <a:gd name="connsiteY4" fmla="*/ 910708 h 1386562"/>
              <a:gd name="connsiteX5" fmla="*/ 9498612 w 9498612"/>
              <a:gd name="connsiteY5" fmla="*/ 200892 h 1386562"/>
              <a:gd name="connsiteX6" fmla="*/ 9469315 w 9498612"/>
              <a:gd name="connsiteY6" fmla="*/ 1368978 h 1386562"/>
              <a:gd name="connsiteX7" fmla="*/ 7253653 w 9498612"/>
              <a:gd name="connsiteY7" fmla="*/ 1360185 h 1386562"/>
              <a:gd name="connsiteX8" fmla="*/ 4826976 w 9498612"/>
              <a:gd name="connsiteY8" fmla="*/ 1386562 h 1386562"/>
              <a:gd name="connsiteX9" fmla="*/ 2751992 w 9498612"/>
              <a:gd name="connsiteY9" fmla="*/ 1377770 h 1386562"/>
              <a:gd name="connsiteX10" fmla="*/ 0 w 9498612"/>
              <a:gd name="connsiteY10" fmla="*/ 1325016 h 1386562"/>
              <a:gd name="connsiteX11" fmla="*/ 8792 w 9498612"/>
              <a:gd name="connsiteY11" fmla="*/ 463370 h 1386562"/>
              <a:gd name="connsiteX0" fmla="*/ 8792 w 9498612"/>
              <a:gd name="connsiteY0" fmla="*/ 444298 h 1367490"/>
              <a:gd name="connsiteX1" fmla="*/ 2057399 w 9498612"/>
              <a:gd name="connsiteY1" fmla="*/ 400336 h 1367490"/>
              <a:gd name="connsiteX2" fmla="*/ 4320995 w 9498612"/>
              <a:gd name="connsiteY2" fmla="*/ 695656 h 1367490"/>
              <a:gd name="connsiteX3" fmla="*/ 7009426 w 9498612"/>
              <a:gd name="connsiteY3" fmla="*/ 79285 h 1367490"/>
              <a:gd name="connsiteX4" fmla="*/ 8414099 w 9498612"/>
              <a:gd name="connsiteY4" fmla="*/ 891636 h 1367490"/>
              <a:gd name="connsiteX5" fmla="*/ 9498612 w 9498612"/>
              <a:gd name="connsiteY5" fmla="*/ 181820 h 1367490"/>
              <a:gd name="connsiteX6" fmla="*/ 9469315 w 9498612"/>
              <a:gd name="connsiteY6" fmla="*/ 1349906 h 1367490"/>
              <a:gd name="connsiteX7" fmla="*/ 7253653 w 9498612"/>
              <a:gd name="connsiteY7" fmla="*/ 1341113 h 1367490"/>
              <a:gd name="connsiteX8" fmla="*/ 4826976 w 9498612"/>
              <a:gd name="connsiteY8" fmla="*/ 1367490 h 1367490"/>
              <a:gd name="connsiteX9" fmla="*/ 2751992 w 9498612"/>
              <a:gd name="connsiteY9" fmla="*/ 1358698 h 1367490"/>
              <a:gd name="connsiteX10" fmla="*/ 0 w 9498612"/>
              <a:gd name="connsiteY10" fmla="*/ 1305944 h 1367490"/>
              <a:gd name="connsiteX11" fmla="*/ 8792 w 9498612"/>
              <a:gd name="connsiteY11" fmla="*/ 444298 h 1367490"/>
              <a:gd name="connsiteX0" fmla="*/ 8792 w 9498612"/>
              <a:gd name="connsiteY0" fmla="*/ 428789 h 1351981"/>
              <a:gd name="connsiteX1" fmla="*/ 2057399 w 9498612"/>
              <a:gd name="connsiteY1" fmla="*/ 384827 h 1351981"/>
              <a:gd name="connsiteX2" fmla="*/ 3698995 w 9498612"/>
              <a:gd name="connsiteY2" fmla="*/ 961374 h 1351981"/>
              <a:gd name="connsiteX3" fmla="*/ 7009426 w 9498612"/>
              <a:gd name="connsiteY3" fmla="*/ 63776 h 1351981"/>
              <a:gd name="connsiteX4" fmla="*/ 8414099 w 9498612"/>
              <a:gd name="connsiteY4" fmla="*/ 876127 h 1351981"/>
              <a:gd name="connsiteX5" fmla="*/ 9498612 w 9498612"/>
              <a:gd name="connsiteY5" fmla="*/ 166311 h 1351981"/>
              <a:gd name="connsiteX6" fmla="*/ 9469315 w 9498612"/>
              <a:gd name="connsiteY6" fmla="*/ 1334397 h 1351981"/>
              <a:gd name="connsiteX7" fmla="*/ 7253653 w 9498612"/>
              <a:gd name="connsiteY7" fmla="*/ 1325604 h 1351981"/>
              <a:gd name="connsiteX8" fmla="*/ 4826976 w 9498612"/>
              <a:gd name="connsiteY8" fmla="*/ 1351981 h 1351981"/>
              <a:gd name="connsiteX9" fmla="*/ 2751992 w 9498612"/>
              <a:gd name="connsiteY9" fmla="*/ 1343189 h 1351981"/>
              <a:gd name="connsiteX10" fmla="*/ 0 w 9498612"/>
              <a:gd name="connsiteY10" fmla="*/ 1290435 h 1351981"/>
              <a:gd name="connsiteX11" fmla="*/ 8792 w 9498612"/>
              <a:gd name="connsiteY11" fmla="*/ 428789 h 1351981"/>
              <a:gd name="connsiteX0" fmla="*/ 8792 w 9498612"/>
              <a:gd name="connsiteY0" fmla="*/ 595005 h 1518197"/>
              <a:gd name="connsiteX1" fmla="*/ 2057399 w 9498612"/>
              <a:gd name="connsiteY1" fmla="*/ 551043 h 1518197"/>
              <a:gd name="connsiteX2" fmla="*/ 3698995 w 9498612"/>
              <a:gd name="connsiteY2" fmla="*/ 1127590 h 1518197"/>
              <a:gd name="connsiteX3" fmla="*/ 5386116 w 9498612"/>
              <a:gd name="connsiteY3" fmla="*/ 48678 h 1518197"/>
              <a:gd name="connsiteX4" fmla="*/ 7009426 w 9498612"/>
              <a:gd name="connsiteY4" fmla="*/ 229992 h 1518197"/>
              <a:gd name="connsiteX5" fmla="*/ 8414099 w 9498612"/>
              <a:gd name="connsiteY5" fmla="*/ 1042343 h 1518197"/>
              <a:gd name="connsiteX6" fmla="*/ 9498612 w 9498612"/>
              <a:gd name="connsiteY6" fmla="*/ 332527 h 1518197"/>
              <a:gd name="connsiteX7" fmla="*/ 9469315 w 9498612"/>
              <a:gd name="connsiteY7" fmla="*/ 1500613 h 1518197"/>
              <a:gd name="connsiteX8" fmla="*/ 7253653 w 9498612"/>
              <a:gd name="connsiteY8" fmla="*/ 1491820 h 1518197"/>
              <a:gd name="connsiteX9" fmla="*/ 4826976 w 9498612"/>
              <a:gd name="connsiteY9" fmla="*/ 1518197 h 1518197"/>
              <a:gd name="connsiteX10" fmla="*/ 2751992 w 9498612"/>
              <a:gd name="connsiteY10" fmla="*/ 1509405 h 1518197"/>
              <a:gd name="connsiteX11" fmla="*/ 0 w 9498612"/>
              <a:gd name="connsiteY11" fmla="*/ 1456651 h 1518197"/>
              <a:gd name="connsiteX12" fmla="*/ 8792 w 9498612"/>
              <a:gd name="connsiteY12" fmla="*/ 595005 h 1518197"/>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8612" h="1552908">
                <a:moveTo>
                  <a:pt x="8792" y="629716"/>
                </a:moveTo>
                <a:cubicBezTo>
                  <a:pt x="671146" y="635577"/>
                  <a:pt x="973014" y="-123492"/>
                  <a:pt x="2057399" y="585754"/>
                </a:cubicBezTo>
                <a:cubicBezTo>
                  <a:pt x="3282459" y="1283277"/>
                  <a:pt x="3144209" y="1246028"/>
                  <a:pt x="3698995" y="1162301"/>
                </a:cubicBezTo>
                <a:cubicBezTo>
                  <a:pt x="4253781" y="1078574"/>
                  <a:pt x="4834377" y="232989"/>
                  <a:pt x="5386116" y="83389"/>
                </a:cubicBezTo>
                <a:cubicBezTo>
                  <a:pt x="5937855" y="-66211"/>
                  <a:pt x="6463751" y="-19649"/>
                  <a:pt x="7009426" y="264703"/>
                </a:cubicBezTo>
                <a:cubicBezTo>
                  <a:pt x="7646042" y="612966"/>
                  <a:pt x="8003791" y="1075589"/>
                  <a:pt x="8414099" y="1077054"/>
                </a:cubicBezTo>
                <a:cubicBezTo>
                  <a:pt x="8824407" y="1078519"/>
                  <a:pt x="9320464" y="250238"/>
                  <a:pt x="9498612" y="367238"/>
                </a:cubicBezTo>
                <a:cubicBezTo>
                  <a:pt x="9495681" y="669107"/>
                  <a:pt x="9472246" y="1233455"/>
                  <a:pt x="9469315" y="1535324"/>
                </a:cubicBezTo>
                <a:lnTo>
                  <a:pt x="7253653" y="1526531"/>
                </a:lnTo>
                <a:lnTo>
                  <a:pt x="4826976" y="1552908"/>
                </a:lnTo>
                <a:lnTo>
                  <a:pt x="2751992" y="1544116"/>
                </a:lnTo>
                <a:lnTo>
                  <a:pt x="0" y="1491362"/>
                </a:lnTo>
                <a:cubicBezTo>
                  <a:pt x="2931" y="1207077"/>
                  <a:pt x="-2932" y="931585"/>
                  <a:pt x="8792" y="629716"/>
                </a:cubicBezTo>
                <a:close/>
              </a:path>
            </a:pathLst>
          </a:custGeom>
          <a:gradFill>
            <a:gsLst>
              <a:gs pos="0">
                <a:srgbClr val="EFFCFF"/>
              </a:gs>
              <a:gs pos="50000">
                <a:schemeClr val="accent4">
                  <a:lumMod val="40000"/>
                  <a:lumOff val="60000"/>
                </a:schemeClr>
              </a:gs>
              <a:gs pos="100000">
                <a:schemeClr val="bg1"/>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hteck 17">
            <a:extLst>
              <a:ext uri="{FF2B5EF4-FFF2-40B4-BE49-F238E27FC236}">
                <a16:creationId xmlns:a16="http://schemas.microsoft.com/office/drawing/2014/main" id="{BE675202-E73C-E3EF-AC7A-391053086DF6}"/>
              </a:ext>
            </a:extLst>
          </p:cNvPr>
          <p:cNvSpPr/>
          <p:nvPr/>
        </p:nvSpPr>
        <p:spPr>
          <a:xfrm>
            <a:off x="-7747" y="6538183"/>
            <a:ext cx="12207494" cy="319817"/>
          </a:xfrm>
          <a:prstGeom prst="rect">
            <a:avLst/>
          </a:prstGeom>
          <a:solidFill>
            <a:srgbClr val="8ECE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6" name="Straight Connector 5">
            <a:extLst>
              <a:ext uri="{FF2B5EF4-FFF2-40B4-BE49-F238E27FC236}">
                <a16:creationId xmlns:a16="http://schemas.microsoft.com/office/drawing/2014/main" id="{2EAF3775-1B52-BEF8-A2A7-6C3C4D5278B2}"/>
              </a:ext>
            </a:extLst>
          </p:cNvPr>
          <p:cNvCxnSpPr/>
          <p:nvPr/>
        </p:nvCxnSpPr>
        <p:spPr>
          <a:xfrm>
            <a:off x="484418" y="1171879"/>
            <a:ext cx="11218984"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F3576EC8-DAB0-D4F7-CBB8-CB9FBCBC8B39}"/>
              </a:ext>
            </a:extLst>
          </p:cNvPr>
          <p:cNvSpPr txBox="1"/>
          <p:nvPr/>
        </p:nvSpPr>
        <p:spPr>
          <a:xfrm>
            <a:off x="412716" y="6565449"/>
            <a:ext cx="1000125" cy="276999"/>
          </a:xfrm>
          <a:prstGeom prst="rect">
            <a:avLst/>
          </a:prstGeom>
          <a:noFill/>
        </p:spPr>
        <p:txBody>
          <a:bodyPr wrap="square" rtlCol="0">
            <a:spAutoFit/>
          </a:bodyPr>
          <a:lstStyle/>
          <a:p>
            <a:r>
              <a:rPr lang="en-US" sz="1200" dirty="0">
                <a:solidFill>
                  <a:schemeClr val="bg1"/>
                </a:solidFill>
              </a:rPr>
              <a:t>25/11/2025</a:t>
            </a:r>
          </a:p>
        </p:txBody>
      </p:sp>
      <p:sp>
        <p:nvSpPr>
          <p:cNvPr id="14" name="Slide Number Placeholder 5">
            <a:extLst>
              <a:ext uri="{FF2B5EF4-FFF2-40B4-BE49-F238E27FC236}">
                <a16:creationId xmlns:a16="http://schemas.microsoft.com/office/drawing/2014/main" id="{D51E6612-440F-50F1-459D-F13E589E2CFD}"/>
              </a:ext>
            </a:extLst>
          </p:cNvPr>
          <p:cNvSpPr txBox="1">
            <a:spLocks/>
          </p:cNvSpPr>
          <p:nvPr/>
        </p:nvSpPr>
        <p:spPr>
          <a:xfrm>
            <a:off x="1833304" y="6559591"/>
            <a:ext cx="287215" cy="29840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13F6232-4F06-48BA-8F69-BF531F607829}" type="slidenum">
              <a:rPr lang="en-GB" sz="1400" smtClean="0">
                <a:solidFill>
                  <a:schemeClr val="bg1"/>
                </a:solidFill>
              </a:rPr>
              <a:pPr/>
              <a:t>7</a:t>
            </a:fld>
            <a:endParaRPr lang="en-GB" sz="1400" dirty="0">
              <a:solidFill>
                <a:schemeClr val="bg1"/>
              </a:solidFill>
            </a:endParaRPr>
          </a:p>
        </p:txBody>
      </p:sp>
      <p:sp>
        <p:nvSpPr>
          <p:cNvPr id="16" name="TextBox 15">
            <a:extLst>
              <a:ext uri="{FF2B5EF4-FFF2-40B4-BE49-F238E27FC236}">
                <a16:creationId xmlns:a16="http://schemas.microsoft.com/office/drawing/2014/main" id="{670A4003-5F91-BFC5-7C1B-0B6654B8A9D8}"/>
              </a:ext>
            </a:extLst>
          </p:cNvPr>
          <p:cNvSpPr txBox="1"/>
          <p:nvPr/>
        </p:nvSpPr>
        <p:spPr>
          <a:xfrm>
            <a:off x="9172575" y="6542216"/>
            <a:ext cx="2787685" cy="276999"/>
          </a:xfrm>
          <a:prstGeom prst="rect">
            <a:avLst/>
          </a:prstGeom>
          <a:noFill/>
        </p:spPr>
        <p:txBody>
          <a:bodyPr wrap="square" rtlCol="0">
            <a:spAutoFit/>
          </a:bodyPr>
          <a:lstStyle/>
          <a:p>
            <a:r>
              <a:rPr lang="en-US" sz="1200" dirty="0">
                <a:solidFill>
                  <a:schemeClr val="bg1"/>
                </a:solidFill>
              </a:rPr>
              <a:t>Load &amp; Dynamics Team/ Optimus Syria</a:t>
            </a:r>
          </a:p>
        </p:txBody>
      </p:sp>
      <p:sp>
        <p:nvSpPr>
          <p:cNvPr id="19" name="Title 6">
            <a:extLst>
              <a:ext uri="{FF2B5EF4-FFF2-40B4-BE49-F238E27FC236}">
                <a16:creationId xmlns:a16="http://schemas.microsoft.com/office/drawing/2014/main" id="{0F9A567E-351C-E95A-91E0-7AAABE1039AD}"/>
              </a:ext>
            </a:extLst>
          </p:cNvPr>
          <p:cNvSpPr>
            <a:spLocks noGrp="1"/>
          </p:cNvSpPr>
          <p:nvPr>
            <p:ph type="title"/>
          </p:nvPr>
        </p:nvSpPr>
        <p:spPr>
          <a:xfrm>
            <a:off x="475626" y="363628"/>
            <a:ext cx="10515600" cy="937132"/>
          </a:xfrm>
        </p:spPr>
        <p:txBody>
          <a:bodyPr>
            <a:normAutofit/>
          </a:bodyPr>
          <a:lstStyle/>
          <a:p>
            <a:r>
              <a:rPr lang="en-US" dirty="0"/>
              <a:t>DLC 7.1 Sketch Wind Direction Variation</a:t>
            </a:r>
          </a:p>
        </p:txBody>
      </p:sp>
      <p:sp>
        <p:nvSpPr>
          <p:cNvPr id="2" name="TextBox 1">
            <a:extLst>
              <a:ext uri="{FF2B5EF4-FFF2-40B4-BE49-F238E27FC236}">
                <a16:creationId xmlns:a16="http://schemas.microsoft.com/office/drawing/2014/main" id="{1A7C2F8C-5658-B1C7-E8E7-94F406EAAC8D}"/>
              </a:ext>
            </a:extLst>
          </p:cNvPr>
          <p:cNvSpPr txBox="1"/>
          <p:nvPr/>
        </p:nvSpPr>
        <p:spPr>
          <a:xfrm>
            <a:off x="4629394" y="6576994"/>
            <a:ext cx="2887161" cy="461665"/>
          </a:xfrm>
          <a:prstGeom prst="rect">
            <a:avLst/>
          </a:prstGeom>
          <a:noFill/>
        </p:spPr>
        <p:txBody>
          <a:bodyPr wrap="square" rtlCol="0">
            <a:spAutoFit/>
          </a:bodyPr>
          <a:lstStyle/>
          <a:p>
            <a:pPr algn="ctr"/>
            <a:r>
              <a:rPr lang="en-US" sz="1200" dirty="0">
                <a:solidFill>
                  <a:schemeClr val="bg1"/>
                </a:solidFill>
              </a:rPr>
              <a:t>Paresh </a:t>
            </a:r>
            <a:r>
              <a:rPr lang="en-US" sz="1200" dirty="0" err="1">
                <a:solidFill>
                  <a:schemeClr val="bg1"/>
                </a:solidFill>
              </a:rPr>
              <a:t>Nakum</a:t>
            </a:r>
            <a:endParaRPr lang="en-US" sz="1200" dirty="0">
              <a:solidFill>
                <a:schemeClr val="bg1"/>
              </a:solidFill>
            </a:endParaRPr>
          </a:p>
          <a:p>
            <a:pPr algn="ctr"/>
            <a:endParaRPr lang="en-US" sz="1200" dirty="0"/>
          </a:p>
        </p:txBody>
      </p:sp>
      <p:pic>
        <p:nvPicPr>
          <p:cNvPr id="4" name="Picture 3" descr="A diagram of a windmill&#10;&#10;AI-generated content may be incorrect.">
            <a:extLst>
              <a:ext uri="{FF2B5EF4-FFF2-40B4-BE49-F238E27FC236}">
                <a16:creationId xmlns:a16="http://schemas.microsoft.com/office/drawing/2014/main" id="{3DF1F114-DC16-1473-5BF9-4E649BD968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058" y="1423902"/>
            <a:ext cx="6637013" cy="4664869"/>
          </a:xfrm>
          <a:prstGeom prst="rect">
            <a:avLst/>
          </a:prstGeom>
        </p:spPr>
      </p:pic>
      <p:sp>
        <p:nvSpPr>
          <p:cNvPr id="5" name="TextBox 4">
            <a:extLst>
              <a:ext uri="{FF2B5EF4-FFF2-40B4-BE49-F238E27FC236}">
                <a16:creationId xmlns:a16="http://schemas.microsoft.com/office/drawing/2014/main" id="{DB6A2A83-B692-A833-061B-96DC74654EDD}"/>
              </a:ext>
            </a:extLst>
          </p:cNvPr>
          <p:cNvSpPr txBox="1"/>
          <p:nvPr/>
        </p:nvSpPr>
        <p:spPr>
          <a:xfrm>
            <a:off x="334058" y="5966571"/>
            <a:ext cx="2021451" cy="369332"/>
          </a:xfrm>
          <a:prstGeom prst="rect">
            <a:avLst/>
          </a:prstGeom>
          <a:noFill/>
        </p:spPr>
        <p:txBody>
          <a:bodyPr wrap="none" rtlCol="0">
            <a:spAutoFit/>
          </a:bodyPr>
          <a:lstStyle/>
          <a:p>
            <a:r>
              <a:rPr lang="en-US" dirty="0"/>
              <a:t>Own hand </a:t>
            </a:r>
            <a:r>
              <a:rPr lang="en-US" dirty="0" err="1"/>
              <a:t>sketchs</a:t>
            </a:r>
            <a:endParaRPr lang="en-US" dirty="0"/>
          </a:p>
        </p:txBody>
      </p:sp>
      <p:sp>
        <p:nvSpPr>
          <p:cNvPr id="7" name="TextBox 6">
            <a:extLst>
              <a:ext uri="{FF2B5EF4-FFF2-40B4-BE49-F238E27FC236}">
                <a16:creationId xmlns:a16="http://schemas.microsoft.com/office/drawing/2014/main" id="{96079C64-499D-3B1E-104A-C4D4B9877924}"/>
              </a:ext>
            </a:extLst>
          </p:cNvPr>
          <p:cNvSpPr txBox="1"/>
          <p:nvPr/>
        </p:nvSpPr>
        <p:spPr>
          <a:xfrm>
            <a:off x="7226710" y="1504335"/>
            <a:ext cx="4127927" cy="1200329"/>
          </a:xfrm>
          <a:prstGeom prst="rect">
            <a:avLst/>
          </a:prstGeom>
          <a:noFill/>
        </p:spPr>
        <p:txBody>
          <a:bodyPr wrap="square" rtlCol="0">
            <a:spAutoFit/>
          </a:bodyPr>
          <a:lstStyle/>
          <a:p>
            <a:r>
              <a:rPr lang="en-US" dirty="0"/>
              <a:t>During a 1-year storm with a yaw system failure, where strong winds hit from both sides, creating a dangerous misalignment angle."</a:t>
            </a:r>
          </a:p>
        </p:txBody>
      </p:sp>
      <p:sp>
        <p:nvSpPr>
          <p:cNvPr id="8" name="Arrow: Down 7">
            <a:extLst>
              <a:ext uri="{FF2B5EF4-FFF2-40B4-BE49-F238E27FC236}">
                <a16:creationId xmlns:a16="http://schemas.microsoft.com/office/drawing/2014/main" id="{8B3057EA-5DA2-1546-BDD5-F0A001C0D8F6}"/>
              </a:ext>
            </a:extLst>
          </p:cNvPr>
          <p:cNvSpPr/>
          <p:nvPr/>
        </p:nvSpPr>
        <p:spPr>
          <a:xfrm>
            <a:off x="8329331" y="2980200"/>
            <a:ext cx="1563329" cy="137080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Then</a:t>
            </a:r>
          </a:p>
          <a:p>
            <a:pPr algn="ctr"/>
            <a:r>
              <a:rPr lang="en-US" dirty="0"/>
              <a:t>What </a:t>
            </a:r>
          </a:p>
          <a:p>
            <a:pPr algn="ctr"/>
            <a:r>
              <a:rPr lang="en-US" dirty="0"/>
              <a:t>Next</a:t>
            </a:r>
          </a:p>
        </p:txBody>
      </p:sp>
      <p:sp>
        <p:nvSpPr>
          <p:cNvPr id="15" name="TextBox 14">
            <a:extLst>
              <a:ext uri="{FF2B5EF4-FFF2-40B4-BE49-F238E27FC236}">
                <a16:creationId xmlns:a16="http://schemas.microsoft.com/office/drawing/2014/main" id="{08C50A7A-A46F-0543-D058-F94F77947991}"/>
              </a:ext>
            </a:extLst>
          </p:cNvPr>
          <p:cNvSpPr txBox="1"/>
          <p:nvPr/>
        </p:nvSpPr>
        <p:spPr>
          <a:xfrm>
            <a:off x="6040874" y="4512984"/>
            <a:ext cx="6140244" cy="1477328"/>
          </a:xfrm>
          <a:prstGeom prst="rect">
            <a:avLst/>
          </a:prstGeom>
          <a:noFill/>
        </p:spPr>
        <p:txBody>
          <a:bodyPr wrap="square">
            <a:spAutoFit/>
          </a:bodyPr>
          <a:lstStyle/>
          <a:p>
            <a:pPr algn="just"/>
            <a:r>
              <a:rPr lang="en-US" dirty="0"/>
              <a:t>When a yaw error angle becomes large during a storm, the turbine faces sideways into the wind which we can see in the image. Protection systems pitch the blades, apply yaw brakes, and shut the turbine down to avoid dangerous side-loads.</a:t>
            </a:r>
          </a:p>
        </p:txBody>
      </p:sp>
    </p:spTree>
    <p:extLst>
      <p:ext uri="{BB962C8B-B14F-4D97-AF65-F5344CB8AC3E}">
        <p14:creationId xmlns:p14="http://schemas.microsoft.com/office/powerpoint/2010/main" val="2442743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CF81A-89AE-6A7D-5979-48ED21FD4E69}"/>
            </a:ext>
          </a:extLst>
        </p:cNvPr>
        <p:cNvGrpSpPr/>
        <p:nvPr/>
      </p:nvGrpSpPr>
      <p:grpSpPr>
        <a:xfrm>
          <a:off x="0" y="0"/>
          <a:ext cx="0" cy="0"/>
          <a:chOff x="0" y="0"/>
          <a:chExt cx="0" cy="0"/>
        </a:xfrm>
      </p:grpSpPr>
      <p:sp>
        <p:nvSpPr>
          <p:cNvPr id="11" name="Free-form: Shape 13">
            <a:extLst>
              <a:ext uri="{FF2B5EF4-FFF2-40B4-BE49-F238E27FC236}">
                <a16:creationId xmlns:a16="http://schemas.microsoft.com/office/drawing/2014/main" id="{EE03CF96-185B-2658-DA0E-BB323964A50C}"/>
              </a:ext>
            </a:extLst>
          </p:cNvPr>
          <p:cNvSpPr/>
          <p:nvPr/>
        </p:nvSpPr>
        <p:spPr>
          <a:xfrm rot="10800000">
            <a:off x="-35168" y="277945"/>
            <a:ext cx="12216286" cy="898824"/>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46954 h 1270146"/>
              <a:gd name="connsiteX1" fmla="*/ 2358147 w 9478107"/>
              <a:gd name="connsiteY1" fmla="*/ 302992 h 1270146"/>
              <a:gd name="connsiteX2" fmla="*/ 4457699 w 9478107"/>
              <a:gd name="connsiteY2" fmla="*/ 373331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72464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755857 w 9478107"/>
              <a:gd name="connsiteY4" fmla="*/ 446231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557637 w 9478107"/>
              <a:gd name="connsiteY4" fmla="*/ 716768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15627 w 9484942"/>
              <a:gd name="connsiteY0" fmla="*/ 346954 h 1277035"/>
              <a:gd name="connsiteX1" fmla="*/ 2364982 w 9484942"/>
              <a:gd name="connsiteY1" fmla="*/ 302992 h 1277035"/>
              <a:gd name="connsiteX2" fmla="*/ 5134381 w 9484942"/>
              <a:gd name="connsiteY2" fmla="*/ 115678 h 1277035"/>
              <a:gd name="connsiteX3" fmla="*/ 7091448 w 9484942"/>
              <a:gd name="connsiteY3" fmla="*/ 647346 h 1277035"/>
              <a:gd name="connsiteX4" fmla="*/ 8564472 w 9484942"/>
              <a:gd name="connsiteY4" fmla="*/ 716768 h 1277035"/>
              <a:gd name="connsiteX5" fmla="*/ 9484942 w 9484942"/>
              <a:gd name="connsiteY5" fmla="*/ 346954 h 1277035"/>
              <a:gd name="connsiteX6" fmla="*/ 9476150 w 9484942"/>
              <a:gd name="connsiteY6" fmla="*/ 1252562 h 1277035"/>
              <a:gd name="connsiteX7" fmla="*/ 7260488 w 9484942"/>
              <a:gd name="connsiteY7" fmla="*/ 1243769 h 1277035"/>
              <a:gd name="connsiteX8" fmla="*/ 4833811 w 9484942"/>
              <a:gd name="connsiteY8" fmla="*/ 1270146 h 1277035"/>
              <a:gd name="connsiteX9" fmla="*/ 2758827 w 9484942"/>
              <a:gd name="connsiteY9" fmla="*/ 1261354 h 1277035"/>
              <a:gd name="connsiteX10" fmla="*/ 0 w 9484942"/>
              <a:gd name="connsiteY10" fmla="*/ 1273013 h 1277035"/>
              <a:gd name="connsiteX11" fmla="*/ 15627 w 9484942"/>
              <a:gd name="connsiteY11" fmla="*/ 346954 h 1277035"/>
              <a:gd name="connsiteX0" fmla="*/ 15627 w 9484942"/>
              <a:gd name="connsiteY0" fmla="*/ 346954 h 1300002"/>
              <a:gd name="connsiteX1" fmla="*/ 2364982 w 9484942"/>
              <a:gd name="connsiteY1" fmla="*/ 302992 h 1300002"/>
              <a:gd name="connsiteX2" fmla="*/ 5134381 w 9484942"/>
              <a:gd name="connsiteY2" fmla="*/ 115678 h 1300002"/>
              <a:gd name="connsiteX3" fmla="*/ 7091448 w 9484942"/>
              <a:gd name="connsiteY3" fmla="*/ 647346 h 1300002"/>
              <a:gd name="connsiteX4" fmla="*/ 8564472 w 9484942"/>
              <a:gd name="connsiteY4" fmla="*/ 716768 h 1300002"/>
              <a:gd name="connsiteX5" fmla="*/ 9484942 w 9484942"/>
              <a:gd name="connsiteY5" fmla="*/ 346954 h 1300002"/>
              <a:gd name="connsiteX6" fmla="*/ 9476150 w 9484942"/>
              <a:gd name="connsiteY6" fmla="*/ 1252562 h 1300002"/>
              <a:gd name="connsiteX7" fmla="*/ 7260488 w 9484942"/>
              <a:gd name="connsiteY7" fmla="*/ 1243769 h 1300002"/>
              <a:gd name="connsiteX8" fmla="*/ 4833811 w 9484942"/>
              <a:gd name="connsiteY8" fmla="*/ 1270146 h 1300002"/>
              <a:gd name="connsiteX9" fmla="*/ 2779333 w 9484942"/>
              <a:gd name="connsiteY9" fmla="*/ 1300002 h 1300002"/>
              <a:gd name="connsiteX10" fmla="*/ 0 w 9484942"/>
              <a:gd name="connsiteY10" fmla="*/ 1273013 h 1300002"/>
              <a:gd name="connsiteX11" fmla="*/ 15627 w 9484942"/>
              <a:gd name="connsiteY11" fmla="*/ 346954 h 1300002"/>
              <a:gd name="connsiteX0" fmla="*/ 15627 w 9484942"/>
              <a:gd name="connsiteY0" fmla="*/ 346954 h 1346830"/>
              <a:gd name="connsiteX1" fmla="*/ 2364982 w 9484942"/>
              <a:gd name="connsiteY1" fmla="*/ 302992 h 1346830"/>
              <a:gd name="connsiteX2" fmla="*/ 5134381 w 9484942"/>
              <a:gd name="connsiteY2" fmla="*/ 115678 h 1346830"/>
              <a:gd name="connsiteX3" fmla="*/ 7091448 w 9484942"/>
              <a:gd name="connsiteY3" fmla="*/ 647346 h 1346830"/>
              <a:gd name="connsiteX4" fmla="*/ 8564472 w 9484942"/>
              <a:gd name="connsiteY4" fmla="*/ 716768 h 1346830"/>
              <a:gd name="connsiteX5" fmla="*/ 9484942 w 9484942"/>
              <a:gd name="connsiteY5" fmla="*/ 346954 h 1346830"/>
              <a:gd name="connsiteX6" fmla="*/ 9476150 w 9484942"/>
              <a:gd name="connsiteY6" fmla="*/ 1252562 h 1346830"/>
              <a:gd name="connsiteX7" fmla="*/ 7267323 w 9484942"/>
              <a:gd name="connsiteY7" fmla="*/ 1346830 h 1346830"/>
              <a:gd name="connsiteX8" fmla="*/ 4833811 w 9484942"/>
              <a:gd name="connsiteY8" fmla="*/ 1270146 h 1346830"/>
              <a:gd name="connsiteX9" fmla="*/ 2779333 w 9484942"/>
              <a:gd name="connsiteY9" fmla="*/ 1300002 h 1346830"/>
              <a:gd name="connsiteX10" fmla="*/ 0 w 9484942"/>
              <a:gd name="connsiteY10" fmla="*/ 1273013 h 1346830"/>
              <a:gd name="connsiteX11" fmla="*/ 15627 w 9484942"/>
              <a:gd name="connsiteY11" fmla="*/ 346954 h 1346830"/>
              <a:gd name="connsiteX0" fmla="*/ 15627 w 9484942"/>
              <a:gd name="connsiteY0" fmla="*/ 346954 h 1308182"/>
              <a:gd name="connsiteX1" fmla="*/ 2364982 w 9484942"/>
              <a:gd name="connsiteY1" fmla="*/ 302992 h 1308182"/>
              <a:gd name="connsiteX2" fmla="*/ 5134381 w 9484942"/>
              <a:gd name="connsiteY2" fmla="*/ 115678 h 1308182"/>
              <a:gd name="connsiteX3" fmla="*/ 7091448 w 9484942"/>
              <a:gd name="connsiteY3" fmla="*/ 647346 h 1308182"/>
              <a:gd name="connsiteX4" fmla="*/ 8564472 w 9484942"/>
              <a:gd name="connsiteY4" fmla="*/ 716768 h 1308182"/>
              <a:gd name="connsiteX5" fmla="*/ 9484942 w 9484942"/>
              <a:gd name="connsiteY5" fmla="*/ 346954 h 1308182"/>
              <a:gd name="connsiteX6" fmla="*/ 9476150 w 9484942"/>
              <a:gd name="connsiteY6" fmla="*/ 1252562 h 1308182"/>
              <a:gd name="connsiteX7" fmla="*/ 7246817 w 9484942"/>
              <a:gd name="connsiteY7" fmla="*/ 1308182 h 1308182"/>
              <a:gd name="connsiteX8" fmla="*/ 4833811 w 9484942"/>
              <a:gd name="connsiteY8" fmla="*/ 1270146 h 1308182"/>
              <a:gd name="connsiteX9" fmla="*/ 2779333 w 9484942"/>
              <a:gd name="connsiteY9" fmla="*/ 1300002 h 1308182"/>
              <a:gd name="connsiteX10" fmla="*/ 0 w 9484942"/>
              <a:gd name="connsiteY10" fmla="*/ 1273013 h 1308182"/>
              <a:gd name="connsiteX11" fmla="*/ 15627 w 9484942"/>
              <a:gd name="connsiteY11" fmla="*/ 346954 h 1308182"/>
              <a:gd name="connsiteX0" fmla="*/ 15627 w 9496987"/>
              <a:gd name="connsiteY0" fmla="*/ 346954 h 1316976"/>
              <a:gd name="connsiteX1" fmla="*/ 2364982 w 9496987"/>
              <a:gd name="connsiteY1" fmla="*/ 302992 h 1316976"/>
              <a:gd name="connsiteX2" fmla="*/ 5134381 w 9496987"/>
              <a:gd name="connsiteY2" fmla="*/ 115678 h 1316976"/>
              <a:gd name="connsiteX3" fmla="*/ 7091448 w 9496987"/>
              <a:gd name="connsiteY3" fmla="*/ 647346 h 1316976"/>
              <a:gd name="connsiteX4" fmla="*/ 8564472 w 9496987"/>
              <a:gd name="connsiteY4" fmla="*/ 716768 h 1316976"/>
              <a:gd name="connsiteX5" fmla="*/ 9484942 w 9496987"/>
              <a:gd name="connsiteY5" fmla="*/ 346954 h 1316976"/>
              <a:gd name="connsiteX6" fmla="*/ 9496656 w 9496987"/>
              <a:gd name="connsiteY6" fmla="*/ 1316976 h 1316976"/>
              <a:gd name="connsiteX7" fmla="*/ 7246817 w 9496987"/>
              <a:gd name="connsiteY7" fmla="*/ 1308182 h 1316976"/>
              <a:gd name="connsiteX8" fmla="*/ 4833811 w 9496987"/>
              <a:gd name="connsiteY8" fmla="*/ 1270146 h 1316976"/>
              <a:gd name="connsiteX9" fmla="*/ 2779333 w 9496987"/>
              <a:gd name="connsiteY9" fmla="*/ 1300002 h 1316976"/>
              <a:gd name="connsiteX10" fmla="*/ 0 w 9496987"/>
              <a:gd name="connsiteY10" fmla="*/ 1273013 h 1316976"/>
              <a:gd name="connsiteX11" fmla="*/ 15627 w 9496987"/>
              <a:gd name="connsiteY11" fmla="*/ 346954 h 131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96987" h="1316976">
                <a:moveTo>
                  <a:pt x="15627" y="346954"/>
                </a:moveTo>
                <a:cubicBezTo>
                  <a:pt x="677981" y="352815"/>
                  <a:pt x="1280597" y="-406254"/>
                  <a:pt x="2364982" y="302992"/>
                </a:cubicBezTo>
                <a:cubicBezTo>
                  <a:pt x="3590042" y="1000515"/>
                  <a:pt x="4346637" y="58286"/>
                  <a:pt x="5134381" y="115678"/>
                </a:cubicBezTo>
                <a:cubicBezTo>
                  <a:pt x="5922125" y="173070"/>
                  <a:pt x="6479894" y="562194"/>
                  <a:pt x="7091448" y="647346"/>
                </a:cubicBezTo>
                <a:cubicBezTo>
                  <a:pt x="7703002" y="732498"/>
                  <a:pt x="8165556" y="766833"/>
                  <a:pt x="8564472" y="716768"/>
                </a:cubicBezTo>
                <a:cubicBezTo>
                  <a:pt x="8963388" y="666703"/>
                  <a:pt x="9372868" y="242625"/>
                  <a:pt x="9484942" y="346954"/>
                </a:cubicBezTo>
                <a:cubicBezTo>
                  <a:pt x="9482011" y="648823"/>
                  <a:pt x="9499587" y="1015107"/>
                  <a:pt x="9496656" y="1316976"/>
                </a:cubicBezTo>
                <a:lnTo>
                  <a:pt x="7246817" y="1308182"/>
                </a:lnTo>
                <a:lnTo>
                  <a:pt x="4833811" y="1270146"/>
                </a:lnTo>
                <a:lnTo>
                  <a:pt x="2779333" y="1300002"/>
                </a:lnTo>
                <a:lnTo>
                  <a:pt x="0" y="1273013"/>
                </a:lnTo>
                <a:cubicBezTo>
                  <a:pt x="2931" y="988728"/>
                  <a:pt x="3903" y="648823"/>
                  <a:pt x="15627" y="346954"/>
                </a:cubicBezTo>
                <a:close/>
              </a:path>
            </a:pathLst>
          </a:custGeom>
          <a:gradFill flip="none" rotWithShape="1">
            <a:gsLst>
              <a:gs pos="0">
                <a:schemeClr val="accent4">
                  <a:lumMod val="20000"/>
                  <a:lumOff val="80000"/>
                </a:schemeClr>
              </a:gs>
              <a:gs pos="50000">
                <a:schemeClr val="bg1"/>
              </a:gs>
              <a:gs pos="100000">
                <a:schemeClr val="accent4">
                  <a:lumMod val="20000"/>
                  <a:lumOff val="80000"/>
                </a:schemeClr>
              </a:gs>
            </a:gsLst>
            <a:lin ang="0" scaled="1"/>
            <a:tileRect/>
          </a:gradFill>
          <a:ln w="15875">
            <a:solidFill>
              <a:schemeClr val="accent1">
                <a:alpha val="0"/>
              </a:schemeClr>
            </a:solid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Free-form: Shape 13">
            <a:extLst>
              <a:ext uri="{FF2B5EF4-FFF2-40B4-BE49-F238E27FC236}">
                <a16:creationId xmlns:a16="http://schemas.microsoft.com/office/drawing/2014/main" id="{2033A1E3-BA81-803A-8464-7739BEF74DE5}"/>
              </a:ext>
            </a:extLst>
          </p:cNvPr>
          <p:cNvSpPr/>
          <p:nvPr/>
        </p:nvSpPr>
        <p:spPr>
          <a:xfrm rot="10800000">
            <a:off x="-2090" y="-10376"/>
            <a:ext cx="12192000" cy="898826"/>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78107" h="1273677">
                <a:moveTo>
                  <a:pt x="8792" y="350485"/>
                </a:moveTo>
                <a:cubicBezTo>
                  <a:pt x="671146" y="356346"/>
                  <a:pt x="973014" y="-402723"/>
                  <a:pt x="2057399" y="306523"/>
                </a:cubicBezTo>
                <a:cubicBezTo>
                  <a:pt x="3282459" y="1004046"/>
                  <a:pt x="3979984" y="611323"/>
                  <a:pt x="4457699" y="376862"/>
                </a:cubicBezTo>
                <a:cubicBezTo>
                  <a:pt x="5723792" y="-223945"/>
                  <a:pt x="6216161" y="-7069"/>
                  <a:pt x="7016261" y="341693"/>
                </a:cubicBezTo>
                <a:cubicBezTo>
                  <a:pt x="8672145" y="977671"/>
                  <a:pt x="8657492" y="347554"/>
                  <a:pt x="9478107" y="350485"/>
                </a:cubicBezTo>
                <a:cubicBezTo>
                  <a:pt x="9475176" y="652354"/>
                  <a:pt x="9472246" y="954224"/>
                  <a:pt x="9469315" y="1256093"/>
                </a:cubicBezTo>
                <a:lnTo>
                  <a:pt x="7253653" y="1247300"/>
                </a:lnTo>
                <a:lnTo>
                  <a:pt x="4826976" y="1273677"/>
                </a:lnTo>
                <a:lnTo>
                  <a:pt x="2751992" y="1264885"/>
                </a:lnTo>
                <a:lnTo>
                  <a:pt x="0" y="1212131"/>
                </a:lnTo>
                <a:cubicBezTo>
                  <a:pt x="2931" y="927846"/>
                  <a:pt x="-2932" y="652354"/>
                  <a:pt x="8792" y="350485"/>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Shape 13">
            <a:extLst>
              <a:ext uri="{FF2B5EF4-FFF2-40B4-BE49-F238E27FC236}">
                <a16:creationId xmlns:a16="http://schemas.microsoft.com/office/drawing/2014/main" id="{F836B583-9013-9F3B-7492-85F594D35CC2}"/>
              </a:ext>
            </a:extLst>
          </p:cNvPr>
          <p:cNvSpPr/>
          <p:nvPr/>
        </p:nvSpPr>
        <p:spPr>
          <a:xfrm rot="10800000">
            <a:off x="-26376" y="-237830"/>
            <a:ext cx="12218376" cy="965187"/>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8414099 w 9478107"/>
              <a:gd name="connsiteY4" fmla="*/ 797823 h 1273677"/>
              <a:gd name="connsiteX5" fmla="*/ 9478107 w 9478107"/>
              <a:gd name="connsiteY5" fmla="*/ 350485 h 1273677"/>
              <a:gd name="connsiteX6" fmla="*/ 9469315 w 9478107"/>
              <a:gd name="connsiteY6" fmla="*/ 1256093 h 1273677"/>
              <a:gd name="connsiteX7" fmla="*/ 7253653 w 9478107"/>
              <a:gd name="connsiteY7" fmla="*/ 1247300 h 1273677"/>
              <a:gd name="connsiteX8" fmla="*/ 4826976 w 9478107"/>
              <a:gd name="connsiteY8" fmla="*/ 1273677 h 1273677"/>
              <a:gd name="connsiteX9" fmla="*/ 2751992 w 9478107"/>
              <a:gd name="connsiteY9" fmla="*/ 1264885 h 1273677"/>
              <a:gd name="connsiteX10" fmla="*/ 0 w 9478107"/>
              <a:gd name="connsiteY10" fmla="*/ 1212131 h 1273677"/>
              <a:gd name="connsiteX11" fmla="*/ 8792 w 9478107"/>
              <a:gd name="connsiteY11" fmla="*/ 350485 h 1273677"/>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98612"/>
              <a:gd name="connsiteY0" fmla="*/ 463370 h 1386562"/>
              <a:gd name="connsiteX1" fmla="*/ 2057399 w 9498612"/>
              <a:gd name="connsiteY1" fmla="*/ 419408 h 1386562"/>
              <a:gd name="connsiteX2" fmla="*/ 4457699 w 9498612"/>
              <a:gd name="connsiteY2" fmla="*/ 489747 h 1386562"/>
              <a:gd name="connsiteX3" fmla="*/ 7009426 w 9498612"/>
              <a:gd name="connsiteY3" fmla="*/ 98357 h 1386562"/>
              <a:gd name="connsiteX4" fmla="*/ 8414099 w 9498612"/>
              <a:gd name="connsiteY4" fmla="*/ 910708 h 1386562"/>
              <a:gd name="connsiteX5" fmla="*/ 9498612 w 9498612"/>
              <a:gd name="connsiteY5" fmla="*/ 200892 h 1386562"/>
              <a:gd name="connsiteX6" fmla="*/ 9469315 w 9498612"/>
              <a:gd name="connsiteY6" fmla="*/ 1368978 h 1386562"/>
              <a:gd name="connsiteX7" fmla="*/ 7253653 w 9498612"/>
              <a:gd name="connsiteY7" fmla="*/ 1360185 h 1386562"/>
              <a:gd name="connsiteX8" fmla="*/ 4826976 w 9498612"/>
              <a:gd name="connsiteY8" fmla="*/ 1386562 h 1386562"/>
              <a:gd name="connsiteX9" fmla="*/ 2751992 w 9498612"/>
              <a:gd name="connsiteY9" fmla="*/ 1377770 h 1386562"/>
              <a:gd name="connsiteX10" fmla="*/ 0 w 9498612"/>
              <a:gd name="connsiteY10" fmla="*/ 1325016 h 1386562"/>
              <a:gd name="connsiteX11" fmla="*/ 8792 w 9498612"/>
              <a:gd name="connsiteY11" fmla="*/ 463370 h 1386562"/>
              <a:gd name="connsiteX0" fmla="*/ 8792 w 9498612"/>
              <a:gd name="connsiteY0" fmla="*/ 444298 h 1367490"/>
              <a:gd name="connsiteX1" fmla="*/ 2057399 w 9498612"/>
              <a:gd name="connsiteY1" fmla="*/ 400336 h 1367490"/>
              <a:gd name="connsiteX2" fmla="*/ 4320995 w 9498612"/>
              <a:gd name="connsiteY2" fmla="*/ 695656 h 1367490"/>
              <a:gd name="connsiteX3" fmla="*/ 7009426 w 9498612"/>
              <a:gd name="connsiteY3" fmla="*/ 79285 h 1367490"/>
              <a:gd name="connsiteX4" fmla="*/ 8414099 w 9498612"/>
              <a:gd name="connsiteY4" fmla="*/ 891636 h 1367490"/>
              <a:gd name="connsiteX5" fmla="*/ 9498612 w 9498612"/>
              <a:gd name="connsiteY5" fmla="*/ 181820 h 1367490"/>
              <a:gd name="connsiteX6" fmla="*/ 9469315 w 9498612"/>
              <a:gd name="connsiteY6" fmla="*/ 1349906 h 1367490"/>
              <a:gd name="connsiteX7" fmla="*/ 7253653 w 9498612"/>
              <a:gd name="connsiteY7" fmla="*/ 1341113 h 1367490"/>
              <a:gd name="connsiteX8" fmla="*/ 4826976 w 9498612"/>
              <a:gd name="connsiteY8" fmla="*/ 1367490 h 1367490"/>
              <a:gd name="connsiteX9" fmla="*/ 2751992 w 9498612"/>
              <a:gd name="connsiteY9" fmla="*/ 1358698 h 1367490"/>
              <a:gd name="connsiteX10" fmla="*/ 0 w 9498612"/>
              <a:gd name="connsiteY10" fmla="*/ 1305944 h 1367490"/>
              <a:gd name="connsiteX11" fmla="*/ 8792 w 9498612"/>
              <a:gd name="connsiteY11" fmla="*/ 444298 h 1367490"/>
              <a:gd name="connsiteX0" fmla="*/ 8792 w 9498612"/>
              <a:gd name="connsiteY0" fmla="*/ 428789 h 1351981"/>
              <a:gd name="connsiteX1" fmla="*/ 2057399 w 9498612"/>
              <a:gd name="connsiteY1" fmla="*/ 384827 h 1351981"/>
              <a:gd name="connsiteX2" fmla="*/ 3698995 w 9498612"/>
              <a:gd name="connsiteY2" fmla="*/ 961374 h 1351981"/>
              <a:gd name="connsiteX3" fmla="*/ 7009426 w 9498612"/>
              <a:gd name="connsiteY3" fmla="*/ 63776 h 1351981"/>
              <a:gd name="connsiteX4" fmla="*/ 8414099 w 9498612"/>
              <a:gd name="connsiteY4" fmla="*/ 876127 h 1351981"/>
              <a:gd name="connsiteX5" fmla="*/ 9498612 w 9498612"/>
              <a:gd name="connsiteY5" fmla="*/ 166311 h 1351981"/>
              <a:gd name="connsiteX6" fmla="*/ 9469315 w 9498612"/>
              <a:gd name="connsiteY6" fmla="*/ 1334397 h 1351981"/>
              <a:gd name="connsiteX7" fmla="*/ 7253653 w 9498612"/>
              <a:gd name="connsiteY7" fmla="*/ 1325604 h 1351981"/>
              <a:gd name="connsiteX8" fmla="*/ 4826976 w 9498612"/>
              <a:gd name="connsiteY8" fmla="*/ 1351981 h 1351981"/>
              <a:gd name="connsiteX9" fmla="*/ 2751992 w 9498612"/>
              <a:gd name="connsiteY9" fmla="*/ 1343189 h 1351981"/>
              <a:gd name="connsiteX10" fmla="*/ 0 w 9498612"/>
              <a:gd name="connsiteY10" fmla="*/ 1290435 h 1351981"/>
              <a:gd name="connsiteX11" fmla="*/ 8792 w 9498612"/>
              <a:gd name="connsiteY11" fmla="*/ 428789 h 1351981"/>
              <a:gd name="connsiteX0" fmla="*/ 8792 w 9498612"/>
              <a:gd name="connsiteY0" fmla="*/ 595005 h 1518197"/>
              <a:gd name="connsiteX1" fmla="*/ 2057399 w 9498612"/>
              <a:gd name="connsiteY1" fmla="*/ 551043 h 1518197"/>
              <a:gd name="connsiteX2" fmla="*/ 3698995 w 9498612"/>
              <a:gd name="connsiteY2" fmla="*/ 1127590 h 1518197"/>
              <a:gd name="connsiteX3" fmla="*/ 5386116 w 9498612"/>
              <a:gd name="connsiteY3" fmla="*/ 48678 h 1518197"/>
              <a:gd name="connsiteX4" fmla="*/ 7009426 w 9498612"/>
              <a:gd name="connsiteY4" fmla="*/ 229992 h 1518197"/>
              <a:gd name="connsiteX5" fmla="*/ 8414099 w 9498612"/>
              <a:gd name="connsiteY5" fmla="*/ 1042343 h 1518197"/>
              <a:gd name="connsiteX6" fmla="*/ 9498612 w 9498612"/>
              <a:gd name="connsiteY6" fmla="*/ 332527 h 1518197"/>
              <a:gd name="connsiteX7" fmla="*/ 9469315 w 9498612"/>
              <a:gd name="connsiteY7" fmla="*/ 1500613 h 1518197"/>
              <a:gd name="connsiteX8" fmla="*/ 7253653 w 9498612"/>
              <a:gd name="connsiteY8" fmla="*/ 1491820 h 1518197"/>
              <a:gd name="connsiteX9" fmla="*/ 4826976 w 9498612"/>
              <a:gd name="connsiteY9" fmla="*/ 1518197 h 1518197"/>
              <a:gd name="connsiteX10" fmla="*/ 2751992 w 9498612"/>
              <a:gd name="connsiteY10" fmla="*/ 1509405 h 1518197"/>
              <a:gd name="connsiteX11" fmla="*/ 0 w 9498612"/>
              <a:gd name="connsiteY11" fmla="*/ 1456651 h 1518197"/>
              <a:gd name="connsiteX12" fmla="*/ 8792 w 9498612"/>
              <a:gd name="connsiteY12" fmla="*/ 595005 h 1518197"/>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8612" h="1552908">
                <a:moveTo>
                  <a:pt x="8792" y="629716"/>
                </a:moveTo>
                <a:cubicBezTo>
                  <a:pt x="671146" y="635577"/>
                  <a:pt x="973014" y="-123492"/>
                  <a:pt x="2057399" y="585754"/>
                </a:cubicBezTo>
                <a:cubicBezTo>
                  <a:pt x="3282459" y="1283277"/>
                  <a:pt x="3144209" y="1246028"/>
                  <a:pt x="3698995" y="1162301"/>
                </a:cubicBezTo>
                <a:cubicBezTo>
                  <a:pt x="4253781" y="1078574"/>
                  <a:pt x="4834377" y="232989"/>
                  <a:pt x="5386116" y="83389"/>
                </a:cubicBezTo>
                <a:cubicBezTo>
                  <a:pt x="5937855" y="-66211"/>
                  <a:pt x="6463751" y="-19649"/>
                  <a:pt x="7009426" y="264703"/>
                </a:cubicBezTo>
                <a:cubicBezTo>
                  <a:pt x="7646042" y="612966"/>
                  <a:pt x="8003791" y="1075589"/>
                  <a:pt x="8414099" y="1077054"/>
                </a:cubicBezTo>
                <a:cubicBezTo>
                  <a:pt x="8824407" y="1078519"/>
                  <a:pt x="9320464" y="250238"/>
                  <a:pt x="9498612" y="367238"/>
                </a:cubicBezTo>
                <a:cubicBezTo>
                  <a:pt x="9495681" y="669107"/>
                  <a:pt x="9472246" y="1233455"/>
                  <a:pt x="9469315" y="1535324"/>
                </a:cubicBezTo>
                <a:lnTo>
                  <a:pt x="7253653" y="1526531"/>
                </a:lnTo>
                <a:lnTo>
                  <a:pt x="4826976" y="1552908"/>
                </a:lnTo>
                <a:lnTo>
                  <a:pt x="2751992" y="1544116"/>
                </a:lnTo>
                <a:lnTo>
                  <a:pt x="0" y="1491362"/>
                </a:lnTo>
                <a:cubicBezTo>
                  <a:pt x="2931" y="1207077"/>
                  <a:pt x="-2932" y="931585"/>
                  <a:pt x="8792" y="629716"/>
                </a:cubicBezTo>
                <a:close/>
              </a:path>
            </a:pathLst>
          </a:custGeom>
          <a:gradFill>
            <a:gsLst>
              <a:gs pos="0">
                <a:srgbClr val="EFFCFF"/>
              </a:gs>
              <a:gs pos="50000">
                <a:schemeClr val="accent4">
                  <a:lumMod val="40000"/>
                  <a:lumOff val="60000"/>
                </a:schemeClr>
              </a:gs>
              <a:gs pos="100000">
                <a:schemeClr val="bg1"/>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hteck 17">
            <a:extLst>
              <a:ext uri="{FF2B5EF4-FFF2-40B4-BE49-F238E27FC236}">
                <a16:creationId xmlns:a16="http://schemas.microsoft.com/office/drawing/2014/main" id="{FD4E28B6-9FE1-A316-96B5-DF2B92A5A2A6}"/>
              </a:ext>
            </a:extLst>
          </p:cNvPr>
          <p:cNvSpPr/>
          <p:nvPr/>
        </p:nvSpPr>
        <p:spPr>
          <a:xfrm>
            <a:off x="-7747" y="6538183"/>
            <a:ext cx="12207494" cy="319817"/>
          </a:xfrm>
          <a:prstGeom prst="rect">
            <a:avLst/>
          </a:prstGeom>
          <a:solidFill>
            <a:srgbClr val="8ECE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 name="Slide Number Placeholder 5">
            <a:extLst>
              <a:ext uri="{FF2B5EF4-FFF2-40B4-BE49-F238E27FC236}">
                <a16:creationId xmlns:a16="http://schemas.microsoft.com/office/drawing/2014/main" id="{6340897B-2D2D-B14D-4532-C6060030DED1}"/>
              </a:ext>
            </a:extLst>
          </p:cNvPr>
          <p:cNvSpPr>
            <a:spLocks noGrp="1"/>
          </p:cNvSpPr>
          <p:nvPr>
            <p:ph type="sldNum" sz="quarter" idx="12"/>
          </p:nvPr>
        </p:nvSpPr>
        <p:spPr>
          <a:xfrm>
            <a:off x="1702154" y="6515528"/>
            <a:ext cx="436367" cy="365125"/>
          </a:xfrm>
        </p:spPr>
        <p:txBody>
          <a:bodyPr/>
          <a:lstStyle/>
          <a:p>
            <a:fld id="{013F6232-4F06-48BA-8F69-BF531F607829}" type="slidenum">
              <a:rPr lang="en-GB" sz="1400" smtClean="0">
                <a:solidFill>
                  <a:schemeClr val="bg1"/>
                </a:solidFill>
              </a:rPr>
              <a:t>8</a:t>
            </a:fld>
            <a:endParaRPr lang="en-GB" sz="1400" dirty="0">
              <a:solidFill>
                <a:schemeClr val="bg1"/>
              </a:solidFill>
            </a:endParaRPr>
          </a:p>
        </p:txBody>
      </p:sp>
      <p:sp>
        <p:nvSpPr>
          <p:cNvPr id="2" name="Titel 1">
            <a:extLst>
              <a:ext uri="{FF2B5EF4-FFF2-40B4-BE49-F238E27FC236}">
                <a16:creationId xmlns:a16="http://schemas.microsoft.com/office/drawing/2014/main" id="{5D4E4E7B-DC09-CAB5-9681-66C2BE3C6BC3}"/>
              </a:ext>
            </a:extLst>
          </p:cNvPr>
          <p:cNvSpPr>
            <a:spLocks noGrp="1"/>
          </p:cNvSpPr>
          <p:nvPr>
            <p:ph type="title"/>
          </p:nvPr>
        </p:nvSpPr>
        <p:spPr>
          <a:xfrm>
            <a:off x="484418" y="502853"/>
            <a:ext cx="7982574" cy="712728"/>
          </a:xfrm>
        </p:spPr>
        <p:txBody>
          <a:bodyPr>
            <a:normAutofit fontScale="90000"/>
          </a:bodyPr>
          <a:lstStyle/>
          <a:p>
            <a:r>
              <a:rPr lang="en-US" dirty="0"/>
              <a:t>DLC 7.1 Tower Base Bending Moment</a:t>
            </a:r>
            <a:endParaRPr lang="en-US" sz="4400" dirty="0"/>
          </a:p>
        </p:txBody>
      </p:sp>
      <p:cxnSp>
        <p:nvCxnSpPr>
          <p:cNvPr id="6" name="Straight Connector 5">
            <a:extLst>
              <a:ext uri="{FF2B5EF4-FFF2-40B4-BE49-F238E27FC236}">
                <a16:creationId xmlns:a16="http://schemas.microsoft.com/office/drawing/2014/main" id="{5A76CCC5-BE8F-3059-F240-FFDA685B8118}"/>
              </a:ext>
            </a:extLst>
          </p:cNvPr>
          <p:cNvCxnSpPr/>
          <p:nvPr/>
        </p:nvCxnSpPr>
        <p:spPr>
          <a:xfrm>
            <a:off x="484418" y="1171879"/>
            <a:ext cx="11218984"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1AEFF1AF-0F40-9658-C5D3-F01172ED3D34}"/>
              </a:ext>
            </a:extLst>
          </p:cNvPr>
          <p:cNvSpPr txBox="1"/>
          <p:nvPr/>
        </p:nvSpPr>
        <p:spPr>
          <a:xfrm>
            <a:off x="412716" y="6565449"/>
            <a:ext cx="1000125" cy="276999"/>
          </a:xfrm>
          <a:prstGeom prst="rect">
            <a:avLst/>
          </a:prstGeom>
          <a:noFill/>
        </p:spPr>
        <p:txBody>
          <a:bodyPr wrap="square" rtlCol="0">
            <a:spAutoFit/>
          </a:bodyPr>
          <a:lstStyle/>
          <a:p>
            <a:r>
              <a:rPr lang="en-US" sz="1200" dirty="0">
                <a:solidFill>
                  <a:schemeClr val="bg1"/>
                </a:solidFill>
              </a:rPr>
              <a:t>25/11/2025</a:t>
            </a:r>
          </a:p>
        </p:txBody>
      </p:sp>
      <p:sp>
        <p:nvSpPr>
          <p:cNvPr id="7" name="TextBox 6">
            <a:extLst>
              <a:ext uri="{FF2B5EF4-FFF2-40B4-BE49-F238E27FC236}">
                <a16:creationId xmlns:a16="http://schemas.microsoft.com/office/drawing/2014/main" id="{47BB11CD-D484-AA86-FAB7-480CDE1803BD}"/>
              </a:ext>
            </a:extLst>
          </p:cNvPr>
          <p:cNvSpPr txBox="1"/>
          <p:nvPr/>
        </p:nvSpPr>
        <p:spPr>
          <a:xfrm>
            <a:off x="9172575" y="6542216"/>
            <a:ext cx="2787685" cy="276999"/>
          </a:xfrm>
          <a:prstGeom prst="rect">
            <a:avLst/>
          </a:prstGeom>
          <a:noFill/>
        </p:spPr>
        <p:txBody>
          <a:bodyPr wrap="square" rtlCol="0">
            <a:spAutoFit/>
          </a:bodyPr>
          <a:lstStyle/>
          <a:p>
            <a:r>
              <a:rPr lang="en-US" sz="1200" dirty="0">
                <a:solidFill>
                  <a:schemeClr val="bg1"/>
                </a:solidFill>
              </a:rPr>
              <a:t>Load &amp; Dynamics Team/ Optimus Syria</a:t>
            </a:r>
          </a:p>
        </p:txBody>
      </p:sp>
      <p:sp>
        <p:nvSpPr>
          <p:cNvPr id="8" name="TextBox 7">
            <a:extLst>
              <a:ext uri="{FF2B5EF4-FFF2-40B4-BE49-F238E27FC236}">
                <a16:creationId xmlns:a16="http://schemas.microsoft.com/office/drawing/2014/main" id="{AE613022-C3DE-FEF1-A8C6-D3C6CEC440A0}"/>
              </a:ext>
            </a:extLst>
          </p:cNvPr>
          <p:cNvSpPr txBox="1"/>
          <p:nvPr/>
        </p:nvSpPr>
        <p:spPr>
          <a:xfrm>
            <a:off x="4629394" y="6576994"/>
            <a:ext cx="2887161" cy="461665"/>
          </a:xfrm>
          <a:prstGeom prst="rect">
            <a:avLst/>
          </a:prstGeom>
          <a:noFill/>
        </p:spPr>
        <p:txBody>
          <a:bodyPr wrap="square" rtlCol="0">
            <a:spAutoFit/>
          </a:bodyPr>
          <a:lstStyle/>
          <a:p>
            <a:pPr algn="ctr"/>
            <a:r>
              <a:rPr lang="en-US" sz="1200" dirty="0">
                <a:solidFill>
                  <a:schemeClr val="bg1"/>
                </a:solidFill>
              </a:rPr>
              <a:t>Paresh </a:t>
            </a:r>
            <a:r>
              <a:rPr lang="en-US" sz="1200" dirty="0" err="1">
                <a:solidFill>
                  <a:schemeClr val="bg1"/>
                </a:solidFill>
              </a:rPr>
              <a:t>Nakum</a:t>
            </a:r>
            <a:endParaRPr lang="en-US" sz="1200" dirty="0">
              <a:solidFill>
                <a:schemeClr val="bg1"/>
              </a:solidFill>
            </a:endParaRPr>
          </a:p>
          <a:p>
            <a:pPr algn="ctr"/>
            <a:endParaRPr lang="en-US" sz="1200" dirty="0"/>
          </a:p>
        </p:txBody>
      </p:sp>
      <p:pic>
        <p:nvPicPr>
          <p:cNvPr id="16" name="Picture 15" descr="A graph of a number of numbers and a number of numbers&#10;&#10;AI-generated content may be incorrect.">
            <a:extLst>
              <a:ext uri="{FF2B5EF4-FFF2-40B4-BE49-F238E27FC236}">
                <a16:creationId xmlns:a16="http://schemas.microsoft.com/office/drawing/2014/main" id="{C1766DF3-83E2-D1DB-2EE7-BA8FF1F844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2716" y="1752696"/>
            <a:ext cx="11218983" cy="3674674"/>
          </a:xfrm>
          <a:prstGeom prst="rect">
            <a:avLst/>
          </a:prstGeom>
        </p:spPr>
      </p:pic>
      <p:sp>
        <p:nvSpPr>
          <p:cNvPr id="22" name="TextBox 21">
            <a:extLst>
              <a:ext uri="{FF2B5EF4-FFF2-40B4-BE49-F238E27FC236}">
                <a16:creationId xmlns:a16="http://schemas.microsoft.com/office/drawing/2014/main" id="{2F458B03-0D4A-ED8C-F62F-824638663091}"/>
              </a:ext>
            </a:extLst>
          </p:cNvPr>
          <p:cNvSpPr txBox="1"/>
          <p:nvPr/>
        </p:nvSpPr>
        <p:spPr>
          <a:xfrm>
            <a:off x="412716" y="5515051"/>
            <a:ext cx="11218983" cy="923330"/>
          </a:xfrm>
          <a:prstGeom prst="rect">
            <a:avLst/>
          </a:prstGeom>
          <a:noFill/>
        </p:spPr>
        <p:txBody>
          <a:bodyPr wrap="square">
            <a:spAutoFit/>
          </a:bodyPr>
          <a:lstStyle/>
          <a:p>
            <a:pPr algn="just"/>
            <a:r>
              <a:rPr lang="en-US" dirty="0"/>
              <a:t>We use the absolute maximum of </a:t>
            </a:r>
            <a:r>
              <a:rPr lang="en-US" dirty="0" err="1"/>
              <a:t>TwrBsMxt</a:t>
            </a:r>
            <a:r>
              <a:rPr lang="en-US" dirty="0"/>
              <a:t> and </a:t>
            </a:r>
            <a:r>
              <a:rPr lang="en-US" dirty="0" err="1"/>
              <a:t>TwrBsMyt</a:t>
            </a:r>
            <a:r>
              <a:rPr lang="en-US" dirty="0"/>
              <a:t> because the circular tower is structurally symmetrical. The magnitude of the moment is what dictates the maximum stress, regardless of the bending direction.</a:t>
            </a:r>
          </a:p>
        </p:txBody>
      </p:sp>
      <p:sp>
        <p:nvSpPr>
          <p:cNvPr id="4" name="TextBox 3">
            <a:extLst>
              <a:ext uri="{FF2B5EF4-FFF2-40B4-BE49-F238E27FC236}">
                <a16:creationId xmlns:a16="http://schemas.microsoft.com/office/drawing/2014/main" id="{A505A6F1-856A-C698-2323-74E5A76744CA}"/>
              </a:ext>
            </a:extLst>
          </p:cNvPr>
          <p:cNvSpPr txBox="1"/>
          <p:nvPr/>
        </p:nvSpPr>
        <p:spPr>
          <a:xfrm>
            <a:off x="4475705" y="4584252"/>
            <a:ext cx="2710543" cy="369332"/>
          </a:xfrm>
          <a:prstGeom prst="rect">
            <a:avLst/>
          </a:prstGeom>
          <a:noFill/>
        </p:spPr>
        <p:txBody>
          <a:bodyPr wrap="square" rtlCol="0">
            <a:spAutoFit/>
          </a:bodyPr>
          <a:lstStyle/>
          <a:p>
            <a:r>
              <a:rPr lang="en-GB" dirty="0">
                <a:solidFill>
                  <a:schemeClr val="bg1">
                    <a:lumMod val="50000"/>
                  </a:schemeClr>
                </a:solidFill>
              </a:rPr>
              <a:t>Wind Direction in</a:t>
            </a:r>
          </a:p>
        </p:txBody>
      </p:sp>
      <p:sp>
        <p:nvSpPr>
          <p:cNvPr id="12" name="TextBox 11">
            <a:extLst>
              <a:ext uri="{FF2B5EF4-FFF2-40B4-BE49-F238E27FC236}">
                <a16:creationId xmlns:a16="http://schemas.microsoft.com/office/drawing/2014/main" id="{03C4102D-DA1B-A9E6-86C4-0DF18AD004B4}"/>
              </a:ext>
            </a:extLst>
          </p:cNvPr>
          <p:cNvSpPr txBox="1"/>
          <p:nvPr/>
        </p:nvSpPr>
        <p:spPr>
          <a:xfrm>
            <a:off x="6371752" y="1838171"/>
            <a:ext cx="392930" cy="369332"/>
          </a:xfrm>
          <a:prstGeom prst="rect">
            <a:avLst/>
          </a:prstGeom>
          <a:noFill/>
        </p:spPr>
        <p:txBody>
          <a:bodyPr wrap="square" rtlCol="0">
            <a:spAutoFit/>
          </a:bodyPr>
          <a:lstStyle/>
          <a:p>
            <a:r>
              <a:rPr lang="en-GB" dirty="0">
                <a:solidFill>
                  <a:schemeClr val="bg1">
                    <a:lumMod val="50000"/>
                  </a:schemeClr>
                </a:solidFill>
              </a:rPr>
              <a:t>.1</a:t>
            </a:r>
          </a:p>
        </p:txBody>
      </p:sp>
      <p:sp>
        <p:nvSpPr>
          <p:cNvPr id="13" name="Oval 12">
            <a:extLst>
              <a:ext uri="{FF2B5EF4-FFF2-40B4-BE49-F238E27FC236}">
                <a16:creationId xmlns:a16="http://schemas.microsoft.com/office/drawing/2014/main" id="{5B7C17C2-326D-0964-F70F-8ECCABD9B195}"/>
              </a:ext>
            </a:extLst>
          </p:cNvPr>
          <p:cNvSpPr/>
          <p:nvPr/>
        </p:nvSpPr>
        <p:spPr>
          <a:xfrm>
            <a:off x="7577085" y="2087917"/>
            <a:ext cx="889907" cy="898826"/>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4" name="TextBox 13">
            <a:extLst>
              <a:ext uri="{FF2B5EF4-FFF2-40B4-BE49-F238E27FC236}">
                <a16:creationId xmlns:a16="http://schemas.microsoft.com/office/drawing/2014/main" id="{737D06BD-F849-44C0-1883-F46E60DFBB3D}"/>
              </a:ext>
            </a:extLst>
          </p:cNvPr>
          <p:cNvSpPr txBox="1"/>
          <p:nvPr/>
        </p:nvSpPr>
        <p:spPr>
          <a:xfrm>
            <a:off x="8368670" y="1754590"/>
            <a:ext cx="2587451" cy="646331"/>
          </a:xfrm>
          <a:prstGeom prst="rect">
            <a:avLst/>
          </a:prstGeom>
          <a:noFill/>
        </p:spPr>
        <p:txBody>
          <a:bodyPr wrap="square" rtlCol="0">
            <a:spAutoFit/>
          </a:bodyPr>
          <a:lstStyle/>
          <a:p>
            <a:r>
              <a:rPr lang="en-GB" dirty="0"/>
              <a:t>Max tower bending at 120 </a:t>
            </a:r>
            <a:r>
              <a:rPr lang="en-GB" dirty="0" err="1"/>
              <a:t>Deg</a:t>
            </a:r>
            <a:r>
              <a:rPr lang="en-GB" dirty="0"/>
              <a:t> Wind Direction</a:t>
            </a:r>
          </a:p>
        </p:txBody>
      </p:sp>
    </p:spTree>
    <p:extLst>
      <p:ext uri="{BB962C8B-B14F-4D97-AF65-F5344CB8AC3E}">
        <p14:creationId xmlns:p14="http://schemas.microsoft.com/office/powerpoint/2010/main" val="34227321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197FC-8146-9E98-2111-A0542224A0BB}"/>
            </a:ext>
          </a:extLst>
        </p:cNvPr>
        <p:cNvGrpSpPr/>
        <p:nvPr/>
      </p:nvGrpSpPr>
      <p:grpSpPr>
        <a:xfrm>
          <a:off x="0" y="0"/>
          <a:ext cx="0" cy="0"/>
          <a:chOff x="0" y="0"/>
          <a:chExt cx="0" cy="0"/>
        </a:xfrm>
      </p:grpSpPr>
      <p:sp>
        <p:nvSpPr>
          <p:cNvPr id="11" name="Free-form: Shape 13">
            <a:extLst>
              <a:ext uri="{FF2B5EF4-FFF2-40B4-BE49-F238E27FC236}">
                <a16:creationId xmlns:a16="http://schemas.microsoft.com/office/drawing/2014/main" id="{4350364F-F602-5ECD-1977-7104047F79D1}"/>
              </a:ext>
            </a:extLst>
          </p:cNvPr>
          <p:cNvSpPr/>
          <p:nvPr/>
        </p:nvSpPr>
        <p:spPr>
          <a:xfrm rot="10800000">
            <a:off x="-35168" y="277945"/>
            <a:ext cx="12216286" cy="898824"/>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46954 h 1270146"/>
              <a:gd name="connsiteX1" fmla="*/ 2358147 w 9478107"/>
              <a:gd name="connsiteY1" fmla="*/ 302992 h 1270146"/>
              <a:gd name="connsiteX2" fmla="*/ 4457699 w 9478107"/>
              <a:gd name="connsiteY2" fmla="*/ 373331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72464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755857 w 9478107"/>
              <a:gd name="connsiteY4" fmla="*/ 446231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557637 w 9478107"/>
              <a:gd name="connsiteY4" fmla="*/ 716768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15627 w 9484942"/>
              <a:gd name="connsiteY0" fmla="*/ 346954 h 1277035"/>
              <a:gd name="connsiteX1" fmla="*/ 2364982 w 9484942"/>
              <a:gd name="connsiteY1" fmla="*/ 302992 h 1277035"/>
              <a:gd name="connsiteX2" fmla="*/ 5134381 w 9484942"/>
              <a:gd name="connsiteY2" fmla="*/ 115678 h 1277035"/>
              <a:gd name="connsiteX3" fmla="*/ 7091448 w 9484942"/>
              <a:gd name="connsiteY3" fmla="*/ 647346 h 1277035"/>
              <a:gd name="connsiteX4" fmla="*/ 8564472 w 9484942"/>
              <a:gd name="connsiteY4" fmla="*/ 716768 h 1277035"/>
              <a:gd name="connsiteX5" fmla="*/ 9484942 w 9484942"/>
              <a:gd name="connsiteY5" fmla="*/ 346954 h 1277035"/>
              <a:gd name="connsiteX6" fmla="*/ 9476150 w 9484942"/>
              <a:gd name="connsiteY6" fmla="*/ 1252562 h 1277035"/>
              <a:gd name="connsiteX7" fmla="*/ 7260488 w 9484942"/>
              <a:gd name="connsiteY7" fmla="*/ 1243769 h 1277035"/>
              <a:gd name="connsiteX8" fmla="*/ 4833811 w 9484942"/>
              <a:gd name="connsiteY8" fmla="*/ 1270146 h 1277035"/>
              <a:gd name="connsiteX9" fmla="*/ 2758827 w 9484942"/>
              <a:gd name="connsiteY9" fmla="*/ 1261354 h 1277035"/>
              <a:gd name="connsiteX10" fmla="*/ 0 w 9484942"/>
              <a:gd name="connsiteY10" fmla="*/ 1273013 h 1277035"/>
              <a:gd name="connsiteX11" fmla="*/ 15627 w 9484942"/>
              <a:gd name="connsiteY11" fmla="*/ 346954 h 1277035"/>
              <a:gd name="connsiteX0" fmla="*/ 15627 w 9484942"/>
              <a:gd name="connsiteY0" fmla="*/ 346954 h 1300002"/>
              <a:gd name="connsiteX1" fmla="*/ 2364982 w 9484942"/>
              <a:gd name="connsiteY1" fmla="*/ 302992 h 1300002"/>
              <a:gd name="connsiteX2" fmla="*/ 5134381 w 9484942"/>
              <a:gd name="connsiteY2" fmla="*/ 115678 h 1300002"/>
              <a:gd name="connsiteX3" fmla="*/ 7091448 w 9484942"/>
              <a:gd name="connsiteY3" fmla="*/ 647346 h 1300002"/>
              <a:gd name="connsiteX4" fmla="*/ 8564472 w 9484942"/>
              <a:gd name="connsiteY4" fmla="*/ 716768 h 1300002"/>
              <a:gd name="connsiteX5" fmla="*/ 9484942 w 9484942"/>
              <a:gd name="connsiteY5" fmla="*/ 346954 h 1300002"/>
              <a:gd name="connsiteX6" fmla="*/ 9476150 w 9484942"/>
              <a:gd name="connsiteY6" fmla="*/ 1252562 h 1300002"/>
              <a:gd name="connsiteX7" fmla="*/ 7260488 w 9484942"/>
              <a:gd name="connsiteY7" fmla="*/ 1243769 h 1300002"/>
              <a:gd name="connsiteX8" fmla="*/ 4833811 w 9484942"/>
              <a:gd name="connsiteY8" fmla="*/ 1270146 h 1300002"/>
              <a:gd name="connsiteX9" fmla="*/ 2779333 w 9484942"/>
              <a:gd name="connsiteY9" fmla="*/ 1300002 h 1300002"/>
              <a:gd name="connsiteX10" fmla="*/ 0 w 9484942"/>
              <a:gd name="connsiteY10" fmla="*/ 1273013 h 1300002"/>
              <a:gd name="connsiteX11" fmla="*/ 15627 w 9484942"/>
              <a:gd name="connsiteY11" fmla="*/ 346954 h 1300002"/>
              <a:gd name="connsiteX0" fmla="*/ 15627 w 9484942"/>
              <a:gd name="connsiteY0" fmla="*/ 346954 h 1346830"/>
              <a:gd name="connsiteX1" fmla="*/ 2364982 w 9484942"/>
              <a:gd name="connsiteY1" fmla="*/ 302992 h 1346830"/>
              <a:gd name="connsiteX2" fmla="*/ 5134381 w 9484942"/>
              <a:gd name="connsiteY2" fmla="*/ 115678 h 1346830"/>
              <a:gd name="connsiteX3" fmla="*/ 7091448 w 9484942"/>
              <a:gd name="connsiteY3" fmla="*/ 647346 h 1346830"/>
              <a:gd name="connsiteX4" fmla="*/ 8564472 w 9484942"/>
              <a:gd name="connsiteY4" fmla="*/ 716768 h 1346830"/>
              <a:gd name="connsiteX5" fmla="*/ 9484942 w 9484942"/>
              <a:gd name="connsiteY5" fmla="*/ 346954 h 1346830"/>
              <a:gd name="connsiteX6" fmla="*/ 9476150 w 9484942"/>
              <a:gd name="connsiteY6" fmla="*/ 1252562 h 1346830"/>
              <a:gd name="connsiteX7" fmla="*/ 7267323 w 9484942"/>
              <a:gd name="connsiteY7" fmla="*/ 1346830 h 1346830"/>
              <a:gd name="connsiteX8" fmla="*/ 4833811 w 9484942"/>
              <a:gd name="connsiteY8" fmla="*/ 1270146 h 1346830"/>
              <a:gd name="connsiteX9" fmla="*/ 2779333 w 9484942"/>
              <a:gd name="connsiteY9" fmla="*/ 1300002 h 1346830"/>
              <a:gd name="connsiteX10" fmla="*/ 0 w 9484942"/>
              <a:gd name="connsiteY10" fmla="*/ 1273013 h 1346830"/>
              <a:gd name="connsiteX11" fmla="*/ 15627 w 9484942"/>
              <a:gd name="connsiteY11" fmla="*/ 346954 h 1346830"/>
              <a:gd name="connsiteX0" fmla="*/ 15627 w 9484942"/>
              <a:gd name="connsiteY0" fmla="*/ 346954 h 1308182"/>
              <a:gd name="connsiteX1" fmla="*/ 2364982 w 9484942"/>
              <a:gd name="connsiteY1" fmla="*/ 302992 h 1308182"/>
              <a:gd name="connsiteX2" fmla="*/ 5134381 w 9484942"/>
              <a:gd name="connsiteY2" fmla="*/ 115678 h 1308182"/>
              <a:gd name="connsiteX3" fmla="*/ 7091448 w 9484942"/>
              <a:gd name="connsiteY3" fmla="*/ 647346 h 1308182"/>
              <a:gd name="connsiteX4" fmla="*/ 8564472 w 9484942"/>
              <a:gd name="connsiteY4" fmla="*/ 716768 h 1308182"/>
              <a:gd name="connsiteX5" fmla="*/ 9484942 w 9484942"/>
              <a:gd name="connsiteY5" fmla="*/ 346954 h 1308182"/>
              <a:gd name="connsiteX6" fmla="*/ 9476150 w 9484942"/>
              <a:gd name="connsiteY6" fmla="*/ 1252562 h 1308182"/>
              <a:gd name="connsiteX7" fmla="*/ 7246817 w 9484942"/>
              <a:gd name="connsiteY7" fmla="*/ 1308182 h 1308182"/>
              <a:gd name="connsiteX8" fmla="*/ 4833811 w 9484942"/>
              <a:gd name="connsiteY8" fmla="*/ 1270146 h 1308182"/>
              <a:gd name="connsiteX9" fmla="*/ 2779333 w 9484942"/>
              <a:gd name="connsiteY9" fmla="*/ 1300002 h 1308182"/>
              <a:gd name="connsiteX10" fmla="*/ 0 w 9484942"/>
              <a:gd name="connsiteY10" fmla="*/ 1273013 h 1308182"/>
              <a:gd name="connsiteX11" fmla="*/ 15627 w 9484942"/>
              <a:gd name="connsiteY11" fmla="*/ 346954 h 1308182"/>
              <a:gd name="connsiteX0" fmla="*/ 15627 w 9496987"/>
              <a:gd name="connsiteY0" fmla="*/ 346954 h 1316976"/>
              <a:gd name="connsiteX1" fmla="*/ 2364982 w 9496987"/>
              <a:gd name="connsiteY1" fmla="*/ 302992 h 1316976"/>
              <a:gd name="connsiteX2" fmla="*/ 5134381 w 9496987"/>
              <a:gd name="connsiteY2" fmla="*/ 115678 h 1316976"/>
              <a:gd name="connsiteX3" fmla="*/ 7091448 w 9496987"/>
              <a:gd name="connsiteY3" fmla="*/ 647346 h 1316976"/>
              <a:gd name="connsiteX4" fmla="*/ 8564472 w 9496987"/>
              <a:gd name="connsiteY4" fmla="*/ 716768 h 1316976"/>
              <a:gd name="connsiteX5" fmla="*/ 9484942 w 9496987"/>
              <a:gd name="connsiteY5" fmla="*/ 346954 h 1316976"/>
              <a:gd name="connsiteX6" fmla="*/ 9496656 w 9496987"/>
              <a:gd name="connsiteY6" fmla="*/ 1316976 h 1316976"/>
              <a:gd name="connsiteX7" fmla="*/ 7246817 w 9496987"/>
              <a:gd name="connsiteY7" fmla="*/ 1308182 h 1316976"/>
              <a:gd name="connsiteX8" fmla="*/ 4833811 w 9496987"/>
              <a:gd name="connsiteY8" fmla="*/ 1270146 h 1316976"/>
              <a:gd name="connsiteX9" fmla="*/ 2779333 w 9496987"/>
              <a:gd name="connsiteY9" fmla="*/ 1300002 h 1316976"/>
              <a:gd name="connsiteX10" fmla="*/ 0 w 9496987"/>
              <a:gd name="connsiteY10" fmla="*/ 1273013 h 1316976"/>
              <a:gd name="connsiteX11" fmla="*/ 15627 w 9496987"/>
              <a:gd name="connsiteY11" fmla="*/ 346954 h 131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96987" h="1316976">
                <a:moveTo>
                  <a:pt x="15627" y="346954"/>
                </a:moveTo>
                <a:cubicBezTo>
                  <a:pt x="677981" y="352815"/>
                  <a:pt x="1280597" y="-406254"/>
                  <a:pt x="2364982" y="302992"/>
                </a:cubicBezTo>
                <a:cubicBezTo>
                  <a:pt x="3590042" y="1000515"/>
                  <a:pt x="4346637" y="58286"/>
                  <a:pt x="5134381" y="115678"/>
                </a:cubicBezTo>
                <a:cubicBezTo>
                  <a:pt x="5922125" y="173070"/>
                  <a:pt x="6479894" y="562194"/>
                  <a:pt x="7091448" y="647346"/>
                </a:cubicBezTo>
                <a:cubicBezTo>
                  <a:pt x="7703002" y="732498"/>
                  <a:pt x="8165556" y="766833"/>
                  <a:pt x="8564472" y="716768"/>
                </a:cubicBezTo>
                <a:cubicBezTo>
                  <a:pt x="8963388" y="666703"/>
                  <a:pt x="9372868" y="242625"/>
                  <a:pt x="9484942" y="346954"/>
                </a:cubicBezTo>
                <a:cubicBezTo>
                  <a:pt x="9482011" y="648823"/>
                  <a:pt x="9499587" y="1015107"/>
                  <a:pt x="9496656" y="1316976"/>
                </a:cubicBezTo>
                <a:lnTo>
                  <a:pt x="7246817" y="1308182"/>
                </a:lnTo>
                <a:lnTo>
                  <a:pt x="4833811" y="1270146"/>
                </a:lnTo>
                <a:lnTo>
                  <a:pt x="2779333" y="1300002"/>
                </a:lnTo>
                <a:lnTo>
                  <a:pt x="0" y="1273013"/>
                </a:lnTo>
                <a:cubicBezTo>
                  <a:pt x="2931" y="988728"/>
                  <a:pt x="3903" y="648823"/>
                  <a:pt x="15627" y="346954"/>
                </a:cubicBezTo>
                <a:close/>
              </a:path>
            </a:pathLst>
          </a:custGeom>
          <a:gradFill flip="none" rotWithShape="1">
            <a:gsLst>
              <a:gs pos="0">
                <a:schemeClr val="accent4">
                  <a:lumMod val="20000"/>
                  <a:lumOff val="80000"/>
                </a:schemeClr>
              </a:gs>
              <a:gs pos="50000">
                <a:schemeClr val="bg1"/>
              </a:gs>
              <a:gs pos="100000">
                <a:schemeClr val="accent4">
                  <a:lumMod val="20000"/>
                  <a:lumOff val="80000"/>
                </a:schemeClr>
              </a:gs>
            </a:gsLst>
            <a:lin ang="0" scaled="1"/>
            <a:tileRect/>
          </a:gradFill>
          <a:ln w="15875">
            <a:solidFill>
              <a:schemeClr val="accent1">
                <a:alpha val="0"/>
              </a:schemeClr>
            </a:solid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Free-form: Shape 13">
            <a:extLst>
              <a:ext uri="{FF2B5EF4-FFF2-40B4-BE49-F238E27FC236}">
                <a16:creationId xmlns:a16="http://schemas.microsoft.com/office/drawing/2014/main" id="{4661B0EF-690C-79F2-1AB8-61D1D37DD3B8}"/>
              </a:ext>
            </a:extLst>
          </p:cNvPr>
          <p:cNvSpPr/>
          <p:nvPr/>
        </p:nvSpPr>
        <p:spPr>
          <a:xfrm rot="10800000">
            <a:off x="-2090" y="-10376"/>
            <a:ext cx="12192000" cy="898826"/>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78107" h="1273677">
                <a:moveTo>
                  <a:pt x="8792" y="350485"/>
                </a:moveTo>
                <a:cubicBezTo>
                  <a:pt x="671146" y="356346"/>
                  <a:pt x="973014" y="-402723"/>
                  <a:pt x="2057399" y="306523"/>
                </a:cubicBezTo>
                <a:cubicBezTo>
                  <a:pt x="3282459" y="1004046"/>
                  <a:pt x="3979984" y="611323"/>
                  <a:pt x="4457699" y="376862"/>
                </a:cubicBezTo>
                <a:cubicBezTo>
                  <a:pt x="5723792" y="-223945"/>
                  <a:pt x="6216161" y="-7069"/>
                  <a:pt x="7016261" y="341693"/>
                </a:cubicBezTo>
                <a:cubicBezTo>
                  <a:pt x="8672145" y="977671"/>
                  <a:pt x="8657492" y="347554"/>
                  <a:pt x="9478107" y="350485"/>
                </a:cubicBezTo>
                <a:cubicBezTo>
                  <a:pt x="9475176" y="652354"/>
                  <a:pt x="9472246" y="954224"/>
                  <a:pt x="9469315" y="1256093"/>
                </a:cubicBezTo>
                <a:lnTo>
                  <a:pt x="7253653" y="1247300"/>
                </a:lnTo>
                <a:lnTo>
                  <a:pt x="4826976" y="1273677"/>
                </a:lnTo>
                <a:lnTo>
                  <a:pt x="2751992" y="1264885"/>
                </a:lnTo>
                <a:lnTo>
                  <a:pt x="0" y="1212131"/>
                </a:lnTo>
                <a:cubicBezTo>
                  <a:pt x="2931" y="927846"/>
                  <a:pt x="-2932" y="652354"/>
                  <a:pt x="8792" y="350485"/>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Shape 13">
            <a:extLst>
              <a:ext uri="{FF2B5EF4-FFF2-40B4-BE49-F238E27FC236}">
                <a16:creationId xmlns:a16="http://schemas.microsoft.com/office/drawing/2014/main" id="{DDDF99D9-F011-A9A9-4822-B0EFAB91C29C}"/>
              </a:ext>
            </a:extLst>
          </p:cNvPr>
          <p:cNvSpPr/>
          <p:nvPr/>
        </p:nvSpPr>
        <p:spPr>
          <a:xfrm rot="10800000">
            <a:off x="-26376" y="-237830"/>
            <a:ext cx="12218376" cy="965187"/>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8414099 w 9478107"/>
              <a:gd name="connsiteY4" fmla="*/ 797823 h 1273677"/>
              <a:gd name="connsiteX5" fmla="*/ 9478107 w 9478107"/>
              <a:gd name="connsiteY5" fmla="*/ 350485 h 1273677"/>
              <a:gd name="connsiteX6" fmla="*/ 9469315 w 9478107"/>
              <a:gd name="connsiteY6" fmla="*/ 1256093 h 1273677"/>
              <a:gd name="connsiteX7" fmla="*/ 7253653 w 9478107"/>
              <a:gd name="connsiteY7" fmla="*/ 1247300 h 1273677"/>
              <a:gd name="connsiteX8" fmla="*/ 4826976 w 9478107"/>
              <a:gd name="connsiteY8" fmla="*/ 1273677 h 1273677"/>
              <a:gd name="connsiteX9" fmla="*/ 2751992 w 9478107"/>
              <a:gd name="connsiteY9" fmla="*/ 1264885 h 1273677"/>
              <a:gd name="connsiteX10" fmla="*/ 0 w 9478107"/>
              <a:gd name="connsiteY10" fmla="*/ 1212131 h 1273677"/>
              <a:gd name="connsiteX11" fmla="*/ 8792 w 9478107"/>
              <a:gd name="connsiteY11" fmla="*/ 350485 h 1273677"/>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98612"/>
              <a:gd name="connsiteY0" fmla="*/ 463370 h 1386562"/>
              <a:gd name="connsiteX1" fmla="*/ 2057399 w 9498612"/>
              <a:gd name="connsiteY1" fmla="*/ 419408 h 1386562"/>
              <a:gd name="connsiteX2" fmla="*/ 4457699 w 9498612"/>
              <a:gd name="connsiteY2" fmla="*/ 489747 h 1386562"/>
              <a:gd name="connsiteX3" fmla="*/ 7009426 w 9498612"/>
              <a:gd name="connsiteY3" fmla="*/ 98357 h 1386562"/>
              <a:gd name="connsiteX4" fmla="*/ 8414099 w 9498612"/>
              <a:gd name="connsiteY4" fmla="*/ 910708 h 1386562"/>
              <a:gd name="connsiteX5" fmla="*/ 9498612 w 9498612"/>
              <a:gd name="connsiteY5" fmla="*/ 200892 h 1386562"/>
              <a:gd name="connsiteX6" fmla="*/ 9469315 w 9498612"/>
              <a:gd name="connsiteY6" fmla="*/ 1368978 h 1386562"/>
              <a:gd name="connsiteX7" fmla="*/ 7253653 w 9498612"/>
              <a:gd name="connsiteY7" fmla="*/ 1360185 h 1386562"/>
              <a:gd name="connsiteX8" fmla="*/ 4826976 w 9498612"/>
              <a:gd name="connsiteY8" fmla="*/ 1386562 h 1386562"/>
              <a:gd name="connsiteX9" fmla="*/ 2751992 w 9498612"/>
              <a:gd name="connsiteY9" fmla="*/ 1377770 h 1386562"/>
              <a:gd name="connsiteX10" fmla="*/ 0 w 9498612"/>
              <a:gd name="connsiteY10" fmla="*/ 1325016 h 1386562"/>
              <a:gd name="connsiteX11" fmla="*/ 8792 w 9498612"/>
              <a:gd name="connsiteY11" fmla="*/ 463370 h 1386562"/>
              <a:gd name="connsiteX0" fmla="*/ 8792 w 9498612"/>
              <a:gd name="connsiteY0" fmla="*/ 444298 h 1367490"/>
              <a:gd name="connsiteX1" fmla="*/ 2057399 w 9498612"/>
              <a:gd name="connsiteY1" fmla="*/ 400336 h 1367490"/>
              <a:gd name="connsiteX2" fmla="*/ 4320995 w 9498612"/>
              <a:gd name="connsiteY2" fmla="*/ 695656 h 1367490"/>
              <a:gd name="connsiteX3" fmla="*/ 7009426 w 9498612"/>
              <a:gd name="connsiteY3" fmla="*/ 79285 h 1367490"/>
              <a:gd name="connsiteX4" fmla="*/ 8414099 w 9498612"/>
              <a:gd name="connsiteY4" fmla="*/ 891636 h 1367490"/>
              <a:gd name="connsiteX5" fmla="*/ 9498612 w 9498612"/>
              <a:gd name="connsiteY5" fmla="*/ 181820 h 1367490"/>
              <a:gd name="connsiteX6" fmla="*/ 9469315 w 9498612"/>
              <a:gd name="connsiteY6" fmla="*/ 1349906 h 1367490"/>
              <a:gd name="connsiteX7" fmla="*/ 7253653 w 9498612"/>
              <a:gd name="connsiteY7" fmla="*/ 1341113 h 1367490"/>
              <a:gd name="connsiteX8" fmla="*/ 4826976 w 9498612"/>
              <a:gd name="connsiteY8" fmla="*/ 1367490 h 1367490"/>
              <a:gd name="connsiteX9" fmla="*/ 2751992 w 9498612"/>
              <a:gd name="connsiteY9" fmla="*/ 1358698 h 1367490"/>
              <a:gd name="connsiteX10" fmla="*/ 0 w 9498612"/>
              <a:gd name="connsiteY10" fmla="*/ 1305944 h 1367490"/>
              <a:gd name="connsiteX11" fmla="*/ 8792 w 9498612"/>
              <a:gd name="connsiteY11" fmla="*/ 444298 h 1367490"/>
              <a:gd name="connsiteX0" fmla="*/ 8792 w 9498612"/>
              <a:gd name="connsiteY0" fmla="*/ 428789 h 1351981"/>
              <a:gd name="connsiteX1" fmla="*/ 2057399 w 9498612"/>
              <a:gd name="connsiteY1" fmla="*/ 384827 h 1351981"/>
              <a:gd name="connsiteX2" fmla="*/ 3698995 w 9498612"/>
              <a:gd name="connsiteY2" fmla="*/ 961374 h 1351981"/>
              <a:gd name="connsiteX3" fmla="*/ 7009426 w 9498612"/>
              <a:gd name="connsiteY3" fmla="*/ 63776 h 1351981"/>
              <a:gd name="connsiteX4" fmla="*/ 8414099 w 9498612"/>
              <a:gd name="connsiteY4" fmla="*/ 876127 h 1351981"/>
              <a:gd name="connsiteX5" fmla="*/ 9498612 w 9498612"/>
              <a:gd name="connsiteY5" fmla="*/ 166311 h 1351981"/>
              <a:gd name="connsiteX6" fmla="*/ 9469315 w 9498612"/>
              <a:gd name="connsiteY6" fmla="*/ 1334397 h 1351981"/>
              <a:gd name="connsiteX7" fmla="*/ 7253653 w 9498612"/>
              <a:gd name="connsiteY7" fmla="*/ 1325604 h 1351981"/>
              <a:gd name="connsiteX8" fmla="*/ 4826976 w 9498612"/>
              <a:gd name="connsiteY8" fmla="*/ 1351981 h 1351981"/>
              <a:gd name="connsiteX9" fmla="*/ 2751992 w 9498612"/>
              <a:gd name="connsiteY9" fmla="*/ 1343189 h 1351981"/>
              <a:gd name="connsiteX10" fmla="*/ 0 w 9498612"/>
              <a:gd name="connsiteY10" fmla="*/ 1290435 h 1351981"/>
              <a:gd name="connsiteX11" fmla="*/ 8792 w 9498612"/>
              <a:gd name="connsiteY11" fmla="*/ 428789 h 1351981"/>
              <a:gd name="connsiteX0" fmla="*/ 8792 w 9498612"/>
              <a:gd name="connsiteY0" fmla="*/ 595005 h 1518197"/>
              <a:gd name="connsiteX1" fmla="*/ 2057399 w 9498612"/>
              <a:gd name="connsiteY1" fmla="*/ 551043 h 1518197"/>
              <a:gd name="connsiteX2" fmla="*/ 3698995 w 9498612"/>
              <a:gd name="connsiteY2" fmla="*/ 1127590 h 1518197"/>
              <a:gd name="connsiteX3" fmla="*/ 5386116 w 9498612"/>
              <a:gd name="connsiteY3" fmla="*/ 48678 h 1518197"/>
              <a:gd name="connsiteX4" fmla="*/ 7009426 w 9498612"/>
              <a:gd name="connsiteY4" fmla="*/ 229992 h 1518197"/>
              <a:gd name="connsiteX5" fmla="*/ 8414099 w 9498612"/>
              <a:gd name="connsiteY5" fmla="*/ 1042343 h 1518197"/>
              <a:gd name="connsiteX6" fmla="*/ 9498612 w 9498612"/>
              <a:gd name="connsiteY6" fmla="*/ 332527 h 1518197"/>
              <a:gd name="connsiteX7" fmla="*/ 9469315 w 9498612"/>
              <a:gd name="connsiteY7" fmla="*/ 1500613 h 1518197"/>
              <a:gd name="connsiteX8" fmla="*/ 7253653 w 9498612"/>
              <a:gd name="connsiteY8" fmla="*/ 1491820 h 1518197"/>
              <a:gd name="connsiteX9" fmla="*/ 4826976 w 9498612"/>
              <a:gd name="connsiteY9" fmla="*/ 1518197 h 1518197"/>
              <a:gd name="connsiteX10" fmla="*/ 2751992 w 9498612"/>
              <a:gd name="connsiteY10" fmla="*/ 1509405 h 1518197"/>
              <a:gd name="connsiteX11" fmla="*/ 0 w 9498612"/>
              <a:gd name="connsiteY11" fmla="*/ 1456651 h 1518197"/>
              <a:gd name="connsiteX12" fmla="*/ 8792 w 9498612"/>
              <a:gd name="connsiteY12" fmla="*/ 595005 h 1518197"/>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8612" h="1552908">
                <a:moveTo>
                  <a:pt x="8792" y="629716"/>
                </a:moveTo>
                <a:cubicBezTo>
                  <a:pt x="671146" y="635577"/>
                  <a:pt x="973014" y="-123492"/>
                  <a:pt x="2057399" y="585754"/>
                </a:cubicBezTo>
                <a:cubicBezTo>
                  <a:pt x="3282459" y="1283277"/>
                  <a:pt x="3144209" y="1246028"/>
                  <a:pt x="3698995" y="1162301"/>
                </a:cubicBezTo>
                <a:cubicBezTo>
                  <a:pt x="4253781" y="1078574"/>
                  <a:pt x="4834377" y="232989"/>
                  <a:pt x="5386116" y="83389"/>
                </a:cubicBezTo>
                <a:cubicBezTo>
                  <a:pt x="5937855" y="-66211"/>
                  <a:pt x="6463751" y="-19649"/>
                  <a:pt x="7009426" y="264703"/>
                </a:cubicBezTo>
                <a:cubicBezTo>
                  <a:pt x="7646042" y="612966"/>
                  <a:pt x="8003791" y="1075589"/>
                  <a:pt x="8414099" y="1077054"/>
                </a:cubicBezTo>
                <a:cubicBezTo>
                  <a:pt x="8824407" y="1078519"/>
                  <a:pt x="9320464" y="250238"/>
                  <a:pt x="9498612" y="367238"/>
                </a:cubicBezTo>
                <a:cubicBezTo>
                  <a:pt x="9495681" y="669107"/>
                  <a:pt x="9472246" y="1233455"/>
                  <a:pt x="9469315" y="1535324"/>
                </a:cubicBezTo>
                <a:lnTo>
                  <a:pt x="7253653" y="1526531"/>
                </a:lnTo>
                <a:lnTo>
                  <a:pt x="4826976" y="1552908"/>
                </a:lnTo>
                <a:lnTo>
                  <a:pt x="2751992" y="1544116"/>
                </a:lnTo>
                <a:lnTo>
                  <a:pt x="0" y="1491362"/>
                </a:lnTo>
                <a:cubicBezTo>
                  <a:pt x="2931" y="1207077"/>
                  <a:pt x="-2932" y="931585"/>
                  <a:pt x="8792" y="629716"/>
                </a:cubicBezTo>
                <a:close/>
              </a:path>
            </a:pathLst>
          </a:custGeom>
          <a:gradFill>
            <a:gsLst>
              <a:gs pos="0">
                <a:srgbClr val="EFFCFF"/>
              </a:gs>
              <a:gs pos="50000">
                <a:schemeClr val="accent4">
                  <a:lumMod val="40000"/>
                  <a:lumOff val="60000"/>
                </a:schemeClr>
              </a:gs>
              <a:gs pos="100000">
                <a:schemeClr val="bg1"/>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hteck 17">
            <a:extLst>
              <a:ext uri="{FF2B5EF4-FFF2-40B4-BE49-F238E27FC236}">
                <a16:creationId xmlns:a16="http://schemas.microsoft.com/office/drawing/2014/main" id="{1F8B719F-30F3-EC6D-F8C8-748FCC9C0BF0}"/>
              </a:ext>
            </a:extLst>
          </p:cNvPr>
          <p:cNvSpPr/>
          <p:nvPr/>
        </p:nvSpPr>
        <p:spPr>
          <a:xfrm>
            <a:off x="-7747" y="6538183"/>
            <a:ext cx="12207494" cy="319817"/>
          </a:xfrm>
          <a:prstGeom prst="rect">
            <a:avLst/>
          </a:prstGeom>
          <a:solidFill>
            <a:srgbClr val="8ECE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6" name="Straight Connector 5">
            <a:extLst>
              <a:ext uri="{FF2B5EF4-FFF2-40B4-BE49-F238E27FC236}">
                <a16:creationId xmlns:a16="http://schemas.microsoft.com/office/drawing/2014/main" id="{E8FB78CF-4D49-4ACC-18F9-FD4AB3EB31AC}"/>
              </a:ext>
            </a:extLst>
          </p:cNvPr>
          <p:cNvCxnSpPr/>
          <p:nvPr/>
        </p:nvCxnSpPr>
        <p:spPr>
          <a:xfrm>
            <a:off x="484418" y="1171879"/>
            <a:ext cx="11218984"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DF1F9728-C770-F191-6560-77CF4B8AC301}"/>
              </a:ext>
            </a:extLst>
          </p:cNvPr>
          <p:cNvSpPr txBox="1"/>
          <p:nvPr/>
        </p:nvSpPr>
        <p:spPr>
          <a:xfrm>
            <a:off x="412716" y="6565449"/>
            <a:ext cx="1000125" cy="276999"/>
          </a:xfrm>
          <a:prstGeom prst="rect">
            <a:avLst/>
          </a:prstGeom>
          <a:noFill/>
        </p:spPr>
        <p:txBody>
          <a:bodyPr wrap="square" rtlCol="0">
            <a:spAutoFit/>
          </a:bodyPr>
          <a:lstStyle/>
          <a:p>
            <a:r>
              <a:rPr lang="en-US" sz="1200" dirty="0">
                <a:solidFill>
                  <a:schemeClr val="bg1"/>
                </a:solidFill>
              </a:rPr>
              <a:t>25/11/2025</a:t>
            </a:r>
          </a:p>
        </p:txBody>
      </p:sp>
      <p:sp>
        <p:nvSpPr>
          <p:cNvPr id="14" name="Slide Number Placeholder 5">
            <a:extLst>
              <a:ext uri="{FF2B5EF4-FFF2-40B4-BE49-F238E27FC236}">
                <a16:creationId xmlns:a16="http://schemas.microsoft.com/office/drawing/2014/main" id="{45CF30FF-8F1D-7771-B419-8DF49BC12395}"/>
              </a:ext>
            </a:extLst>
          </p:cNvPr>
          <p:cNvSpPr txBox="1">
            <a:spLocks/>
          </p:cNvSpPr>
          <p:nvPr/>
        </p:nvSpPr>
        <p:spPr>
          <a:xfrm>
            <a:off x="1639154" y="6545496"/>
            <a:ext cx="447780" cy="28100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13F6232-4F06-48BA-8F69-BF531F607829}" type="slidenum">
              <a:rPr lang="en-GB" sz="1400" smtClean="0">
                <a:solidFill>
                  <a:schemeClr val="bg1"/>
                </a:solidFill>
              </a:rPr>
              <a:pPr/>
              <a:t>9</a:t>
            </a:fld>
            <a:endParaRPr lang="en-GB" sz="1400" dirty="0">
              <a:solidFill>
                <a:schemeClr val="bg1"/>
              </a:solidFill>
            </a:endParaRPr>
          </a:p>
        </p:txBody>
      </p:sp>
      <p:sp>
        <p:nvSpPr>
          <p:cNvPr id="16" name="TextBox 15">
            <a:extLst>
              <a:ext uri="{FF2B5EF4-FFF2-40B4-BE49-F238E27FC236}">
                <a16:creationId xmlns:a16="http://schemas.microsoft.com/office/drawing/2014/main" id="{C1A771D9-3022-5DD3-33A0-997E26701BF5}"/>
              </a:ext>
            </a:extLst>
          </p:cNvPr>
          <p:cNvSpPr txBox="1"/>
          <p:nvPr/>
        </p:nvSpPr>
        <p:spPr>
          <a:xfrm>
            <a:off x="9172575" y="6542216"/>
            <a:ext cx="2787685" cy="276999"/>
          </a:xfrm>
          <a:prstGeom prst="rect">
            <a:avLst/>
          </a:prstGeom>
          <a:noFill/>
        </p:spPr>
        <p:txBody>
          <a:bodyPr wrap="square" rtlCol="0">
            <a:spAutoFit/>
          </a:bodyPr>
          <a:lstStyle/>
          <a:p>
            <a:r>
              <a:rPr lang="en-US" sz="1200" dirty="0">
                <a:solidFill>
                  <a:schemeClr val="bg1"/>
                </a:solidFill>
              </a:rPr>
              <a:t>Load &amp; Dynamics Team/ Optimus Syria</a:t>
            </a:r>
          </a:p>
        </p:txBody>
      </p:sp>
      <p:sp>
        <p:nvSpPr>
          <p:cNvPr id="2" name="TextBox 1">
            <a:extLst>
              <a:ext uri="{FF2B5EF4-FFF2-40B4-BE49-F238E27FC236}">
                <a16:creationId xmlns:a16="http://schemas.microsoft.com/office/drawing/2014/main" id="{844E7A63-624F-CDE0-3E0F-F117FD792EA1}"/>
              </a:ext>
            </a:extLst>
          </p:cNvPr>
          <p:cNvSpPr txBox="1"/>
          <p:nvPr/>
        </p:nvSpPr>
        <p:spPr>
          <a:xfrm>
            <a:off x="4629394" y="6576994"/>
            <a:ext cx="2887161" cy="461665"/>
          </a:xfrm>
          <a:prstGeom prst="rect">
            <a:avLst/>
          </a:prstGeom>
          <a:noFill/>
        </p:spPr>
        <p:txBody>
          <a:bodyPr wrap="square" rtlCol="0">
            <a:spAutoFit/>
          </a:bodyPr>
          <a:lstStyle/>
          <a:p>
            <a:pPr algn="ctr"/>
            <a:r>
              <a:rPr lang="en-US" sz="1200" dirty="0">
                <a:solidFill>
                  <a:schemeClr val="bg1"/>
                </a:solidFill>
              </a:rPr>
              <a:t>Paresh </a:t>
            </a:r>
            <a:r>
              <a:rPr lang="en-US" sz="1200" dirty="0" err="1">
                <a:solidFill>
                  <a:schemeClr val="bg1"/>
                </a:solidFill>
              </a:rPr>
              <a:t>Nakum</a:t>
            </a:r>
            <a:endParaRPr lang="en-US" sz="1200" dirty="0">
              <a:solidFill>
                <a:schemeClr val="bg1"/>
              </a:solidFill>
            </a:endParaRPr>
          </a:p>
          <a:p>
            <a:pPr algn="ctr"/>
            <a:endParaRPr lang="en-US" sz="1200" dirty="0"/>
          </a:p>
        </p:txBody>
      </p:sp>
      <p:sp>
        <p:nvSpPr>
          <p:cNvPr id="12" name="Title 6">
            <a:extLst>
              <a:ext uri="{FF2B5EF4-FFF2-40B4-BE49-F238E27FC236}">
                <a16:creationId xmlns:a16="http://schemas.microsoft.com/office/drawing/2014/main" id="{0F430681-AC1F-7C61-EC5A-093FC63A4E91}"/>
              </a:ext>
            </a:extLst>
          </p:cNvPr>
          <p:cNvSpPr txBox="1">
            <a:spLocks/>
          </p:cNvSpPr>
          <p:nvPr/>
        </p:nvSpPr>
        <p:spPr>
          <a:xfrm>
            <a:off x="475626" y="363628"/>
            <a:ext cx="10515600" cy="93713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GitHub Update</a:t>
            </a:r>
          </a:p>
        </p:txBody>
      </p:sp>
      <p:sp>
        <p:nvSpPr>
          <p:cNvPr id="3" name="TextBox 2">
            <a:extLst>
              <a:ext uri="{FF2B5EF4-FFF2-40B4-BE49-F238E27FC236}">
                <a16:creationId xmlns:a16="http://schemas.microsoft.com/office/drawing/2014/main" id="{DAC3E33A-6181-C76E-0331-3A6AD8E512E4}"/>
              </a:ext>
            </a:extLst>
          </p:cNvPr>
          <p:cNvSpPr txBox="1"/>
          <p:nvPr/>
        </p:nvSpPr>
        <p:spPr>
          <a:xfrm>
            <a:off x="658761" y="1700981"/>
            <a:ext cx="10515600" cy="646331"/>
          </a:xfrm>
          <a:prstGeom prst="rect">
            <a:avLst/>
          </a:prstGeom>
          <a:noFill/>
        </p:spPr>
        <p:txBody>
          <a:bodyPr wrap="square" rtlCol="0">
            <a:spAutoFit/>
          </a:bodyPr>
          <a:lstStyle/>
          <a:p>
            <a:r>
              <a:rPr lang="en-US" dirty="0"/>
              <a:t>In the Fast Update folder on </a:t>
            </a:r>
            <a:r>
              <a:rPr lang="en-US" dirty="0" err="1"/>
              <a:t>Github</a:t>
            </a:r>
            <a:r>
              <a:rPr lang="en-US" dirty="0"/>
              <a:t> Optimus Syria project a separate DLC folder is available with the present </a:t>
            </a:r>
            <a:r>
              <a:rPr lang="en-US" dirty="0" err="1"/>
              <a:t>OpenFAST</a:t>
            </a:r>
            <a:r>
              <a:rPr lang="en-US" dirty="0"/>
              <a:t> structure file, control file, Input file.</a:t>
            </a:r>
          </a:p>
        </p:txBody>
      </p:sp>
      <p:pic>
        <p:nvPicPr>
          <p:cNvPr id="7" name="Picture 6">
            <a:extLst>
              <a:ext uri="{FF2B5EF4-FFF2-40B4-BE49-F238E27FC236}">
                <a16:creationId xmlns:a16="http://schemas.microsoft.com/office/drawing/2014/main" id="{0571FE50-513C-E73F-516F-A6C7D7E4EC5E}"/>
              </a:ext>
            </a:extLst>
          </p:cNvPr>
          <p:cNvPicPr>
            <a:picLocks noChangeAspect="1"/>
          </p:cNvPicPr>
          <p:nvPr/>
        </p:nvPicPr>
        <p:blipFill>
          <a:blip r:embed="rId3"/>
          <a:stretch>
            <a:fillRect/>
          </a:stretch>
        </p:blipFill>
        <p:spPr>
          <a:xfrm>
            <a:off x="693233" y="2654710"/>
            <a:ext cx="10672858" cy="3471164"/>
          </a:xfrm>
          <a:prstGeom prst="rect">
            <a:avLst/>
          </a:prstGeom>
        </p:spPr>
      </p:pic>
    </p:spTree>
    <p:extLst>
      <p:ext uri="{BB962C8B-B14F-4D97-AF65-F5344CB8AC3E}">
        <p14:creationId xmlns:p14="http://schemas.microsoft.com/office/powerpoint/2010/main" val="25842230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20EFD-879B-333A-DADF-811203A9DF4E}"/>
            </a:ext>
          </a:extLst>
        </p:cNvPr>
        <p:cNvGrpSpPr/>
        <p:nvPr/>
      </p:nvGrpSpPr>
      <p:grpSpPr>
        <a:xfrm>
          <a:off x="0" y="0"/>
          <a:ext cx="0" cy="0"/>
          <a:chOff x="0" y="0"/>
          <a:chExt cx="0" cy="0"/>
        </a:xfrm>
      </p:grpSpPr>
      <p:sp>
        <p:nvSpPr>
          <p:cNvPr id="11" name="Free-form: Shape 13">
            <a:extLst>
              <a:ext uri="{FF2B5EF4-FFF2-40B4-BE49-F238E27FC236}">
                <a16:creationId xmlns:a16="http://schemas.microsoft.com/office/drawing/2014/main" id="{D1146A40-1723-98E5-0A30-1B424176E4E2}"/>
              </a:ext>
            </a:extLst>
          </p:cNvPr>
          <p:cNvSpPr/>
          <p:nvPr/>
        </p:nvSpPr>
        <p:spPr>
          <a:xfrm rot="10800000">
            <a:off x="-35168" y="277945"/>
            <a:ext cx="12216286" cy="898824"/>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46954 h 1270146"/>
              <a:gd name="connsiteX1" fmla="*/ 2358147 w 9478107"/>
              <a:gd name="connsiteY1" fmla="*/ 302992 h 1270146"/>
              <a:gd name="connsiteX2" fmla="*/ 4457699 w 9478107"/>
              <a:gd name="connsiteY2" fmla="*/ 373331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72464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755857 w 9478107"/>
              <a:gd name="connsiteY4" fmla="*/ 446231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557637 w 9478107"/>
              <a:gd name="connsiteY4" fmla="*/ 716768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15627 w 9484942"/>
              <a:gd name="connsiteY0" fmla="*/ 346954 h 1277035"/>
              <a:gd name="connsiteX1" fmla="*/ 2364982 w 9484942"/>
              <a:gd name="connsiteY1" fmla="*/ 302992 h 1277035"/>
              <a:gd name="connsiteX2" fmla="*/ 5134381 w 9484942"/>
              <a:gd name="connsiteY2" fmla="*/ 115678 h 1277035"/>
              <a:gd name="connsiteX3" fmla="*/ 7091448 w 9484942"/>
              <a:gd name="connsiteY3" fmla="*/ 647346 h 1277035"/>
              <a:gd name="connsiteX4" fmla="*/ 8564472 w 9484942"/>
              <a:gd name="connsiteY4" fmla="*/ 716768 h 1277035"/>
              <a:gd name="connsiteX5" fmla="*/ 9484942 w 9484942"/>
              <a:gd name="connsiteY5" fmla="*/ 346954 h 1277035"/>
              <a:gd name="connsiteX6" fmla="*/ 9476150 w 9484942"/>
              <a:gd name="connsiteY6" fmla="*/ 1252562 h 1277035"/>
              <a:gd name="connsiteX7" fmla="*/ 7260488 w 9484942"/>
              <a:gd name="connsiteY7" fmla="*/ 1243769 h 1277035"/>
              <a:gd name="connsiteX8" fmla="*/ 4833811 w 9484942"/>
              <a:gd name="connsiteY8" fmla="*/ 1270146 h 1277035"/>
              <a:gd name="connsiteX9" fmla="*/ 2758827 w 9484942"/>
              <a:gd name="connsiteY9" fmla="*/ 1261354 h 1277035"/>
              <a:gd name="connsiteX10" fmla="*/ 0 w 9484942"/>
              <a:gd name="connsiteY10" fmla="*/ 1273013 h 1277035"/>
              <a:gd name="connsiteX11" fmla="*/ 15627 w 9484942"/>
              <a:gd name="connsiteY11" fmla="*/ 346954 h 1277035"/>
              <a:gd name="connsiteX0" fmla="*/ 15627 w 9484942"/>
              <a:gd name="connsiteY0" fmla="*/ 346954 h 1300002"/>
              <a:gd name="connsiteX1" fmla="*/ 2364982 w 9484942"/>
              <a:gd name="connsiteY1" fmla="*/ 302992 h 1300002"/>
              <a:gd name="connsiteX2" fmla="*/ 5134381 w 9484942"/>
              <a:gd name="connsiteY2" fmla="*/ 115678 h 1300002"/>
              <a:gd name="connsiteX3" fmla="*/ 7091448 w 9484942"/>
              <a:gd name="connsiteY3" fmla="*/ 647346 h 1300002"/>
              <a:gd name="connsiteX4" fmla="*/ 8564472 w 9484942"/>
              <a:gd name="connsiteY4" fmla="*/ 716768 h 1300002"/>
              <a:gd name="connsiteX5" fmla="*/ 9484942 w 9484942"/>
              <a:gd name="connsiteY5" fmla="*/ 346954 h 1300002"/>
              <a:gd name="connsiteX6" fmla="*/ 9476150 w 9484942"/>
              <a:gd name="connsiteY6" fmla="*/ 1252562 h 1300002"/>
              <a:gd name="connsiteX7" fmla="*/ 7260488 w 9484942"/>
              <a:gd name="connsiteY7" fmla="*/ 1243769 h 1300002"/>
              <a:gd name="connsiteX8" fmla="*/ 4833811 w 9484942"/>
              <a:gd name="connsiteY8" fmla="*/ 1270146 h 1300002"/>
              <a:gd name="connsiteX9" fmla="*/ 2779333 w 9484942"/>
              <a:gd name="connsiteY9" fmla="*/ 1300002 h 1300002"/>
              <a:gd name="connsiteX10" fmla="*/ 0 w 9484942"/>
              <a:gd name="connsiteY10" fmla="*/ 1273013 h 1300002"/>
              <a:gd name="connsiteX11" fmla="*/ 15627 w 9484942"/>
              <a:gd name="connsiteY11" fmla="*/ 346954 h 1300002"/>
              <a:gd name="connsiteX0" fmla="*/ 15627 w 9484942"/>
              <a:gd name="connsiteY0" fmla="*/ 346954 h 1346830"/>
              <a:gd name="connsiteX1" fmla="*/ 2364982 w 9484942"/>
              <a:gd name="connsiteY1" fmla="*/ 302992 h 1346830"/>
              <a:gd name="connsiteX2" fmla="*/ 5134381 w 9484942"/>
              <a:gd name="connsiteY2" fmla="*/ 115678 h 1346830"/>
              <a:gd name="connsiteX3" fmla="*/ 7091448 w 9484942"/>
              <a:gd name="connsiteY3" fmla="*/ 647346 h 1346830"/>
              <a:gd name="connsiteX4" fmla="*/ 8564472 w 9484942"/>
              <a:gd name="connsiteY4" fmla="*/ 716768 h 1346830"/>
              <a:gd name="connsiteX5" fmla="*/ 9484942 w 9484942"/>
              <a:gd name="connsiteY5" fmla="*/ 346954 h 1346830"/>
              <a:gd name="connsiteX6" fmla="*/ 9476150 w 9484942"/>
              <a:gd name="connsiteY6" fmla="*/ 1252562 h 1346830"/>
              <a:gd name="connsiteX7" fmla="*/ 7267323 w 9484942"/>
              <a:gd name="connsiteY7" fmla="*/ 1346830 h 1346830"/>
              <a:gd name="connsiteX8" fmla="*/ 4833811 w 9484942"/>
              <a:gd name="connsiteY8" fmla="*/ 1270146 h 1346830"/>
              <a:gd name="connsiteX9" fmla="*/ 2779333 w 9484942"/>
              <a:gd name="connsiteY9" fmla="*/ 1300002 h 1346830"/>
              <a:gd name="connsiteX10" fmla="*/ 0 w 9484942"/>
              <a:gd name="connsiteY10" fmla="*/ 1273013 h 1346830"/>
              <a:gd name="connsiteX11" fmla="*/ 15627 w 9484942"/>
              <a:gd name="connsiteY11" fmla="*/ 346954 h 1346830"/>
              <a:gd name="connsiteX0" fmla="*/ 15627 w 9484942"/>
              <a:gd name="connsiteY0" fmla="*/ 346954 h 1308182"/>
              <a:gd name="connsiteX1" fmla="*/ 2364982 w 9484942"/>
              <a:gd name="connsiteY1" fmla="*/ 302992 h 1308182"/>
              <a:gd name="connsiteX2" fmla="*/ 5134381 w 9484942"/>
              <a:gd name="connsiteY2" fmla="*/ 115678 h 1308182"/>
              <a:gd name="connsiteX3" fmla="*/ 7091448 w 9484942"/>
              <a:gd name="connsiteY3" fmla="*/ 647346 h 1308182"/>
              <a:gd name="connsiteX4" fmla="*/ 8564472 w 9484942"/>
              <a:gd name="connsiteY4" fmla="*/ 716768 h 1308182"/>
              <a:gd name="connsiteX5" fmla="*/ 9484942 w 9484942"/>
              <a:gd name="connsiteY5" fmla="*/ 346954 h 1308182"/>
              <a:gd name="connsiteX6" fmla="*/ 9476150 w 9484942"/>
              <a:gd name="connsiteY6" fmla="*/ 1252562 h 1308182"/>
              <a:gd name="connsiteX7" fmla="*/ 7246817 w 9484942"/>
              <a:gd name="connsiteY7" fmla="*/ 1308182 h 1308182"/>
              <a:gd name="connsiteX8" fmla="*/ 4833811 w 9484942"/>
              <a:gd name="connsiteY8" fmla="*/ 1270146 h 1308182"/>
              <a:gd name="connsiteX9" fmla="*/ 2779333 w 9484942"/>
              <a:gd name="connsiteY9" fmla="*/ 1300002 h 1308182"/>
              <a:gd name="connsiteX10" fmla="*/ 0 w 9484942"/>
              <a:gd name="connsiteY10" fmla="*/ 1273013 h 1308182"/>
              <a:gd name="connsiteX11" fmla="*/ 15627 w 9484942"/>
              <a:gd name="connsiteY11" fmla="*/ 346954 h 1308182"/>
              <a:gd name="connsiteX0" fmla="*/ 15627 w 9496987"/>
              <a:gd name="connsiteY0" fmla="*/ 346954 h 1316976"/>
              <a:gd name="connsiteX1" fmla="*/ 2364982 w 9496987"/>
              <a:gd name="connsiteY1" fmla="*/ 302992 h 1316976"/>
              <a:gd name="connsiteX2" fmla="*/ 5134381 w 9496987"/>
              <a:gd name="connsiteY2" fmla="*/ 115678 h 1316976"/>
              <a:gd name="connsiteX3" fmla="*/ 7091448 w 9496987"/>
              <a:gd name="connsiteY3" fmla="*/ 647346 h 1316976"/>
              <a:gd name="connsiteX4" fmla="*/ 8564472 w 9496987"/>
              <a:gd name="connsiteY4" fmla="*/ 716768 h 1316976"/>
              <a:gd name="connsiteX5" fmla="*/ 9484942 w 9496987"/>
              <a:gd name="connsiteY5" fmla="*/ 346954 h 1316976"/>
              <a:gd name="connsiteX6" fmla="*/ 9496656 w 9496987"/>
              <a:gd name="connsiteY6" fmla="*/ 1316976 h 1316976"/>
              <a:gd name="connsiteX7" fmla="*/ 7246817 w 9496987"/>
              <a:gd name="connsiteY7" fmla="*/ 1308182 h 1316976"/>
              <a:gd name="connsiteX8" fmla="*/ 4833811 w 9496987"/>
              <a:gd name="connsiteY8" fmla="*/ 1270146 h 1316976"/>
              <a:gd name="connsiteX9" fmla="*/ 2779333 w 9496987"/>
              <a:gd name="connsiteY9" fmla="*/ 1300002 h 1316976"/>
              <a:gd name="connsiteX10" fmla="*/ 0 w 9496987"/>
              <a:gd name="connsiteY10" fmla="*/ 1273013 h 1316976"/>
              <a:gd name="connsiteX11" fmla="*/ 15627 w 9496987"/>
              <a:gd name="connsiteY11" fmla="*/ 346954 h 131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96987" h="1316976">
                <a:moveTo>
                  <a:pt x="15627" y="346954"/>
                </a:moveTo>
                <a:cubicBezTo>
                  <a:pt x="677981" y="352815"/>
                  <a:pt x="1280597" y="-406254"/>
                  <a:pt x="2364982" y="302992"/>
                </a:cubicBezTo>
                <a:cubicBezTo>
                  <a:pt x="3590042" y="1000515"/>
                  <a:pt x="4346637" y="58286"/>
                  <a:pt x="5134381" y="115678"/>
                </a:cubicBezTo>
                <a:cubicBezTo>
                  <a:pt x="5922125" y="173070"/>
                  <a:pt x="6479894" y="562194"/>
                  <a:pt x="7091448" y="647346"/>
                </a:cubicBezTo>
                <a:cubicBezTo>
                  <a:pt x="7703002" y="732498"/>
                  <a:pt x="8165556" y="766833"/>
                  <a:pt x="8564472" y="716768"/>
                </a:cubicBezTo>
                <a:cubicBezTo>
                  <a:pt x="8963388" y="666703"/>
                  <a:pt x="9372868" y="242625"/>
                  <a:pt x="9484942" y="346954"/>
                </a:cubicBezTo>
                <a:cubicBezTo>
                  <a:pt x="9482011" y="648823"/>
                  <a:pt x="9499587" y="1015107"/>
                  <a:pt x="9496656" y="1316976"/>
                </a:cubicBezTo>
                <a:lnTo>
                  <a:pt x="7246817" y="1308182"/>
                </a:lnTo>
                <a:lnTo>
                  <a:pt x="4833811" y="1270146"/>
                </a:lnTo>
                <a:lnTo>
                  <a:pt x="2779333" y="1300002"/>
                </a:lnTo>
                <a:lnTo>
                  <a:pt x="0" y="1273013"/>
                </a:lnTo>
                <a:cubicBezTo>
                  <a:pt x="2931" y="988728"/>
                  <a:pt x="3903" y="648823"/>
                  <a:pt x="15627" y="346954"/>
                </a:cubicBezTo>
                <a:close/>
              </a:path>
            </a:pathLst>
          </a:custGeom>
          <a:gradFill flip="none" rotWithShape="1">
            <a:gsLst>
              <a:gs pos="0">
                <a:schemeClr val="accent4">
                  <a:lumMod val="20000"/>
                  <a:lumOff val="80000"/>
                </a:schemeClr>
              </a:gs>
              <a:gs pos="50000">
                <a:schemeClr val="bg1"/>
              </a:gs>
              <a:gs pos="100000">
                <a:schemeClr val="accent4">
                  <a:lumMod val="20000"/>
                  <a:lumOff val="80000"/>
                </a:schemeClr>
              </a:gs>
            </a:gsLst>
            <a:lin ang="0" scaled="1"/>
            <a:tileRect/>
          </a:gradFill>
          <a:ln w="15875">
            <a:solidFill>
              <a:schemeClr val="accent1">
                <a:alpha val="0"/>
              </a:schemeClr>
            </a:solid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0" name="Free-form: Shape 13">
            <a:extLst>
              <a:ext uri="{FF2B5EF4-FFF2-40B4-BE49-F238E27FC236}">
                <a16:creationId xmlns:a16="http://schemas.microsoft.com/office/drawing/2014/main" id="{EA702EAB-710C-AE5B-0FAC-DE25147E387D}"/>
              </a:ext>
            </a:extLst>
          </p:cNvPr>
          <p:cNvSpPr/>
          <p:nvPr/>
        </p:nvSpPr>
        <p:spPr>
          <a:xfrm rot="10800000">
            <a:off x="-2090" y="-10376"/>
            <a:ext cx="12192000" cy="898826"/>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78107" h="1273677">
                <a:moveTo>
                  <a:pt x="8792" y="350485"/>
                </a:moveTo>
                <a:cubicBezTo>
                  <a:pt x="671146" y="356346"/>
                  <a:pt x="973014" y="-402723"/>
                  <a:pt x="2057399" y="306523"/>
                </a:cubicBezTo>
                <a:cubicBezTo>
                  <a:pt x="3282459" y="1004046"/>
                  <a:pt x="3979984" y="611323"/>
                  <a:pt x="4457699" y="376862"/>
                </a:cubicBezTo>
                <a:cubicBezTo>
                  <a:pt x="5723792" y="-223945"/>
                  <a:pt x="6216161" y="-7069"/>
                  <a:pt x="7016261" y="341693"/>
                </a:cubicBezTo>
                <a:cubicBezTo>
                  <a:pt x="8672145" y="977671"/>
                  <a:pt x="8657492" y="347554"/>
                  <a:pt x="9478107" y="350485"/>
                </a:cubicBezTo>
                <a:cubicBezTo>
                  <a:pt x="9475176" y="652354"/>
                  <a:pt x="9472246" y="954224"/>
                  <a:pt x="9469315" y="1256093"/>
                </a:cubicBezTo>
                <a:lnTo>
                  <a:pt x="7253653" y="1247300"/>
                </a:lnTo>
                <a:lnTo>
                  <a:pt x="4826976" y="1273677"/>
                </a:lnTo>
                <a:lnTo>
                  <a:pt x="2751992" y="1264885"/>
                </a:lnTo>
                <a:lnTo>
                  <a:pt x="0" y="1212131"/>
                </a:lnTo>
                <a:cubicBezTo>
                  <a:pt x="2931" y="927846"/>
                  <a:pt x="-2932" y="652354"/>
                  <a:pt x="8792" y="350485"/>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Free-form: Shape 13">
            <a:extLst>
              <a:ext uri="{FF2B5EF4-FFF2-40B4-BE49-F238E27FC236}">
                <a16:creationId xmlns:a16="http://schemas.microsoft.com/office/drawing/2014/main" id="{F63D863B-C1BD-E06D-7371-B341E5FB1974}"/>
              </a:ext>
            </a:extLst>
          </p:cNvPr>
          <p:cNvSpPr/>
          <p:nvPr/>
        </p:nvSpPr>
        <p:spPr>
          <a:xfrm rot="10800000">
            <a:off x="-26376" y="-237830"/>
            <a:ext cx="12218376" cy="965187"/>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8414099 w 9478107"/>
              <a:gd name="connsiteY4" fmla="*/ 797823 h 1273677"/>
              <a:gd name="connsiteX5" fmla="*/ 9478107 w 9478107"/>
              <a:gd name="connsiteY5" fmla="*/ 350485 h 1273677"/>
              <a:gd name="connsiteX6" fmla="*/ 9469315 w 9478107"/>
              <a:gd name="connsiteY6" fmla="*/ 1256093 h 1273677"/>
              <a:gd name="connsiteX7" fmla="*/ 7253653 w 9478107"/>
              <a:gd name="connsiteY7" fmla="*/ 1247300 h 1273677"/>
              <a:gd name="connsiteX8" fmla="*/ 4826976 w 9478107"/>
              <a:gd name="connsiteY8" fmla="*/ 1273677 h 1273677"/>
              <a:gd name="connsiteX9" fmla="*/ 2751992 w 9478107"/>
              <a:gd name="connsiteY9" fmla="*/ 1264885 h 1273677"/>
              <a:gd name="connsiteX10" fmla="*/ 0 w 9478107"/>
              <a:gd name="connsiteY10" fmla="*/ 1212131 h 1273677"/>
              <a:gd name="connsiteX11" fmla="*/ 8792 w 9478107"/>
              <a:gd name="connsiteY11" fmla="*/ 350485 h 1273677"/>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98612"/>
              <a:gd name="connsiteY0" fmla="*/ 463370 h 1386562"/>
              <a:gd name="connsiteX1" fmla="*/ 2057399 w 9498612"/>
              <a:gd name="connsiteY1" fmla="*/ 419408 h 1386562"/>
              <a:gd name="connsiteX2" fmla="*/ 4457699 w 9498612"/>
              <a:gd name="connsiteY2" fmla="*/ 489747 h 1386562"/>
              <a:gd name="connsiteX3" fmla="*/ 7009426 w 9498612"/>
              <a:gd name="connsiteY3" fmla="*/ 98357 h 1386562"/>
              <a:gd name="connsiteX4" fmla="*/ 8414099 w 9498612"/>
              <a:gd name="connsiteY4" fmla="*/ 910708 h 1386562"/>
              <a:gd name="connsiteX5" fmla="*/ 9498612 w 9498612"/>
              <a:gd name="connsiteY5" fmla="*/ 200892 h 1386562"/>
              <a:gd name="connsiteX6" fmla="*/ 9469315 w 9498612"/>
              <a:gd name="connsiteY6" fmla="*/ 1368978 h 1386562"/>
              <a:gd name="connsiteX7" fmla="*/ 7253653 w 9498612"/>
              <a:gd name="connsiteY7" fmla="*/ 1360185 h 1386562"/>
              <a:gd name="connsiteX8" fmla="*/ 4826976 w 9498612"/>
              <a:gd name="connsiteY8" fmla="*/ 1386562 h 1386562"/>
              <a:gd name="connsiteX9" fmla="*/ 2751992 w 9498612"/>
              <a:gd name="connsiteY9" fmla="*/ 1377770 h 1386562"/>
              <a:gd name="connsiteX10" fmla="*/ 0 w 9498612"/>
              <a:gd name="connsiteY10" fmla="*/ 1325016 h 1386562"/>
              <a:gd name="connsiteX11" fmla="*/ 8792 w 9498612"/>
              <a:gd name="connsiteY11" fmla="*/ 463370 h 1386562"/>
              <a:gd name="connsiteX0" fmla="*/ 8792 w 9498612"/>
              <a:gd name="connsiteY0" fmla="*/ 444298 h 1367490"/>
              <a:gd name="connsiteX1" fmla="*/ 2057399 w 9498612"/>
              <a:gd name="connsiteY1" fmla="*/ 400336 h 1367490"/>
              <a:gd name="connsiteX2" fmla="*/ 4320995 w 9498612"/>
              <a:gd name="connsiteY2" fmla="*/ 695656 h 1367490"/>
              <a:gd name="connsiteX3" fmla="*/ 7009426 w 9498612"/>
              <a:gd name="connsiteY3" fmla="*/ 79285 h 1367490"/>
              <a:gd name="connsiteX4" fmla="*/ 8414099 w 9498612"/>
              <a:gd name="connsiteY4" fmla="*/ 891636 h 1367490"/>
              <a:gd name="connsiteX5" fmla="*/ 9498612 w 9498612"/>
              <a:gd name="connsiteY5" fmla="*/ 181820 h 1367490"/>
              <a:gd name="connsiteX6" fmla="*/ 9469315 w 9498612"/>
              <a:gd name="connsiteY6" fmla="*/ 1349906 h 1367490"/>
              <a:gd name="connsiteX7" fmla="*/ 7253653 w 9498612"/>
              <a:gd name="connsiteY7" fmla="*/ 1341113 h 1367490"/>
              <a:gd name="connsiteX8" fmla="*/ 4826976 w 9498612"/>
              <a:gd name="connsiteY8" fmla="*/ 1367490 h 1367490"/>
              <a:gd name="connsiteX9" fmla="*/ 2751992 w 9498612"/>
              <a:gd name="connsiteY9" fmla="*/ 1358698 h 1367490"/>
              <a:gd name="connsiteX10" fmla="*/ 0 w 9498612"/>
              <a:gd name="connsiteY10" fmla="*/ 1305944 h 1367490"/>
              <a:gd name="connsiteX11" fmla="*/ 8792 w 9498612"/>
              <a:gd name="connsiteY11" fmla="*/ 444298 h 1367490"/>
              <a:gd name="connsiteX0" fmla="*/ 8792 w 9498612"/>
              <a:gd name="connsiteY0" fmla="*/ 428789 h 1351981"/>
              <a:gd name="connsiteX1" fmla="*/ 2057399 w 9498612"/>
              <a:gd name="connsiteY1" fmla="*/ 384827 h 1351981"/>
              <a:gd name="connsiteX2" fmla="*/ 3698995 w 9498612"/>
              <a:gd name="connsiteY2" fmla="*/ 961374 h 1351981"/>
              <a:gd name="connsiteX3" fmla="*/ 7009426 w 9498612"/>
              <a:gd name="connsiteY3" fmla="*/ 63776 h 1351981"/>
              <a:gd name="connsiteX4" fmla="*/ 8414099 w 9498612"/>
              <a:gd name="connsiteY4" fmla="*/ 876127 h 1351981"/>
              <a:gd name="connsiteX5" fmla="*/ 9498612 w 9498612"/>
              <a:gd name="connsiteY5" fmla="*/ 166311 h 1351981"/>
              <a:gd name="connsiteX6" fmla="*/ 9469315 w 9498612"/>
              <a:gd name="connsiteY6" fmla="*/ 1334397 h 1351981"/>
              <a:gd name="connsiteX7" fmla="*/ 7253653 w 9498612"/>
              <a:gd name="connsiteY7" fmla="*/ 1325604 h 1351981"/>
              <a:gd name="connsiteX8" fmla="*/ 4826976 w 9498612"/>
              <a:gd name="connsiteY8" fmla="*/ 1351981 h 1351981"/>
              <a:gd name="connsiteX9" fmla="*/ 2751992 w 9498612"/>
              <a:gd name="connsiteY9" fmla="*/ 1343189 h 1351981"/>
              <a:gd name="connsiteX10" fmla="*/ 0 w 9498612"/>
              <a:gd name="connsiteY10" fmla="*/ 1290435 h 1351981"/>
              <a:gd name="connsiteX11" fmla="*/ 8792 w 9498612"/>
              <a:gd name="connsiteY11" fmla="*/ 428789 h 1351981"/>
              <a:gd name="connsiteX0" fmla="*/ 8792 w 9498612"/>
              <a:gd name="connsiteY0" fmla="*/ 595005 h 1518197"/>
              <a:gd name="connsiteX1" fmla="*/ 2057399 w 9498612"/>
              <a:gd name="connsiteY1" fmla="*/ 551043 h 1518197"/>
              <a:gd name="connsiteX2" fmla="*/ 3698995 w 9498612"/>
              <a:gd name="connsiteY2" fmla="*/ 1127590 h 1518197"/>
              <a:gd name="connsiteX3" fmla="*/ 5386116 w 9498612"/>
              <a:gd name="connsiteY3" fmla="*/ 48678 h 1518197"/>
              <a:gd name="connsiteX4" fmla="*/ 7009426 w 9498612"/>
              <a:gd name="connsiteY4" fmla="*/ 229992 h 1518197"/>
              <a:gd name="connsiteX5" fmla="*/ 8414099 w 9498612"/>
              <a:gd name="connsiteY5" fmla="*/ 1042343 h 1518197"/>
              <a:gd name="connsiteX6" fmla="*/ 9498612 w 9498612"/>
              <a:gd name="connsiteY6" fmla="*/ 332527 h 1518197"/>
              <a:gd name="connsiteX7" fmla="*/ 9469315 w 9498612"/>
              <a:gd name="connsiteY7" fmla="*/ 1500613 h 1518197"/>
              <a:gd name="connsiteX8" fmla="*/ 7253653 w 9498612"/>
              <a:gd name="connsiteY8" fmla="*/ 1491820 h 1518197"/>
              <a:gd name="connsiteX9" fmla="*/ 4826976 w 9498612"/>
              <a:gd name="connsiteY9" fmla="*/ 1518197 h 1518197"/>
              <a:gd name="connsiteX10" fmla="*/ 2751992 w 9498612"/>
              <a:gd name="connsiteY10" fmla="*/ 1509405 h 1518197"/>
              <a:gd name="connsiteX11" fmla="*/ 0 w 9498612"/>
              <a:gd name="connsiteY11" fmla="*/ 1456651 h 1518197"/>
              <a:gd name="connsiteX12" fmla="*/ 8792 w 9498612"/>
              <a:gd name="connsiteY12" fmla="*/ 595005 h 1518197"/>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8612" h="1552908">
                <a:moveTo>
                  <a:pt x="8792" y="629716"/>
                </a:moveTo>
                <a:cubicBezTo>
                  <a:pt x="671146" y="635577"/>
                  <a:pt x="973014" y="-123492"/>
                  <a:pt x="2057399" y="585754"/>
                </a:cubicBezTo>
                <a:cubicBezTo>
                  <a:pt x="3282459" y="1283277"/>
                  <a:pt x="3144209" y="1246028"/>
                  <a:pt x="3698995" y="1162301"/>
                </a:cubicBezTo>
                <a:cubicBezTo>
                  <a:pt x="4253781" y="1078574"/>
                  <a:pt x="4834377" y="232989"/>
                  <a:pt x="5386116" y="83389"/>
                </a:cubicBezTo>
                <a:cubicBezTo>
                  <a:pt x="5937855" y="-66211"/>
                  <a:pt x="6463751" y="-19649"/>
                  <a:pt x="7009426" y="264703"/>
                </a:cubicBezTo>
                <a:cubicBezTo>
                  <a:pt x="7646042" y="612966"/>
                  <a:pt x="8003791" y="1075589"/>
                  <a:pt x="8414099" y="1077054"/>
                </a:cubicBezTo>
                <a:cubicBezTo>
                  <a:pt x="8824407" y="1078519"/>
                  <a:pt x="9320464" y="250238"/>
                  <a:pt x="9498612" y="367238"/>
                </a:cubicBezTo>
                <a:cubicBezTo>
                  <a:pt x="9495681" y="669107"/>
                  <a:pt x="9472246" y="1233455"/>
                  <a:pt x="9469315" y="1535324"/>
                </a:cubicBezTo>
                <a:lnTo>
                  <a:pt x="7253653" y="1526531"/>
                </a:lnTo>
                <a:lnTo>
                  <a:pt x="4826976" y="1552908"/>
                </a:lnTo>
                <a:lnTo>
                  <a:pt x="2751992" y="1544116"/>
                </a:lnTo>
                <a:lnTo>
                  <a:pt x="0" y="1491362"/>
                </a:lnTo>
                <a:cubicBezTo>
                  <a:pt x="2931" y="1207077"/>
                  <a:pt x="-2932" y="931585"/>
                  <a:pt x="8792" y="629716"/>
                </a:cubicBezTo>
                <a:close/>
              </a:path>
            </a:pathLst>
          </a:custGeom>
          <a:gradFill>
            <a:gsLst>
              <a:gs pos="0">
                <a:srgbClr val="EFFCFF"/>
              </a:gs>
              <a:gs pos="50000">
                <a:schemeClr val="accent4">
                  <a:lumMod val="40000"/>
                  <a:lumOff val="60000"/>
                </a:schemeClr>
              </a:gs>
              <a:gs pos="100000">
                <a:schemeClr val="bg1"/>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hteck 17">
            <a:extLst>
              <a:ext uri="{FF2B5EF4-FFF2-40B4-BE49-F238E27FC236}">
                <a16:creationId xmlns:a16="http://schemas.microsoft.com/office/drawing/2014/main" id="{AA9F3BE4-1887-9E96-1479-96A7764214B0}"/>
              </a:ext>
            </a:extLst>
          </p:cNvPr>
          <p:cNvSpPr/>
          <p:nvPr/>
        </p:nvSpPr>
        <p:spPr>
          <a:xfrm>
            <a:off x="-7747" y="6538183"/>
            <a:ext cx="12207494" cy="319817"/>
          </a:xfrm>
          <a:prstGeom prst="rect">
            <a:avLst/>
          </a:prstGeom>
          <a:solidFill>
            <a:srgbClr val="8ECE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 name="Titel 1">
            <a:extLst>
              <a:ext uri="{FF2B5EF4-FFF2-40B4-BE49-F238E27FC236}">
                <a16:creationId xmlns:a16="http://schemas.microsoft.com/office/drawing/2014/main" id="{477EE61D-15D7-3F86-7CDD-CCB0A1FCCDB2}"/>
              </a:ext>
            </a:extLst>
          </p:cNvPr>
          <p:cNvSpPr>
            <a:spLocks noGrp="1"/>
          </p:cNvSpPr>
          <p:nvPr>
            <p:ph type="title"/>
          </p:nvPr>
        </p:nvSpPr>
        <p:spPr>
          <a:xfrm>
            <a:off x="484417" y="502853"/>
            <a:ext cx="9234617" cy="712728"/>
          </a:xfrm>
        </p:spPr>
        <p:txBody>
          <a:bodyPr>
            <a:normAutofit/>
          </a:bodyPr>
          <a:lstStyle/>
          <a:p>
            <a:r>
              <a:rPr lang="en-GB" dirty="0"/>
              <a:t>Conclusion &amp; Future Plan</a:t>
            </a:r>
            <a:endParaRPr lang="de-DE" dirty="0"/>
          </a:p>
        </p:txBody>
      </p:sp>
      <p:cxnSp>
        <p:nvCxnSpPr>
          <p:cNvPr id="6" name="Straight Connector 5">
            <a:extLst>
              <a:ext uri="{FF2B5EF4-FFF2-40B4-BE49-F238E27FC236}">
                <a16:creationId xmlns:a16="http://schemas.microsoft.com/office/drawing/2014/main" id="{CDE2EB72-B6B0-6F50-0553-8A7EBA47EF3F}"/>
              </a:ext>
            </a:extLst>
          </p:cNvPr>
          <p:cNvCxnSpPr/>
          <p:nvPr/>
        </p:nvCxnSpPr>
        <p:spPr>
          <a:xfrm>
            <a:off x="484418" y="1171879"/>
            <a:ext cx="11218984"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B3F80CF7-D661-ECEA-C323-8A635239A2B9}"/>
              </a:ext>
            </a:extLst>
          </p:cNvPr>
          <p:cNvSpPr txBox="1"/>
          <p:nvPr/>
        </p:nvSpPr>
        <p:spPr>
          <a:xfrm>
            <a:off x="573779" y="1557134"/>
            <a:ext cx="9155959" cy="1477328"/>
          </a:xfrm>
          <a:prstGeom prst="rect">
            <a:avLst/>
          </a:prstGeom>
          <a:noFill/>
        </p:spPr>
        <p:txBody>
          <a:bodyPr wrap="square" rtlCol="0">
            <a:spAutoFit/>
          </a:bodyPr>
          <a:lstStyle/>
          <a:p>
            <a:r>
              <a:rPr lang="en-US" dirty="0"/>
              <a:t>In the last week we</a:t>
            </a:r>
          </a:p>
          <a:p>
            <a:pPr marL="285750" indent="-285750" algn="just">
              <a:buFont typeface="Arial" panose="020B0604020202020204" pitchFamily="34" charset="0"/>
              <a:buChar char="•"/>
            </a:pPr>
            <a:r>
              <a:rPr lang="en-US" dirty="0"/>
              <a:t>Configured Wind Simulations for DLC 7.1</a:t>
            </a:r>
          </a:p>
          <a:p>
            <a:pPr marL="285750" indent="-285750" algn="just">
              <a:buFont typeface="Arial" panose="020B0604020202020204" pitchFamily="34" charset="0"/>
              <a:buChar char="•"/>
            </a:pPr>
            <a:r>
              <a:rPr lang="en-US" dirty="0"/>
              <a:t>Updated previous DLC Simulations</a:t>
            </a:r>
          </a:p>
          <a:p>
            <a:pPr marL="285750" indent="-285750" algn="just">
              <a:buFont typeface="Arial" panose="020B0604020202020204" pitchFamily="34" charset="0"/>
              <a:buChar char="•"/>
            </a:pPr>
            <a:r>
              <a:rPr lang="en-US" dirty="0"/>
              <a:t>Provided forces and moments at different section of turbine to other teams</a:t>
            </a:r>
          </a:p>
          <a:p>
            <a:pPr marL="285750" indent="-285750">
              <a:buFont typeface="Arial" panose="020B0604020202020204" pitchFamily="34" charset="0"/>
              <a:buChar char="•"/>
            </a:pPr>
            <a:endParaRPr lang="en-US" dirty="0"/>
          </a:p>
        </p:txBody>
      </p:sp>
      <p:sp>
        <p:nvSpPr>
          <p:cNvPr id="8" name="TextBox 7">
            <a:extLst>
              <a:ext uri="{FF2B5EF4-FFF2-40B4-BE49-F238E27FC236}">
                <a16:creationId xmlns:a16="http://schemas.microsoft.com/office/drawing/2014/main" id="{C427E92C-A5CB-BC0F-09F3-87A452931C35}"/>
              </a:ext>
            </a:extLst>
          </p:cNvPr>
          <p:cNvSpPr txBox="1"/>
          <p:nvPr/>
        </p:nvSpPr>
        <p:spPr>
          <a:xfrm>
            <a:off x="412716" y="6565449"/>
            <a:ext cx="1000125" cy="276999"/>
          </a:xfrm>
          <a:prstGeom prst="rect">
            <a:avLst/>
          </a:prstGeom>
          <a:noFill/>
        </p:spPr>
        <p:txBody>
          <a:bodyPr wrap="square" rtlCol="0">
            <a:spAutoFit/>
          </a:bodyPr>
          <a:lstStyle/>
          <a:p>
            <a:r>
              <a:rPr lang="en-US" sz="1200" dirty="0">
                <a:solidFill>
                  <a:schemeClr val="bg1"/>
                </a:solidFill>
              </a:rPr>
              <a:t>25/11/2025</a:t>
            </a:r>
          </a:p>
        </p:txBody>
      </p:sp>
      <p:sp>
        <p:nvSpPr>
          <p:cNvPr id="12" name="Slide Number Placeholder 5">
            <a:extLst>
              <a:ext uri="{FF2B5EF4-FFF2-40B4-BE49-F238E27FC236}">
                <a16:creationId xmlns:a16="http://schemas.microsoft.com/office/drawing/2014/main" id="{AA120C60-37B7-21C9-2762-545988EF49AC}"/>
              </a:ext>
            </a:extLst>
          </p:cNvPr>
          <p:cNvSpPr txBox="1">
            <a:spLocks/>
          </p:cNvSpPr>
          <p:nvPr/>
        </p:nvSpPr>
        <p:spPr>
          <a:xfrm>
            <a:off x="1661819" y="6533293"/>
            <a:ext cx="386021" cy="31981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13F6232-4F06-48BA-8F69-BF531F607829}" type="slidenum">
              <a:rPr lang="en-GB" sz="1400" smtClean="0">
                <a:solidFill>
                  <a:schemeClr val="bg1"/>
                </a:solidFill>
              </a:rPr>
              <a:pPr/>
              <a:t>10</a:t>
            </a:fld>
            <a:endParaRPr lang="en-GB" sz="1400" dirty="0">
              <a:solidFill>
                <a:schemeClr val="bg1"/>
              </a:solidFill>
            </a:endParaRPr>
          </a:p>
        </p:txBody>
      </p:sp>
      <p:sp>
        <p:nvSpPr>
          <p:cNvPr id="13" name="TextBox 12">
            <a:extLst>
              <a:ext uri="{FF2B5EF4-FFF2-40B4-BE49-F238E27FC236}">
                <a16:creationId xmlns:a16="http://schemas.microsoft.com/office/drawing/2014/main" id="{A901270B-C2B0-1B61-E8C4-35B5C0C53617}"/>
              </a:ext>
            </a:extLst>
          </p:cNvPr>
          <p:cNvSpPr txBox="1"/>
          <p:nvPr/>
        </p:nvSpPr>
        <p:spPr>
          <a:xfrm>
            <a:off x="9172575" y="6542216"/>
            <a:ext cx="2787685" cy="276999"/>
          </a:xfrm>
          <a:prstGeom prst="rect">
            <a:avLst/>
          </a:prstGeom>
          <a:noFill/>
        </p:spPr>
        <p:txBody>
          <a:bodyPr wrap="square" rtlCol="0">
            <a:spAutoFit/>
          </a:bodyPr>
          <a:lstStyle/>
          <a:p>
            <a:r>
              <a:rPr lang="en-US" sz="1200" dirty="0">
                <a:solidFill>
                  <a:schemeClr val="bg1"/>
                </a:solidFill>
              </a:rPr>
              <a:t>Load &amp; Dynamics Team/ Optimus Syria</a:t>
            </a:r>
          </a:p>
        </p:txBody>
      </p:sp>
      <p:sp>
        <p:nvSpPr>
          <p:cNvPr id="3" name="TextBox 2">
            <a:extLst>
              <a:ext uri="{FF2B5EF4-FFF2-40B4-BE49-F238E27FC236}">
                <a16:creationId xmlns:a16="http://schemas.microsoft.com/office/drawing/2014/main" id="{A84FF063-5965-7429-D9BA-AB5A1465307A}"/>
              </a:ext>
            </a:extLst>
          </p:cNvPr>
          <p:cNvSpPr txBox="1"/>
          <p:nvPr/>
        </p:nvSpPr>
        <p:spPr>
          <a:xfrm>
            <a:off x="573779" y="3909159"/>
            <a:ext cx="9913991" cy="1754326"/>
          </a:xfrm>
          <a:prstGeom prst="rect">
            <a:avLst/>
          </a:prstGeom>
          <a:noFill/>
        </p:spPr>
        <p:txBody>
          <a:bodyPr wrap="square" rtlCol="0">
            <a:spAutoFit/>
          </a:bodyPr>
          <a:lstStyle/>
          <a:p>
            <a:r>
              <a:rPr lang="en-US" dirty="0"/>
              <a:t>In the next week</a:t>
            </a:r>
          </a:p>
          <a:p>
            <a:pPr marL="285750" indent="-285750">
              <a:buFont typeface="Arial" panose="020B0604020202020204" pitchFamily="34" charset="0"/>
              <a:buChar char="•"/>
            </a:pPr>
            <a:r>
              <a:rPr lang="en-US" dirty="0"/>
              <a:t>Work with different groups for generating aero.dat, twr.dat files</a:t>
            </a:r>
          </a:p>
          <a:p>
            <a:pPr marL="285750" indent="-285750">
              <a:buFont typeface="Arial" panose="020B0604020202020204" pitchFamily="34" charset="0"/>
              <a:buChar char="•"/>
            </a:pPr>
            <a:r>
              <a:rPr lang="en-US" dirty="0"/>
              <a:t>Update the version of </a:t>
            </a:r>
            <a:r>
              <a:rPr lang="en-US" dirty="0" err="1"/>
              <a:t>OpenFAST</a:t>
            </a:r>
            <a:endParaRPr lang="en-US" dirty="0"/>
          </a:p>
          <a:p>
            <a:pPr marL="285750" indent="-285750">
              <a:buFont typeface="Arial" panose="020B0604020202020204" pitchFamily="34" charset="0"/>
              <a:buChar char="•"/>
            </a:pPr>
            <a:r>
              <a:rPr lang="en-US" dirty="0"/>
              <a:t>Start Calculation of </a:t>
            </a:r>
            <a:r>
              <a:rPr lang="en-US" dirty="0" err="1"/>
              <a:t>MExtremes</a:t>
            </a:r>
            <a:endParaRPr lang="en-US" dirty="0"/>
          </a:p>
          <a:p>
            <a:endParaRPr lang="en-US" dirty="0"/>
          </a:p>
          <a:p>
            <a:pPr marL="285750" indent="-285750">
              <a:buFont typeface="Arial" panose="020B0604020202020204" pitchFamily="34" charset="0"/>
              <a:buChar char="•"/>
            </a:pPr>
            <a:endParaRPr lang="en-US" dirty="0"/>
          </a:p>
        </p:txBody>
      </p:sp>
      <p:sp>
        <p:nvSpPr>
          <p:cNvPr id="5" name="TextBox 4">
            <a:extLst>
              <a:ext uri="{FF2B5EF4-FFF2-40B4-BE49-F238E27FC236}">
                <a16:creationId xmlns:a16="http://schemas.microsoft.com/office/drawing/2014/main" id="{3FBDBC2E-3437-E6C8-FD16-AAD0C747D974}"/>
              </a:ext>
            </a:extLst>
          </p:cNvPr>
          <p:cNvSpPr txBox="1"/>
          <p:nvPr/>
        </p:nvSpPr>
        <p:spPr>
          <a:xfrm>
            <a:off x="4629394" y="6576994"/>
            <a:ext cx="2887161" cy="276999"/>
          </a:xfrm>
          <a:prstGeom prst="rect">
            <a:avLst/>
          </a:prstGeom>
          <a:noFill/>
        </p:spPr>
        <p:txBody>
          <a:bodyPr wrap="square" rtlCol="0">
            <a:spAutoFit/>
          </a:bodyPr>
          <a:lstStyle/>
          <a:p>
            <a:pPr algn="ctr"/>
            <a:r>
              <a:rPr lang="en-US" sz="1200" dirty="0">
                <a:solidFill>
                  <a:schemeClr val="bg1"/>
                </a:solidFill>
              </a:rPr>
              <a:t>Paresh </a:t>
            </a:r>
            <a:r>
              <a:rPr lang="en-US" sz="1200" dirty="0" err="1">
                <a:solidFill>
                  <a:schemeClr val="bg1"/>
                </a:solidFill>
              </a:rPr>
              <a:t>Nakum</a:t>
            </a:r>
            <a:endParaRPr lang="en-US" sz="1200" dirty="0">
              <a:solidFill>
                <a:schemeClr val="bg1"/>
              </a:solidFill>
            </a:endParaRPr>
          </a:p>
        </p:txBody>
      </p:sp>
    </p:spTree>
    <p:extLst>
      <p:ext uri="{BB962C8B-B14F-4D97-AF65-F5344CB8AC3E}">
        <p14:creationId xmlns:p14="http://schemas.microsoft.com/office/powerpoint/2010/main" val="40780479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F9DB2-1C60-2A59-656D-A5B74C9C4890}"/>
            </a:ext>
          </a:extLst>
        </p:cNvPr>
        <p:cNvGrpSpPr/>
        <p:nvPr/>
      </p:nvGrpSpPr>
      <p:grpSpPr>
        <a:xfrm>
          <a:off x="0" y="0"/>
          <a:ext cx="0" cy="0"/>
          <a:chOff x="0" y="0"/>
          <a:chExt cx="0" cy="0"/>
        </a:xfrm>
      </p:grpSpPr>
      <p:sp>
        <p:nvSpPr>
          <p:cNvPr id="11" name="Free-form: Shape 13">
            <a:extLst>
              <a:ext uri="{FF2B5EF4-FFF2-40B4-BE49-F238E27FC236}">
                <a16:creationId xmlns:a16="http://schemas.microsoft.com/office/drawing/2014/main" id="{28A9E759-5D36-7577-1B72-EEFA19D202C6}"/>
              </a:ext>
            </a:extLst>
          </p:cNvPr>
          <p:cNvSpPr/>
          <p:nvPr/>
        </p:nvSpPr>
        <p:spPr>
          <a:xfrm rot="10800000">
            <a:off x="-35168" y="277945"/>
            <a:ext cx="12216286" cy="898824"/>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46954 h 1270146"/>
              <a:gd name="connsiteX1" fmla="*/ 2358147 w 9478107"/>
              <a:gd name="connsiteY1" fmla="*/ 302992 h 1270146"/>
              <a:gd name="connsiteX2" fmla="*/ 4457699 w 9478107"/>
              <a:gd name="connsiteY2" fmla="*/ 373331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72464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755857 w 9478107"/>
              <a:gd name="connsiteY4" fmla="*/ 446231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557637 w 9478107"/>
              <a:gd name="connsiteY4" fmla="*/ 716768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15627 w 9484942"/>
              <a:gd name="connsiteY0" fmla="*/ 346954 h 1277035"/>
              <a:gd name="connsiteX1" fmla="*/ 2364982 w 9484942"/>
              <a:gd name="connsiteY1" fmla="*/ 302992 h 1277035"/>
              <a:gd name="connsiteX2" fmla="*/ 5134381 w 9484942"/>
              <a:gd name="connsiteY2" fmla="*/ 115678 h 1277035"/>
              <a:gd name="connsiteX3" fmla="*/ 7091448 w 9484942"/>
              <a:gd name="connsiteY3" fmla="*/ 647346 h 1277035"/>
              <a:gd name="connsiteX4" fmla="*/ 8564472 w 9484942"/>
              <a:gd name="connsiteY4" fmla="*/ 716768 h 1277035"/>
              <a:gd name="connsiteX5" fmla="*/ 9484942 w 9484942"/>
              <a:gd name="connsiteY5" fmla="*/ 346954 h 1277035"/>
              <a:gd name="connsiteX6" fmla="*/ 9476150 w 9484942"/>
              <a:gd name="connsiteY6" fmla="*/ 1252562 h 1277035"/>
              <a:gd name="connsiteX7" fmla="*/ 7260488 w 9484942"/>
              <a:gd name="connsiteY7" fmla="*/ 1243769 h 1277035"/>
              <a:gd name="connsiteX8" fmla="*/ 4833811 w 9484942"/>
              <a:gd name="connsiteY8" fmla="*/ 1270146 h 1277035"/>
              <a:gd name="connsiteX9" fmla="*/ 2758827 w 9484942"/>
              <a:gd name="connsiteY9" fmla="*/ 1261354 h 1277035"/>
              <a:gd name="connsiteX10" fmla="*/ 0 w 9484942"/>
              <a:gd name="connsiteY10" fmla="*/ 1273013 h 1277035"/>
              <a:gd name="connsiteX11" fmla="*/ 15627 w 9484942"/>
              <a:gd name="connsiteY11" fmla="*/ 346954 h 1277035"/>
              <a:gd name="connsiteX0" fmla="*/ 15627 w 9484942"/>
              <a:gd name="connsiteY0" fmla="*/ 346954 h 1300002"/>
              <a:gd name="connsiteX1" fmla="*/ 2364982 w 9484942"/>
              <a:gd name="connsiteY1" fmla="*/ 302992 h 1300002"/>
              <a:gd name="connsiteX2" fmla="*/ 5134381 w 9484942"/>
              <a:gd name="connsiteY2" fmla="*/ 115678 h 1300002"/>
              <a:gd name="connsiteX3" fmla="*/ 7091448 w 9484942"/>
              <a:gd name="connsiteY3" fmla="*/ 647346 h 1300002"/>
              <a:gd name="connsiteX4" fmla="*/ 8564472 w 9484942"/>
              <a:gd name="connsiteY4" fmla="*/ 716768 h 1300002"/>
              <a:gd name="connsiteX5" fmla="*/ 9484942 w 9484942"/>
              <a:gd name="connsiteY5" fmla="*/ 346954 h 1300002"/>
              <a:gd name="connsiteX6" fmla="*/ 9476150 w 9484942"/>
              <a:gd name="connsiteY6" fmla="*/ 1252562 h 1300002"/>
              <a:gd name="connsiteX7" fmla="*/ 7260488 w 9484942"/>
              <a:gd name="connsiteY7" fmla="*/ 1243769 h 1300002"/>
              <a:gd name="connsiteX8" fmla="*/ 4833811 w 9484942"/>
              <a:gd name="connsiteY8" fmla="*/ 1270146 h 1300002"/>
              <a:gd name="connsiteX9" fmla="*/ 2779333 w 9484942"/>
              <a:gd name="connsiteY9" fmla="*/ 1300002 h 1300002"/>
              <a:gd name="connsiteX10" fmla="*/ 0 w 9484942"/>
              <a:gd name="connsiteY10" fmla="*/ 1273013 h 1300002"/>
              <a:gd name="connsiteX11" fmla="*/ 15627 w 9484942"/>
              <a:gd name="connsiteY11" fmla="*/ 346954 h 1300002"/>
              <a:gd name="connsiteX0" fmla="*/ 15627 w 9484942"/>
              <a:gd name="connsiteY0" fmla="*/ 346954 h 1346830"/>
              <a:gd name="connsiteX1" fmla="*/ 2364982 w 9484942"/>
              <a:gd name="connsiteY1" fmla="*/ 302992 h 1346830"/>
              <a:gd name="connsiteX2" fmla="*/ 5134381 w 9484942"/>
              <a:gd name="connsiteY2" fmla="*/ 115678 h 1346830"/>
              <a:gd name="connsiteX3" fmla="*/ 7091448 w 9484942"/>
              <a:gd name="connsiteY3" fmla="*/ 647346 h 1346830"/>
              <a:gd name="connsiteX4" fmla="*/ 8564472 w 9484942"/>
              <a:gd name="connsiteY4" fmla="*/ 716768 h 1346830"/>
              <a:gd name="connsiteX5" fmla="*/ 9484942 w 9484942"/>
              <a:gd name="connsiteY5" fmla="*/ 346954 h 1346830"/>
              <a:gd name="connsiteX6" fmla="*/ 9476150 w 9484942"/>
              <a:gd name="connsiteY6" fmla="*/ 1252562 h 1346830"/>
              <a:gd name="connsiteX7" fmla="*/ 7267323 w 9484942"/>
              <a:gd name="connsiteY7" fmla="*/ 1346830 h 1346830"/>
              <a:gd name="connsiteX8" fmla="*/ 4833811 w 9484942"/>
              <a:gd name="connsiteY8" fmla="*/ 1270146 h 1346830"/>
              <a:gd name="connsiteX9" fmla="*/ 2779333 w 9484942"/>
              <a:gd name="connsiteY9" fmla="*/ 1300002 h 1346830"/>
              <a:gd name="connsiteX10" fmla="*/ 0 w 9484942"/>
              <a:gd name="connsiteY10" fmla="*/ 1273013 h 1346830"/>
              <a:gd name="connsiteX11" fmla="*/ 15627 w 9484942"/>
              <a:gd name="connsiteY11" fmla="*/ 346954 h 1346830"/>
              <a:gd name="connsiteX0" fmla="*/ 15627 w 9484942"/>
              <a:gd name="connsiteY0" fmla="*/ 346954 h 1308182"/>
              <a:gd name="connsiteX1" fmla="*/ 2364982 w 9484942"/>
              <a:gd name="connsiteY1" fmla="*/ 302992 h 1308182"/>
              <a:gd name="connsiteX2" fmla="*/ 5134381 w 9484942"/>
              <a:gd name="connsiteY2" fmla="*/ 115678 h 1308182"/>
              <a:gd name="connsiteX3" fmla="*/ 7091448 w 9484942"/>
              <a:gd name="connsiteY3" fmla="*/ 647346 h 1308182"/>
              <a:gd name="connsiteX4" fmla="*/ 8564472 w 9484942"/>
              <a:gd name="connsiteY4" fmla="*/ 716768 h 1308182"/>
              <a:gd name="connsiteX5" fmla="*/ 9484942 w 9484942"/>
              <a:gd name="connsiteY5" fmla="*/ 346954 h 1308182"/>
              <a:gd name="connsiteX6" fmla="*/ 9476150 w 9484942"/>
              <a:gd name="connsiteY6" fmla="*/ 1252562 h 1308182"/>
              <a:gd name="connsiteX7" fmla="*/ 7246817 w 9484942"/>
              <a:gd name="connsiteY7" fmla="*/ 1308182 h 1308182"/>
              <a:gd name="connsiteX8" fmla="*/ 4833811 w 9484942"/>
              <a:gd name="connsiteY8" fmla="*/ 1270146 h 1308182"/>
              <a:gd name="connsiteX9" fmla="*/ 2779333 w 9484942"/>
              <a:gd name="connsiteY9" fmla="*/ 1300002 h 1308182"/>
              <a:gd name="connsiteX10" fmla="*/ 0 w 9484942"/>
              <a:gd name="connsiteY10" fmla="*/ 1273013 h 1308182"/>
              <a:gd name="connsiteX11" fmla="*/ 15627 w 9484942"/>
              <a:gd name="connsiteY11" fmla="*/ 346954 h 1308182"/>
              <a:gd name="connsiteX0" fmla="*/ 15627 w 9496987"/>
              <a:gd name="connsiteY0" fmla="*/ 346954 h 1316976"/>
              <a:gd name="connsiteX1" fmla="*/ 2364982 w 9496987"/>
              <a:gd name="connsiteY1" fmla="*/ 302992 h 1316976"/>
              <a:gd name="connsiteX2" fmla="*/ 5134381 w 9496987"/>
              <a:gd name="connsiteY2" fmla="*/ 115678 h 1316976"/>
              <a:gd name="connsiteX3" fmla="*/ 7091448 w 9496987"/>
              <a:gd name="connsiteY3" fmla="*/ 647346 h 1316976"/>
              <a:gd name="connsiteX4" fmla="*/ 8564472 w 9496987"/>
              <a:gd name="connsiteY4" fmla="*/ 716768 h 1316976"/>
              <a:gd name="connsiteX5" fmla="*/ 9484942 w 9496987"/>
              <a:gd name="connsiteY5" fmla="*/ 346954 h 1316976"/>
              <a:gd name="connsiteX6" fmla="*/ 9496656 w 9496987"/>
              <a:gd name="connsiteY6" fmla="*/ 1316976 h 1316976"/>
              <a:gd name="connsiteX7" fmla="*/ 7246817 w 9496987"/>
              <a:gd name="connsiteY7" fmla="*/ 1308182 h 1316976"/>
              <a:gd name="connsiteX8" fmla="*/ 4833811 w 9496987"/>
              <a:gd name="connsiteY8" fmla="*/ 1270146 h 1316976"/>
              <a:gd name="connsiteX9" fmla="*/ 2779333 w 9496987"/>
              <a:gd name="connsiteY9" fmla="*/ 1300002 h 1316976"/>
              <a:gd name="connsiteX10" fmla="*/ 0 w 9496987"/>
              <a:gd name="connsiteY10" fmla="*/ 1273013 h 1316976"/>
              <a:gd name="connsiteX11" fmla="*/ 15627 w 9496987"/>
              <a:gd name="connsiteY11" fmla="*/ 346954 h 131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96987" h="1316976">
                <a:moveTo>
                  <a:pt x="15627" y="346954"/>
                </a:moveTo>
                <a:cubicBezTo>
                  <a:pt x="677981" y="352815"/>
                  <a:pt x="1280597" y="-406254"/>
                  <a:pt x="2364982" y="302992"/>
                </a:cubicBezTo>
                <a:cubicBezTo>
                  <a:pt x="3590042" y="1000515"/>
                  <a:pt x="4346637" y="58286"/>
                  <a:pt x="5134381" y="115678"/>
                </a:cubicBezTo>
                <a:cubicBezTo>
                  <a:pt x="5922125" y="173070"/>
                  <a:pt x="6479894" y="562194"/>
                  <a:pt x="7091448" y="647346"/>
                </a:cubicBezTo>
                <a:cubicBezTo>
                  <a:pt x="7703002" y="732498"/>
                  <a:pt x="8165556" y="766833"/>
                  <a:pt x="8564472" y="716768"/>
                </a:cubicBezTo>
                <a:cubicBezTo>
                  <a:pt x="8963388" y="666703"/>
                  <a:pt x="9372868" y="242625"/>
                  <a:pt x="9484942" y="346954"/>
                </a:cubicBezTo>
                <a:cubicBezTo>
                  <a:pt x="9482011" y="648823"/>
                  <a:pt x="9499587" y="1015107"/>
                  <a:pt x="9496656" y="1316976"/>
                </a:cubicBezTo>
                <a:lnTo>
                  <a:pt x="7246817" y="1308182"/>
                </a:lnTo>
                <a:lnTo>
                  <a:pt x="4833811" y="1270146"/>
                </a:lnTo>
                <a:lnTo>
                  <a:pt x="2779333" y="1300002"/>
                </a:lnTo>
                <a:lnTo>
                  <a:pt x="0" y="1273013"/>
                </a:lnTo>
                <a:cubicBezTo>
                  <a:pt x="2931" y="988728"/>
                  <a:pt x="3903" y="648823"/>
                  <a:pt x="15627" y="346954"/>
                </a:cubicBezTo>
                <a:close/>
              </a:path>
            </a:pathLst>
          </a:custGeom>
          <a:gradFill flip="none" rotWithShape="1">
            <a:gsLst>
              <a:gs pos="0">
                <a:schemeClr val="accent4">
                  <a:lumMod val="20000"/>
                  <a:lumOff val="80000"/>
                </a:schemeClr>
              </a:gs>
              <a:gs pos="50000">
                <a:schemeClr val="bg1"/>
              </a:gs>
              <a:gs pos="100000">
                <a:schemeClr val="accent4">
                  <a:lumMod val="20000"/>
                  <a:lumOff val="80000"/>
                </a:schemeClr>
              </a:gs>
            </a:gsLst>
            <a:lin ang="0" scaled="1"/>
            <a:tileRect/>
          </a:gradFill>
          <a:ln w="15875">
            <a:solidFill>
              <a:schemeClr val="accent1">
                <a:alpha val="0"/>
              </a:schemeClr>
            </a:solid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Free-form: Shape 13">
            <a:extLst>
              <a:ext uri="{FF2B5EF4-FFF2-40B4-BE49-F238E27FC236}">
                <a16:creationId xmlns:a16="http://schemas.microsoft.com/office/drawing/2014/main" id="{0DF2E086-1F77-7ADA-A072-C1020548044D}"/>
              </a:ext>
            </a:extLst>
          </p:cNvPr>
          <p:cNvSpPr/>
          <p:nvPr/>
        </p:nvSpPr>
        <p:spPr>
          <a:xfrm rot="10800000">
            <a:off x="-2090" y="-10376"/>
            <a:ext cx="12192000" cy="898826"/>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78107" h="1273677">
                <a:moveTo>
                  <a:pt x="8792" y="350485"/>
                </a:moveTo>
                <a:cubicBezTo>
                  <a:pt x="671146" y="356346"/>
                  <a:pt x="973014" y="-402723"/>
                  <a:pt x="2057399" y="306523"/>
                </a:cubicBezTo>
                <a:cubicBezTo>
                  <a:pt x="3282459" y="1004046"/>
                  <a:pt x="3979984" y="611323"/>
                  <a:pt x="4457699" y="376862"/>
                </a:cubicBezTo>
                <a:cubicBezTo>
                  <a:pt x="5723792" y="-223945"/>
                  <a:pt x="6216161" y="-7069"/>
                  <a:pt x="7016261" y="341693"/>
                </a:cubicBezTo>
                <a:cubicBezTo>
                  <a:pt x="8672145" y="977671"/>
                  <a:pt x="8657492" y="347554"/>
                  <a:pt x="9478107" y="350485"/>
                </a:cubicBezTo>
                <a:cubicBezTo>
                  <a:pt x="9475176" y="652354"/>
                  <a:pt x="9472246" y="954224"/>
                  <a:pt x="9469315" y="1256093"/>
                </a:cubicBezTo>
                <a:lnTo>
                  <a:pt x="7253653" y="1247300"/>
                </a:lnTo>
                <a:lnTo>
                  <a:pt x="4826976" y="1273677"/>
                </a:lnTo>
                <a:lnTo>
                  <a:pt x="2751992" y="1264885"/>
                </a:lnTo>
                <a:lnTo>
                  <a:pt x="0" y="1212131"/>
                </a:lnTo>
                <a:cubicBezTo>
                  <a:pt x="2931" y="927846"/>
                  <a:pt x="-2932" y="652354"/>
                  <a:pt x="8792" y="350485"/>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Shape 13">
            <a:extLst>
              <a:ext uri="{FF2B5EF4-FFF2-40B4-BE49-F238E27FC236}">
                <a16:creationId xmlns:a16="http://schemas.microsoft.com/office/drawing/2014/main" id="{16784C5A-545D-7FC3-0803-92836236CBEC}"/>
              </a:ext>
            </a:extLst>
          </p:cNvPr>
          <p:cNvSpPr/>
          <p:nvPr/>
        </p:nvSpPr>
        <p:spPr>
          <a:xfrm rot="10800000">
            <a:off x="-26376" y="-237830"/>
            <a:ext cx="12218376" cy="965187"/>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8414099 w 9478107"/>
              <a:gd name="connsiteY4" fmla="*/ 797823 h 1273677"/>
              <a:gd name="connsiteX5" fmla="*/ 9478107 w 9478107"/>
              <a:gd name="connsiteY5" fmla="*/ 350485 h 1273677"/>
              <a:gd name="connsiteX6" fmla="*/ 9469315 w 9478107"/>
              <a:gd name="connsiteY6" fmla="*/ 1256093 h 1273677"/>
              <a:gd name="connsiteX7" fmla="*/ 7253653 w 9478107"/>
              <a:gd name="connsiteY7" fmla="*/ 1247300 h 1273677"/>
              <a:gd name="connsiteX8" fmla="*/ 4826976 w 9478107"/>
              <a:gd name="connsiteY8" fmla="*/ 1273677 h 1273677"/>
              <a:gd name="connsiteX9" fmla="*/ 2751992 w 9478107"/>
              <a:gd name="connsiteY9" fmla="*/ 1264885 h 1273677"/>
              <a:gd name="connsiteX10" fmla="*/ 0 w 9478107"/>
              <a:gd name="connsiteY10" fmla="*/ 1212131 h 1273677"/>
              <a:gd name="connsiteX11" fmla="*/ 8792 w 9478107"/>
              <a:gd name="connsiteY11" fmla="*/ 350485 h 1273677"/>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98612"/>
              <a:gd name="connsiteY0" fmla="*/ 463370 h 1386562"/>
              <a:gd name="connsiteX1" fmla="*/ 2057399 w 9498612"/>
              <a:gd name="connsiteY1" fmla="*/ 419408 h 1386562"/>
              <a:gd name="connsiteX2" fmla="*/ 4457699 w 9498612"/>
              <a:gd name="connsiteY2" fmla="*/ 489747 h 1386562"/>
              <a:gd name="connsiteX3" fmla="*/ 7009426 w 9498612"/>
              <a:gd name="connsiteY3" fmla="*/ 98357 h 1386562"/>
              <a:gd name="connsiteX4" fmla="*/ 8414099 w 9498612"/>
              <a:gd name="connsiteY4" fmla="*/ 910708 h 1386562"/>
              <a:gd name="connsiteX5" fmla="*/ 9498612 w 9498612"/>
              <a:gd name="connsiteY5" fmla="*/ 200892 h 1386562"/>
              <a:gd name="connsiteX6" fmla="*/ 9469315 w 9498612"/>
              <a:gd name="connsiteY6" fmla="*/ 1368978 h 1386562"/>
              <a:gd name="connsiteX7" fmla="*/ 7253653 w 9498612"/>
              <a:gd name="connsiteY7" fmla="*/ 1360185 h 1386562"/>
              <a:gd name="connsiteX8" fmla="*/ 4826976 w 9498612"/>
              <a:gd name="connsiteY8" fmla="*/ 1386562 h 1386562"/>
              <a:gd name="connsiteX9" fmla="*/ 2751992 w 9498612"/>
              <a:gd name="connsiteY9" fmla="*/ 1377770 h 1386562"/>
              <a:gd name="connsiteX10" fmla="*/ 0 w 9498612"/>
              <a:gd name="connsiteY10" fmla="*/ 1325016 h 1386562"/>
              <a:gd name="connsiteX11" fmla="*/ 8792 w 9498612"/>
              <a:gd name="connsiteY11" fmla="*/ 463370 h 1386562"/>
              <a:gd name="connsiteX0" fmla="*/ 8792 w 9498612"/>
              <a:gd name="connsiteY0" fmla="*/ 444298 h 1367490"/>
              <a:gd name="connsiteX1" fmla="*/ 2057399 w 9498612"/>
              <a:gd name="connsiteY1" fmla="*/ 400336 h 1367490"/>
              <a:gd name="connsiteX2" fmla="*/ 4320995 w 9498612"/>
              <a:gd name="connsiteY2" fmla="*/ 695656 h 1367490"/>
              <a:gd name="connsiteX3" fmla="*/ 7009426 w 9498612"/>
              <a:gd name="connsiteY3" fmla="*/ 79285 h 1367490"/>
              <a:gd name="connsiteX4" fmla="*/ 8414099 w 9498612"/>
              <a:gd name="connsiteY4" fmla="*/ 891636 h 1367490"/>
              <a:gd name="connsiteX5" fmla="*/ 9498612 w 9498612"/>
              <a:gd name="connsiteY5" fmla="*/ 181820 h 1367490"/>
              <a:gd name="connsiteX6" fmla="*/ 9469315 w 9498612"/>
              <a:gd name="connsiteY6" fmla="*/ 1349906 h 1367490"/>
              <a:gd name="connsiteX7" fmla="*/ 7253653 w 9498612"/>
              <a:gd name="connsiteY7" fmla="*/ 1341113 h 1367490"/>
              <a:gd name="connsiteX8" fmla="*/ 4826976 w 9498612"/>
              <a:gd name="connsiteY8" fmla="*/ 1367490 h 1367490"/>
              <a:gd name="connsiteX9" fmla="*/ 2751992 w 9498612"/>
              <a:gd name="connsiteY9" fmla="*/ 1358698 h 1367490"/>
              <a:gd name="connsiteX10" fmla="*/ 0 w 9498612"/>
              <a:gd name="connsiteY10" fmla="*/ 1305944 h 1367490"/>
              <a:gd name="connsiteX11" fmla="*/ 8792 w 9498612"/>
              <a:gd name="connsiteY11" fmla="*/ 444298 h 1367490"/>
              <a:gd name="connsiteX0" fmla="*/ 8792 w 9498612"/>
              <a:gd name="connsiteY0" fmla="*/ 428789 h 1351981"/>
              <a:gd name="connsiteX1" fmla="*/ 2057399 w 9498612"/>
              <a:gd name="connsiteY1" fmla="*/ 384827 h 1351981"/>
              <a:gd name="connsiteX2" fmla="*/ 3698995 w 9498612"/>
              <a:gd name="connsiteY2" fmla="*/ 961374 h 1351981"/>
              <a:gd name="connsiteX3" fmla="*/ 7009426 w 9498612"/>
              <a:gd name="connsiteY3" fmla="*/ 63776 h 1351981"/>
              <a:gd name="connsiteX4" fmla="*/ 8414099 w 9498612"/>
              <a:gd name="connsiteY4" fmla="*/ 876127 h 1351981"/>
              <a:gd name="connsiteX5" fmla="*/ 9498612 w 9498612"/>
              <a:gd name="connsiteY5" fmla="*/ 166311 h 1351981"/>
              <a:gd name="connsiteX6" fmla="*/ 9469315 w 9498612"/>
              <a:gd name="connsiteY6" fmla="*/ 1334397 h 1351981"/>
              <a:gd name="connsiteX7" fmla="*/ 7253653 w 9498612"/>
              <a:gd name="connsiteY7" fmla="*/ 1325604 h 1351981"/>
              <a:gd name="connsiteX8" fmla="*/ 4826976 w 9498612"/>
              <a:gd name="connsiteY8" fmla="*/ 1351981 h 1351981"/>
              <a:gd name="connsiteX9" fmla="*/ 2751992 w 9498612"/>
              <a:gd name="connsiteY9" fmla="*/ 1343189 h 1351981"/>
              <a:gd name="connsiteX10" fmla="*/ 0 w 9498612"/>
              <a:gd name="connsiteY10" fmla="*/ 1290435 h 1351981"/>
              <a:gd name="connsiteX11" fmla="*/ 8792 w 9498612"/>
              <a:gd name="connsiteY11" fmla="*/ 428789 h 1351981"/>
              <a:gd name="connsiteX0" fmla="*/ 8792 w 9498612"/>
              <a:gd name="connsiteY0" fmla="*/ 595005 h 1518197"/>
              <a:gd name="connsiteX1" fmla="*/ 2057399 w 9498612"/>
              <a:gd name="connsiteY1" fmla="*/ 551043 h 1518197"/>
              <a:gd name="connsiteX2" fmla="*/ 3698995 w 9498612"/>
              <a:gd name="connsiteY2" fmla="*/ 1127590 h 1518197"/>
              <a:gd name="connsiteX3" fmla="*/ 5386116 w 9498612"/>
              <a:gd name="connsiteY3" fmla="*/ 48678 h 1518197"/>
              <a:gd name="connsiteX4" fmla="*/ 7009426 w 9498612"/>
              <a:gd name="connsiteY4" fmla="*/ 229992 h 1518197"/>
              <a:gd name="connsiteX5" fmla="*/ 8414099 w 9498612"/>
              <a:gd name="connsiteY5" fmla="*/ 1042343 h 1518197"/>
              <a:gd name="connsiteX6" fmla="*/ 9498612 w 9498612"/>
              <a:gd name="connsiteY6" fmla="*/ 332527 h 1518197"/>
              <a:gd name="connsiteX7" fmla="*/ 9469315 w 9498612"/>
              <a:gd name="connsiteY7" fmla="*/ 1500613 h 1518197"/>
              <a:gd name="connsiteX8" fmla="*/ 7253653 w 9498612"/>
              <a:gd name="connsiteY8" fmla="*/ 1491820 h 1518197"/>
              <a:gd name="connsiteX9" fmla="*/ 4826976 w 9498612"/>
              <a:gd name="connsiteY9" fmla="*/ 1518197 h 1518197"/>
              <a:gd name="connsiteX10" fmla="*/ 2751992 w 9498612"/>
              <a:gd name="connsiteY10" fmla="*/ 1509405 h 1518197"/>
              <a:gd name="connsiteX11" fmla="*/ 0 w 9498612"/>
              <a:gd name="connsiteY11" fmla="*/ 1456651 h 1518197"/>
              <a:gd name="connsiteX12" fmla="*/ 8792 w 9498612"/>
              <a:gd name="connsiteY12" fmla="*/ 595005 h 1518197"/>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8612" h="1552908">
                <a:moveTo>
                  <a:pt x="8792" y="629716"/>
                </a:moveTo>
                <a:cubicBezTo>
                  <a:pt x="671146" y="635577"/>
                  <a:pt x="973014" y="-123492"/>
                  <a:pt x="2057399" y="585754"/>
                </a:cubicBezTo>
                <a:cubicBezTo>
                  <a:pt x="3282459" y="1283277"/>
                  <a:pt x="3144209" y="1246028"/>
                  <a:pt x="3698995" y="1162301"/>
                </a:cubicBezTo>
                <a:cubicBezTo>
                  <a:pt x="4253781" y="1078574"/>
                  <a:pt x="4834377" y="232989"/>
                  <a:pt x="5386116" y="83389"/>
                </a:cubicBezTo>
                <a:cubicBezTo>
                  <a:pt x="5937855" y="-66211"/>
                  <a:pt x="6463751" y="-19649"/>
                  <a:pt x="7009426" y="264703"/>
                </a:cubicBezTo>
                <a:cubicBezTo>
                  <a:pt x="7646042" y="612966"/>
                  <a:pt x="8003791" y="1075589"/>
                  <a:pt x="8414099" y="1077054"/>
                </a:cubicBezTo>
                <a:cubicBezTo>
                  <a:pt x="8824407" y="1078519"/>
                  <a:pt x="9320464" y="250238"/>
                  <a:pt x="9498612" y="367238"/>
                </a:cubicBezTo>
                <a:cubicBezTo>
                  <a:pt x="9495681" y="669107"/>
                  <a:pt x="9472246" y="1233455"/>
                  <a:pt x="9469315" y="1535324"/>
                </a:cubicBezTo>
                <a:lnTo>
                  <a:pt x="7253653" y="1526531"/>
                </a:lnTo>
                <a:lnTo>
                  <a:pt x="4826976" y="1552908"/>
                </a:lnTo>
                <a:lnTo>
                  <a:pt x="2751992" y="1544116"/>
                </a:lnTo>
                <a:lnTo>
                  <a:pt x="0" y="1491362"/>
                </a:lnTo>
                <a:cubicBezTo>
                  <a:pt x="2931" y="1207077"/>
                  <a:pt x="-2932" y="931585"/>
                  <a:pt x="8792" y="629716"/>
                </a:cubicBezTo>
                <a:close/>
              </a:path>
            </a:pathLst>
          </a:custGeom>
          <a:gradFill>
            <a:gsLst>
              <a:gs pos="0">
                <a:srgbClr val="EFFCFF"/>
              </a:gs>
              <a:gs pos="50000">
                <a:schemeClr val="accent4">
                  <a:lumMod val="40000"/>
                  <a:lumOff val="60000"/>
                </a:schemeClr>
              </a:gs>
              <a:gs pos="100000">
                <a:schemeClr val="bg1"/>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hteck 17">
            <a:extLst>
              <a:ext uri="{FF2B5EF4-FFF2-40B4-BE49-F238E27FC236}">
                <a16:creationId xmlns:a16="http://schemas.microsoft.com/office/drawing/2014/main" id="{3F48FE32-30A8-91E8-073B-1CE94513A3C5}"/>
              </a:ext>
            </a:extLst>
          </p:cNvPr>
          <p:cNvSpPr/>
          <p:nvPr/>
        </p:nvSpPr>
        <p:spPr>
          <a:xfrm>
            <a:off x="-7747" y="6538183"/>
            <a:ext cx="12207494" cy="319817"/>
          </a:xfrm>
          <a:prstGeom prst="rect">
            <a:avLst/>
          </a:prstGeom>
          <a:solidFill>
            <a:srgbClr val="8ECE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9" name="TextBox 18">
            <a:extLst>
              <a:ext uri="{FF2B5EF4-FFF2-40B4-BE49-F238E27FC236}">
                <a16:creationId xmlns:a16="http://schemas.microsoft.com/office/drawing/2014/main" id="{E32C03B4-4368-B8A0-5078-A33BA60C0D0C}"/>
              </a:ext>
            </a:extLst>
          </p:cNvPr>
          <p:cNvSpPr txBox="1"/>
          <p:nvPr/>
        </p:nvSpPr>
        <p:spPr>
          <a:xfrm>
            <a:off x="463483" y="1401679"/>
            <a:ext cx="10547024" cy="1754326"/>
          </a:xfrm>
          <a:prstGeom prst="rect">
            <a:avLst/>
          </a:prstGeom>
          <a:noFill/>
        </p:spPr>
        <p:txBody>
          <a:bodyPr wrap="square" rtlCol="0">
            <a:spAutoFit/>
          </a:bodyPr>
          <a:lstStyle/>
          <a:p>
            <a:endParaRPr lang="it-IT" dirty="0"/>
          </a:p>
          <a:p>
            <a:pPr marL="285750" indent="-285750">
              <a:buFont typeface="Arial" panose="020B0604020202020204" pitchFamily="34" charset="0"/>
              <a:buChar char="•"/>
            </a:pPr>
            <a:r>
              <a:rPr lang="en-GB" dirty="0">
                <a:solidFill>
                  <a:schemeClr val="tx1">
                    <a:lumMod val="95000"/>
                    <a:lumOff val="5000"/>
                  </a:schemeClr>
                </a:solidFill>
                <a:cs typeface="Times New Roman" panose="02020603050405020304" pitchFamily="18" charset="0"/>
              </a:rPr>
              <a:t>Load Reports of the OPTIMUS projects </a:t>
            </a:r>
          </a:p>
          <a:p>
            <a:pPr marL="285750" indent="-285750">
              <a:buFont typeface="Arial" panose="020B0604020202020204" pitchFamily="34" charset="0"/>
              <a:buChar char="•"/>
            </a:pPr>
            <a:r>
              <a:rPr lang="en-US" dirty="0">
                <a:cs typeface="Times New Roman" panose="02020603050405020304" pitchFamily="18" charset="0"/>
              </a:rPr>
              <a:t>GL Guideline for the Certification of Wind Turbines Edition 2010</a:t>
            </a:r>
          </a:p>
          <a:p>
            <a:pPr marL="285750" indent="-285750">
              <a:buFont typeface="Arial" panose="020B0604020202020204" pitchFamily="34" charset="0"/>
              <a:buChar char="•"/>
            </a:pPr>
            <a:r>
              <a:rPr lang="en-US" dirty="0"/>
              <a:t>Standard, DNVGL-ST-0376 – Edition December 2015</a:t>
            </a:r>
            <a:endParaRPr lang="en-GB" dirty="0">
              <a:cs typeface="Times New Roman" panose="02020603050405020304" pitchFamily="18" charset="0"/>
            </a:endParaRPr>
          </a:p>
          <a:p>
            <a:pPr marL="285750" indent="-285750">
              <a:buFont typeface="Arial" panose="020B0604020202020204" pitchFamily="34" charset="0"/>
              <a:buChar char="•"/>
            </a:pPr>
            <a:r>
              <a:rPr lang="en-GB" dirty="0"/>
              <a:t>IEC 61400-1 2019-02, Ed. 4.0/ DNVGL-ST-0437 Loads and site conditions for wind turbines 11-2016</a:t>
            </a:r>
            <a:endParaRPr lang="en-GB" dirty="0">
              <a:cs typeface="Times New Roman" panose="02020603050405020304" pitchFamily="18" charset="0"/>
            </a:endParaRPr>
          </a:p>
          <a:p>
            <a:pPr marL="285750" indent="-285750">
              <a:buFont typeface="Arial" panose="020B0604020202020204" pitchFamily="34" charset="0"/>
              <a:buChar char="•"/>
            </a:pPr>
            <a:r>
              <a:rPr lang="en-GB" dirty="0" err="1">
                <a:cs typeface="Times New Roman" panose="02020603050405020304" pitchFamily="18" charset="0"/>
              </a:rPr>
              <a:t>TurbSim</a:t>
            </a:r>
            <a:r>
              <a:rPr lang="en-GB" dirty="0">
                <a:cs typeface="Times New Roman" panose="02020603050405020304" pitchFamily="18" charset="0"/>
              </a:rPr>
              <a:t>, </a:t>
            </a:r>
            <a:r>
              <a:rPr lang="en-GB" dirty="0" err="1">
                <a:cs typeface="Times New Roman" panose="02020603050405020304" pitchFamily="18" charset="0"/>
              </a:rPr>
              <a:t>OpenFAST</a:t>
            </a:r>
            <a:r>
              <a:rPr lang="en-GB" dirty="0">
                <a:cs typeface="Times New Roman" panose="02020603050405020304" pitchFamily="18" charset="0"/>
              </a:rPr>
              <a:t> &amp; NREL 5 MW</a:t>
            </a:r>
          </a:p>
        </p:txBody>
      </p:sp>
      <p:sp>
        <p:nvSpPr>
          <p:cNvPr id="2" name="Titel 1">
            <a:extLst>
              <a:ext uri="{FF2B5EF4-FFF2-40B4-BE49-F238E27FC236}">
                <a16:creationId xmlns:a16="http://schemas.microsoft.com/office/drawing/2014/main" id="{25E1DA7A-832B-59A9-3560-8C4D55C27346}"/>
              </a:ext>
            </a:extLst>
          </p:cNvPr>
          <p:cNvSpPr>
            <a:spLocks noGrp="1"/>
          </p:cNvSpPr>
          <p:nvPr>
            <p:ph type="title"/>
          </p:nvPr>
        </p:nvSpPr>
        <p:spPr>
          <a:xfrm>
            <a:off x="484418" y="502853"/>
            <a:ext cx="2724774" cy="712728"/>
          </a:xfrm>
        </p:spPr>
        <p:txBody>
          <a:bodyPr>
            <a:normAutofit fontScale="90000"/>
          </a:bodyPr>
          <a:lstStyle/>
          <a:p>
            <a:r>
              <a:rPr lang="en-US" dirty="0"/>
              <a:t>References</a:t>
            </a:r>
            <a:endParaRPr lang="de-DE" dirty="0"/>
          </a:p>
        </p:txBody>
      </p:sp>
      <p:cxnSp>
        <p:nvCxnSpPr>
          <p:cNvPr id="6" name="Straight Connector 5">
            <a:extLst>
              <a:ext uri="{FF2B5EF4-FFF2-40B4-BE49-F238E27FC236}">
                <a16:creationId xmlns:a16="http://schemas.microsoft.com/office/drawing/2014/main" id="{A80213FB-EC9C-6767-58CC-49D609115B85}"/>
              </a:ext>
            </a:extLst>
          </p:cNvPr>
          <p:cNvCxnSpPr/>
          <p:nvPr/>
        </p:nvCxnSpPr>
        <p:spPr>
          <a:xfrm>
            <a:off x="484418" y="1171879"/>
            <a:ext cx="11218984"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DD0B4C1C-527A-83A2-90B3-666A056F7C49}"/>
              </a:ext>
            </a:extLst>
          </p:cNvPr>
          <p:cNvSpPr txBox="1"/>
          <p:nvPr/>
        </p:nvSpPr>
        <p:spPr>
          <a:xfrm>
            <a:off x="412716" y="6565449"/>
            <a:ext cx="1000125" cy="276999"/>
          </a:xfrm>
          <a:prstGeom prst="rect">
            <a:avLst/>
          </a:prstGeom>
          <a:noFill/>
        </p:spPr>
        <p:txBody>
          <a:bodyPr wrap="square" rtlCol="0">
            <a:spAutoFit/>
          </a:bodyPr>
          <a:lstStyle/>
          <a:p>
            <a:r>
              <a:rPr lang="en-US" sz="1200" dirty="0">
                <a:solidFill>
                  <a:schemeClr val="bg1"/>
                </a:solidFill>
              </a:rPr>
              <a:t>25/11/2025</a:t>
            </a:r>
          </a:p>
        </p:txBody>
      </p:sp>
      <p:sp>
        <p:nvSpPr>
          <p:cNvPr id="4" name="Slide Number Placeholder 5">
            <a:extLst>
              <a:ext uri="{FF2B5EF4-FFF2-40B4-BE49-F238E27FC236}">
                <a16:creationId xmlns:a16="http://schemas.microsoft.com/office/drawing/2014/main" id="{21129FCA-49E1-C2AD-B541-FCEDEF0BB603}"/>
              </a:ext>
            </a:extLst>
          </p:cNvPr>
          <p:cNvSpPr txBox="1">
            <a:spLocks/>
          </p:cNvSpPr>
          <p:nvPr/>
        </p:nvSpPr>
        <p:spPr>
          <a:xfrm>
            <a:off x="1833304" y="6538183"/>
            <a:ext cx="376496" cy="31981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13F6232-4F06-48BA-8F69-BF531F607829}" type="slidenum">
              <a:rPr lang="en-GB" sz="1400" smtClean="0">
                <a:solidFill>
                  <a:schemeClr val="bg1"/>
                </a:solidFill>
              </a:rPr>
              <a:pPr/>
              <a:t>11</a:t>
            </a:fld>
            <a:endParaRPr lang="en-GB" sz="1400" dirty="0">
              <a:solidFill>
                <a:schemeClr val="bg1"/>
              </a:solidFill>
            </a:endParaRPr>
          </a:p>
        </p:txBody>
      </p:sp>
      <p:sp>
        <p:nvSpPr>
          <p:cNvPr id="7" name="TextBox 6">
            <a:extLst>
              <a:ext uri="{FF2B5EF4-FFF2-40B4-BE49-F238E27FC236}">
                <a16:creationId xmlns:a16="http://schemas.microsoft.com/office/drawing/2014/main" id="{D1563EE5-B3E5-55A6-0898-3C96C1BE7B95}"/>
              </a:ext>
            </a:extLst>
          </p:cNvPr>
          <p:cNvSpPr txBox="1"/>
          <p:nvPr/>
        </p:nvSpPr>
        <p:spPr>
          <a:xfrm>
            <a:off x="9172575" y="6542216"/>
            <a:ext cx="2787685" cy="276999"/>
          </a:xfrm>
          <a:prstGeom prst="rect">
            <a:avLst/>
          </a:prstGeom>
          <a:noFill/>
        </p:spPr>
        <p:txBody>
          <a:bodyPr wrap="square" rtlCol="0">
            <a:spAutoFit/>
          </a:bodyPr>
          <a:lstStyle/>
          <a:p>
            <a:r>
              <a:rPr lang="en-US" sz="1200" dirty="0">
                <a:solidFill>
                  <a:schemeClr val="bg1"/>
                </a:solidFill>
              </a:rPr>
              <a:t>Load &amp; Dynamics Team/ Optimus Syria</a:t>
            </a:r>
          </a:p>
        </p:txBody>
      </p:sp>
      <p:sp>
        <p:nvSpPr>
          <p:cNvPr id="8" name="TextBox 7">
            <a:extLst>
              <a:ext uri="{FF2B5EF4-FFF2-40B4-BE49-F238E27FC236}">
                <a16:creationId xmlns:a16="http://schemas.microsoft.com/office/drawing/2014/main" id="{EF6F5A4A-1199-5983-E768-1FD9C369309E}"/>
              </a:ext>
            </a:extLst>
          </p:cNvPr>
          <p:cNvSpPr txBox="1"/>
          <p:nvPr/>
        </p:nvSpPr>
        <p:spPr>
          <a:xfrm>
            <a:off x="4629394" y="6576994"/>
            <a:ext cx="2887161" cy="461665"/>
          </a:xfrm>
          <a:prstGeom prst="rect">
            <a:avLst/>
          </a:prstGeom>
          <a:noFill/>
        </p:spPr>
        <p:txBody>
          <a:bodyPr wrap="square" rtlCol="0">
            <a:spAutoFit/>
          </a:bodyPr>
          <a:lstStyle/>
          <a:p>
            <a:pPr algn="ctr"/>
            <a:r>
              <a:rPr lang="en-US" sz="1200" dirty="0">
                <a:solidFill>
                  <a:schemeClr val="bg1"/>
                </a:solidFill>
              </a:rPr>
              <a:t>Paresh </a:t>
            </a:r>
            <a:r>
              <a:rPr lang="en-US" sz="1200" dirty="0" err="1">
                <a:solidFill>
                  <a:schemeClr val="bg1"/>
                </a:solidFill>
              </a:rPr>
              <a:t>Nakum</a:t>
            </a:r>
            <a:endParaRPr lang="en-US" sz="1200" dirty="0">
              <a:solidFill>
                <a:schemeClr val="bg1"/>
              </a:solidFill>
            </a:endParaRPr>
          </a:p>
          <a:p>
            <a:pPr algn="ctr"/>
            <a:endParaRPr lang="en-US" sz="1200" dirty="0"/>
          </a:p>
        </p:txBody>
      </p:sp>
    </p:spTree>
    <p:extLst>
      <p:ext uri="{BB962C8B-B14F-4D97-AF65-F5344CB8AC3E}">
        <p14:creationId xmlns:p14="http://schemas.microsoft.com/office/powerpoint/2010/main" val="38779412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 dockstate="right" visibility="0" width="438"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BCD039B6-C6AB-492A-94BF-C46AF895D2E7}">
  <we:reference id="WA200007130" version="1.0.0.1" store="en-US" storeType="omex"/>
  <we:alternateReferences>
    <we:reference id="WA200007130" version="1.0.0.1" store="en-US"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73D784B2-E216-4A14-BE4B-F0CA301E2B20}">
  <we:reference id="WA200005566" version="3.0.0.3" store="en-US" storeType="omex"/>
  <we:alternateReferences>
    <we:reference id="WA200005566" version="3.0.0.3" store="en-US" storeType="omex"/>
  </we:alternateReferences>
  <we:properties/>
  <we:bindings/>
  <we:snapshot xmlns:r="http://schemas.openxmlformats.org/officeDocument/2006/relationships"/>
</we:webextension>
</file>

<file path=docMetadata/LabelInfo.xml><?xml version="1.0" encoding="utf-8"?>
<clbl:labelList xmlns:clbl="http://schemas.microsoft.com/office/2020/mipLabelMetadata">
  <clbl:label id="{48141450-2387-4aca-b41f-19cd6be9dd3c}" enabled="1" method="Standard" siteId="{adf10e2b-b6e9-41d6-be2f-c12bb566019c}" contentBits="0" removed="0"/>
</clbl:labelList>
</file>

<file path=docProps/app.xml><?xml version="1.0" encoding="utf-8"?>
<Properties xmlns="http://schemas.openxmlformats.org/officeDocument/2006/extended-properties" xmlns:vt="http://schemas.openxmlformats.org/officeDocument/2006/docPropsVTypes">
  <TotalTime>67</TotalTime>
  <Words>587</Words>
  <Application>Microsoft Office PowerPoint</Application>
  <PresentationFormat>Widescreen</PresentationFormat>
  <Paragraphs>117</Paragraphs>
  <Slides>11</Slides>
  <Notes>11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11</vt:i4>
      </vt:variant>
    </vt:vector>
  </HeadingPairs>
  <TitlesOfParts>
    <vt:vector size="17" baseType="lpstr">
      <vt:lpstr>Aptos</vt:lpstr>
      <vt:lpstr>Aptos Display</vt:lpstr>
      <vt:lpstr>Arial</vt:lpstr>
      <vt:lpstr>Times New Roman</vt:lpstr>
      <vt:lpstr>Office Theme</vt:lpstr>
      <vt:lpstr>Custom Design</vt:lpstr>
      <vt:lpstr>Weekly report: Load &amp; Dynamics</vt:lpstr>
      <vt:lpstr>Agenda For Loads &amp; Dynamics</vt:lpstr>
      <vt:lpstr>DLC 7.1 Parked plus fault conditions</vt:lpstr>
      <vt:lpstr>DLC 7.1 with yaw system failure</vt:lpstr>
      <vt:lpstr>DLC 7.1 Simulation Result</vt:lpstr>
      <vt:lpstr>DLC 7.1 Simulation Result</vt:lpstr>
      <vt:lpstr>DLC 7.1 Sketch Wind Direction Variation</vt:lpstr>
      <vt:lpstr>DLC 7.1 Tower Base Bending Moment</vt:lpstr>
      <vt:lpstr>PowerPoint Presentation</vt:lpstr>
      <vt:lpstr>Conclusion &amp; Future Plan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Weekly report lidar-assisted control group</dc:title>
  <dc:creator>Federico De Mita</dc:creator>
  <cp:lastModifiedBy>Md Aman</cp:lastModifiedBy>
  <cp:revision>90</cp:revision>
  <dcterms:created xsi:type="dcterms:W3CDTF">2025-07-21T13:11:31Z</dcterms:created>
  <dcterms:modified xsi:type="dcterms:W3CDTF">2025-11-23T20:50:57Z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umentInfoFinished">
    <vt:lpwstr>True</vt:lpwstr>
  </property>
  <property fmtid="{D5CDD505-2E9C-101B-9397-08002B2CF9AE}" pid="3" name="MSIP_Label_48141450-2387-4aca-b41f-19cd6be9dd3c_Enabled">
    <vt:lpwstr>true</vt:lpwstr>
  </property>
  <property fmtid="{D5CDD505-2E9C-101B-9397-08002B2CF9AE}" pid="4" name="MSIP_Label_48141450-2387-4aca-b41f-19cd6be9dd3c_SetDate">
    <vt:lpwstr>2025-09-28T13:19:16Z</vt:lpwstr>
  </property>
  <property fmtid="{D5CDD505-2E9C-101B-9397-08002B2CF9AE}" pid="5" name="MSIP_Label_48141450-2387-4aca-b41f-19cd6be9dd3c_Method">
    <vt:lpwstr>Standard</vt:lpwstr>
  </property>
  <property fmtid="{D5CDD505-2E9C-101B-9397-08002B2CF9AE}" pid="6" name="MSIP_Label_48141450-2387-4aca-b41f-19cd6be9dd3c_Name">
    <vt:lpwstr>Restricted_Unprotected</vt:lpwstr>
  </property>
  <property fmtid="{D5CDD505-2E9C-101B-9397-08002B2CF9AE}" pid="7" name="MSIP_Label_48141450-2387-4aca-b41f-19cd6be9dd3c_SiteId">
    <vt:lpwstr>adf10e2b-b6e9-41d6-be2f-c12bb566019c</vt:lpwstr>
  </property>
  <property fmtid="{D5CDD505-2E9C-101B-9397-08002B2CF9AE}" pid="8" name="MSIP_Label_48141450-2387-4aca-b41f-19cd6be9dd3c_ActionId">
    <vt:lpwstr>2ebed701-3566-4ac7-9aa9-92359fcb4805</vt:lpwstr>
  </property>
  <property fmtid="{D5CDD505-2E9C-101B-9397-08002B2CF9AE}" pid="9" name="MSIP_Label_48141450-2387-4aca-b41f-19cd6be9dd3c_ContentBits">
    <vt:lpwstr>0</vt:lpwstr>
  </property>
  <property fmtid="{D5CDD505-2E9C-101B-9397-08002B2CF9AE}" pid="10" name="MSIP_Label_48141450-2387-4aca-b41f-19cd6be9dd3c_Tag">
    <vt:lpwstr>10, 3, 0, 1</vt:lpwstr>
  </property>
</Properties>
</file>