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5"/>
  </p:notesMasterIdLst>
  <p:handoutMasterIdLst>
    <p:handoutMasterId r:id="rId16"/>
  </p:handoutMasterIdLst>
  <p:sldIdLst>
    <p:sldId id="263" r:id="rId3"/>
    <p:sldId id="259" r:id="rId4"/>
    <p:sldId id="303" r:id="rId5"/>
    <p:sldId id="304" r:id="rId6"/>
    <p:sldId id="305" r:id="rId7"/>
    <p:sldId id="306" r:id="rId8"/>
    <p:sldId id="298" r:id="rId9"/>
    <p:sldId id="299" r:id="rId10"/>
    <p:sldId id="300" r:id="rId11"/>
    <p:sldId id="307" r:id="rId12"/>
    <p:sldId id="27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303"/>
            <p14:sldId id="304"/>
            <p14:sldId id="305"/>
            <p14:sldId id="306"/>
            <p14:sldId id="298"/>
            <p14:sldId id="299"/>
            <p14:sldId id="300"/>
            <p14:sldId id="307"/>
          </p14:sldIdLst>
        </p14:section>
        <p14:section name="Next Step" id="{B26F6679-C236-4D3D-BC2F-CAE5ED400718}">
          <p14:sldIdLst>
            <p14:sldId id="272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C944B9-7FDD-4415-89C7-25C0EFFFDB0D}" v="39" dt="2025-11-24T12:54:58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48"/>
  </p:normalViewPr>
  <p:slideViewPr>
    <p:cSldViewPr snapToGrid="0">
      <p:cViewPr>
        <p:scale>
          <a:sx n="100" d="100"/>
          <a:sy n="100" d="100"/>
        </p:scale>
        <p:origin x="6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na Vergara" userId="2ca01a0e-ac9d-4d2f-8a49-614de77d2bf5" providerId="ADAL" clId="{96CBA73D-C366-46D3-ACAE-9128C05887B7}"/>
    <pc:docChg chg="undo custSel addSld delSld modSld sldOrd modSection">
      <pc:chgData name="Cristina Vergara" userId="2ca01a0e-ac9d-4d2f-8a49-614de77d2bf5" providerId="ADAL" clId="{96CBA73D-C366-46D3-ACAE-9128C05887B7}" dt="2025-11-24T12:56:34.753" v="416" actId="1076"/>
      <pc:docMkLst>
        <pc:docMk/>
      </pc:docMkLst>
      <pc:sldChg chg="modSp mod">
        <pc:chgData name="Cristina Vergara" userId="2ca01a0e-ac9d-4d2f-8a49-614de77d2bf5" providerId="ADAL" clId="{96CBA73D-C366-46D3-ACAE-9128C05887B7}" dt="2025-11-24T12:56:15.766" v="413" actId="20577"/>
        <pc:sldMkLst>
          <pc:docMk/>
          <pc:sldMk cId="1106553756" sldId="259"/>
        </pc:sldMkLst>
        <pc:spChg chg="mod">
          <ac:chgData name="Cristina Vergara" userId="2ca01a0e-ac9d-4d2f-8a49-614de77d2bf5" providerId="ADAL" clId="{96CBA73D-C366-46D3-ACAE-9128C05887B7}" dt="2025-11-24T12:56:15.766" v="413" actId="20577"/>
          <ac:spMkLst>
            <pc:docMk/>
            <pc:sldMk cId="1106553756" sldId="259"/>
            <ac:spMk id="8" creationId="{7B3EF3BA-9806-6A08-507B-33B62F09552E}"/>
          </ac:spMkLst>
        </pc:spChg>
      </pc:sldChg>
      <pc:sldChg chg="modSp mod">
        <pc:chgData name="Cristina Vergara" userId="2ca01a0e-ac9d-4d2f-8a49-614de77d2bf5" providerId="ADAL" clId="{96CBA73D-C366-46D3-ACAE-9128C05887B7}" dt="2025-11-21T17:46:01.605" v="11" actId="20577"/>
        <pc:sldMkLst>
          <pc:docMk/>
          <pc:sldMk cId="1493159916" sldId="263"/>
        </pc:sldMkLst>
        <pc:spChg chg="mod">
          <ac:chgData name="Cristina Vergara" userId="2ca01a0e-ac9d-4d2f-8a49-614de77d2bf5" providerId="ADAL" clId="{96CBA73D-C366-46D3-ACAE-9128C05887B7}" dt="2025-11-21T17:46:01.605" v="11" actId="20577"/>
          <ac:spMkLst>
            <pc:docMk/>
            <pc:sldMk cId="1493159916" sldId="263"/>
            <ac:spMk id="4" creationId="{06BE6549-3E86-5AE5-9E5E-148C592FC8CE}"/>
          </ac:spMkLst>
        </pc:spChg>
        <pc:spChg chg="mod">
          <ac:chgData name="Cristina Vergara" userId="2ca01a0e-ac9d-4d2f-8a49-614de77d2bf5" providerId="ADAL" clId="{96CBA73D-C366-46D3-ACAE-9128C05887B7}" dt="2025-11-21T17:45:53.120" v="5" actId="20577"/>
          <ac:spMkLst>
            <pc:docMk/>
            <pc:sldMk cId="1493159916" sldId="263"/>
            <ac:spMk id="27" creationId="{1E0415E7-E053-E995-249A-5B86E4F96002}"/>
          </ac:spMkLst>
        </pc:spChg>
      </pc:sldChg>
      <pc:sldChg chg="modSp mod">
        <pc:chgData name="Cristina Vergara" userId="2ca01a0e-ac9d-4d2f-8a49-614de77d2bf5" providerId="ADAL" clId="{96CBA73D-C366-46D3-ACAE-9128C05887B7}" dt="2025-11-24T12:38:03.646" v="313"/>
        <pc:sldMkLst>
          <pc:docMk/>
          <pc:sldMk cId="40729671" sldId="269"/>
        </pc:sldMkLst>
        <pc:spChg chg="mod">
          <ac:chgData name="Cristina Vergara" userId="2ca01a0e-ac9d-4d2f-8a49-614de77d2bf5" providerId="ADAL" clId="{96CBA73D-C366-46D3-ACAE-9128C05887B7}" dt="2025-11-24T12:38:03.646" v="313"/>
          <ac:spMkLst>
            <pc:docMk/>
            <pc:sldMk cId="40729671" sldId="269"/>
            <ac:spMk id="2" creationId="{B304FBDE-F047-28F8-F872-FBD4A9FEB5E4}"/>
          </ac:spMkLst>
        </pc:spChg>
        <pc:spChg chg="mod">
          <ac:chgData name="Cristina Vergara" userId="2ca01a0e-ac9d-4d2f-8a49-614de77d2bf5" providerId="ADAL" clId="{96CBA73D-C366-46D3-ACAE-9128C05887B7}" dt="2025-11-21T17:47:09.620" v="49" actId="20577"/>
          <ac:spMkLst>
            <pc:docMk/>
            <pc:sldMk cId="40729671" sldId="269"/>
            <ac:spMk id="9" creationId="{41C0995E-FEBD-077C-14BB-63CEFB257421}"/>
          </ac:spMkLst>
        </pc:spChg>
      </pc:sldChg>
      <pc:sldChg chg="modSp mod">
        <pc:chgData name="Cristina Vergara" userId="2ca01a0e-ac9d-4d2f-8a49-614de77d2bf5" providerId="ADAL" clId="{96CBA73D-C366-46D3-ACAE-9128C05887B7}" dt="2025-11-24T12:37:00.187" v="311" actId="20577"/>
        <pc:sldMkLst>
          <pc:docMk/>
          <pc:sldMk cId="273071422" sldId="272"/>
        </pc:sldMkLst>
        <pc:spChg chg="mod">
          <ac:chgData name="Cristina Vergara" userId="2ca01a0e-ac9d-4d2f-8a49-614de77d2bf5" providerId="ADAL" clId="{96CBA73D-C366-46D3-ACAE-9128C05887B7}" dt="2025-11-21T17:47:02.563" v="45" actId="20577"/>
          <ac:spMkLst>
            <pc:docMk/>
            <pc:sldMk cId="273071422" sldId="272"/>
            <ac:spMk id="2" creationId="{8AEE8DB0-9841-5964-5327-D15E924DD505}"/>
          </ac:spMkLst>
        </pc:spChg>
        <pc:spChg chg="mod">
          <ac:chgData name="Cristina Vergara" userId="2ca01a0e-ac9d-4d2f-8a49-614de77d2bf5" providerId="ADAL" clId="{96CBA73D-C366-46D3-ACAE-9128C05887B7}" dt="2025-11-24T12:37:00.187" v="311" actId="20577"/>
          <ac:spMkLst>
            <pc:docMk/>
            <pc:sldMk cId="273071422" sldId="272"/>
            <ac:spMk id="8" creationId="{425D078B-14F7-F4E5-748E-5707AED524FF}"/>
          </ac:spMkLst>
        </pc:spChg>
      </pc:sldChg>
      <pc:sldChg chg="modSp mod">
        <pc:chgData name="Cristina Vergara" userId="2ca01a0e-ac9d-4d2f-8a49-614de77d2bf5" providerId="ADAL" clId="{96CBA73D-C366-46D3-ACAE-9128C05887B7}" dt="2025-11-21T17:46:19.646" v="19" actId="20577"/>
        <pc:sldMkLst>
          <pc:docMk/>
          <pc:sldMk cId="2843283829" sldId="298"/>
        </pc:sldMkLst>
        <pc:spChg chg="mod">
          <ac:chgData name="Cristina Vergara" userId="2ca01a0e-ac9d-4d2f-8a49-614de77d2bf5" providerId="ADAL" clId="{96CBA73D-C366-46D3-ACAE-9128C05887B7}" dt="2025-11-21T17:46:19.646" v="19" actId="20577"/>
          <ac:spMkLst>
            <pc:docMk/>
            <pc:sldMk cId="2843283829" sldId="298"/>
            <ac:spMk id="4" creationId="{3C44056D-37C7-6B43-578B-D45D99E376E7}"/>
          </ac:spMkLst>
        </pc:spChg>
      </pc:sldChg>
      <pc:sldChg chg="modSp mod">
        <pc:chgData name="Cristina Vergara" userId="2ca01a0e-ac9d-4d2f-8a49-614de77d2bf5" providerId="ADAL" clId="{96CBA73D-C366-46D3-ACAE-9128C05887B7}" dt="2025-11-21T17:46:26.591" v="23" actId="20577"/>
        <pc:sldMkLst>
          <pc:docMk/>
          <pc:sldMk cId="392105073" sldId="299"/>
        </pc:sldMkLst>
        <pc:spChg chg="mod">
          <ac:chgData name="Cristina Vergara" userId="2ca01a0e-ac9d-4d2f-8a49-614de77d2bf5" providerId="ADAL" clId="{96CBA73D-C366-46D3-ACAE-9128C05887B7}" dt="2025-11-21T17:46:26.591" v="23" actId="20577"/>
          <ac:spMkLst>
            <pc:docMk/>
            <pc:sldMk cId="392105073" sldId="299"/>
            <ac:spMk id="4" creationId="{FDF7AF05-68C7-2428-656A-7669441AFFA4}"/>
          </ac:spMkLst>
        </pc:spChg>
      </pc:sldChg>
      <pc:sldChg chg="modSp mod">
        <pc:chgData name="Cristina Vergara" userId="2ca01a0e-ac9d-4d2f-8a49-614de77d2bf5" providerId="ADAL" clId="{96CBA73D-C366-46D3-ACAE-9128C05887B7}" dt="2025-11-21T17:46:34.340" v="27" actId="20577"/>
        <pc:sldMkLst>
          <pc:docMk/>
          <pc:sldMk cId="413979900" sldId="300"/>
        </pc:sldMkLst>
        <pc:spChg chg="mod">
          <ac:chgData name="Cristina Vergara" userId="2ca01a0e-ac9d-4d2f-8a49-614de77d2bf5" providerId="ADAL" clId="{96CBA73D-C366-46D3-ACAE-9128C05887B7}" dt="2025-11-21T17:46:34.340" v="27" actId="20577"/>
          <ac:spMkLst>
            <pc:docMk/>
            <pc:sldMk cId="413979900" sldId="300"/>
            <ac:spMk id="4" creationId="{25829A2A-5B21-83DD-3259-DBE35ABFEF28}"/>
          </ac:spMkLst>
        </pc:spChg>
      </pc:sldChg>
      <pc:sldChg chg="modSp del mod">
        <pc:chgData name="Cristina Vergara" userId="2ca01a0e-ac9d-4d2f-8a49-614de77d2bf5" providerId="ADAL" clId="{96CBA73D-C366-46D3-ACAE-9128C05887B7}" dt="2025-11-24T12:36:49.380" v="310" actId="2696"/>
        <pc:sldMkLst>
          <pc:docMk/>
          <pc:sldMk cId="953828342" sldId="301"/>
        </pc:sldMkLst>
      </pc:sldChg>
      <pc:sldChg chg="modSp del mod">
        <pc:chgData name="Cristina Vergara" userId="2ca01a0e-ac9d-4d2f-8a49-614de77d2bf5" providerId="ADAL" clId="{96CBA73D-C366-46D3-ACAE-9128C05887B7}" dt="2025-11-24T12:36:41.089" v="309" actId="2696"/>
        <pc:sldMkLst>
          <pc:docMk/>
          <pc:sldMk cId="2205816345" sldId="302"/>
        </pc:sldMkLst>
      </pc:sldChg>
      <pc:sldChg chg="addSp modSp mod ord">
        <pc:chgData name="Cristina Vergara" userId="2ca01a0e-ac9d-4d2f-8a49-614de77d2bf5" providerId="ADAL" clId="{96CBA73D-C366-46D3-ACAE-9128C05887B7}" dt="2025-11-24T12:32:55.856" v="308" actId="20577"/>
        <pc:sldMkLst>
          <pc:docMk/>
          <pc:sldMk cId="2809174407" sldId="303"/>
        </pc:sldMkLst>
        <pc:spChg chg="mod">
          <ac:chgData name="Cristina Vergara" userId="2ca01a0e-ac9d-4d2f-8a49-614de77d2bf5" providerId="ADAL" clId="{96CBA73D-C366-46D3-ACAE-9128C05887B7}" dt="2025-11-24T12:00:26.945" v="83" actId="20577"/>
          <ac:spMkLst>
            <pc:docMk/>
            <pc:sldMk cId="2809174407" sldId="303"/>
            <ac:spMk id="3" creationId="{AA38D7E7-51E4-86DB-4936-A6A01661BE5D}"/>
          </ac:spMkLst>
        </pc:spChg>
        <pc:spChg chg="mod">
          <ac:chgData name="Cristina Vergara" userId="2ca01a0e-ac9d-4d2f-8a49-614de77d2bf5" providerId="ADAL" clId="{96CBA73D-C366-46D3-ACAE-9128C05887B7}" dt="2025-11-21T17:46:50.829" v="35" actId="20577"/>
          <ac:spMkLst>
            <pc:docMk/>
            <pc:sldMk cId="2809174407" sldId="303"/>
            <ac:spMk id="4" creationId="{397E19D1-43A9-6029-36E6-4B8D174E71EC}"/>
          </ac:spMkLst>
        </pc:spChg>
        <pc:spChg chg="add mod">
          <ac:chgData name="Cristina Vergara" userId="2ca01a0e-ac9d-4d2f-8a49-614de77d2bf5" providerId="ADAL" clId="{96CBA73D-C366-46D3-ACAE-9128C05887B7}" dt="2025-11-24T12:32:55.856" v="308" actId="20577"/>
          <ac:spMkLst>
            <pc:docMk/>
            <pc:sldMk cId="2809174407" sldId="303"/>
            <ac:spMk id="7" creationId="{B5BCBC03-A8D9-3E8F-F0A0-5806AA3600B1}"/>
          </ac:spMkLst>
        </pc:spChg>
      </pc:sldChg>
      <pc:sldChg chg="addSp delSp modSp add mod">
        <pc:chgData name="Cristina Vergara" userId="2ca01a0e-ac9d-4d2f-8a49-614de77d2bf5" providerId="ADAL" clId="{96CBA73D-C366-46D3-ACAE-9128C05887B7}" dt="2025-11-24T12:17:03.009" v="150" actId="1076"/>
        <pc:sldMkLst>
          <pc:docMk/>
          <pc:sldMk cId="3751186873" sldId="304"/>
        </pc:sldMkLst>
        <pc:spChg chg="del">
          <ac:chgData name="Cristina Vergara" userId="2ca01a0e-ac9d-4d2f-8a49-614de77d2bf5" providerId="ADAL" clId="{96CBA73D-C366-46D3-ACAE-9128C05887B7}" dt="2025-11-24T12:12:15.045" v="144" actId="478"/>
          <ac:spMkLst>
            <pc:docMk/>
            <pc:sldMk cId="3751186873" sldId="304"/>
            <ac:spMk id="7" creationId="{A7031A81-3FCD-1A71-4A7E-7EFE8D4D167D}"/>
          </ac:spMkLst>
        </pc:spChg>
        <pc:picChg chg="add mod">
          <ac:chgData name="Cristina Vergara" userId="2ca01a0e-ac9d-4d2f-8a49-614de77d2bf5" providerId="ADAL" clId="{96CBA73D-C366-46D3-ACAE-9128C05887B7}" dt="2025-11-24T12:17:03.009" v="150" actId="1076"/>
          <ac:picMkLst>
            <pc:docMk/>
            <pc:sldMk cId="3751186873" sldId="304"/>
            <ac:picMk id="9" creationId="{2A6BAEB5-4DA8-D8BB-BC64-8F168371F06E}"/>
          </ac:picMkLst>
        </pc:picChg>
      </pc:sldChg>
      <pc:sldChg chg="new del">
        <pc:chgData name="Cristina Vergara" userId="2ca01a0e-ac9d-4d2f-8a49-614de77d2bf5" providerId="ADAL" clId="{96CBA73D-C366-46D3-ACAE-9128C05887B7}" dt="2025-11-24T12:17:09.017" v="152" actId="680"/>
        <pc:sldMkLst>
          <pc:docMk/>
          <pc:sldMk cId="696846478" sldId="305"/>
        </pc:sldMkLst>
      </pc:sldChg>
      <pc:sldChg chg="addSp delSp modSp add mod">
        <pc:chgData name="Cristina Vergara" userId="2ca01a0e-ac9d-4d2f-8a49-614de77d2bf5" providerId="ADAL" clId="{96CBA73D-C366-46D3-ACAE-9128C05887B7}" dt="2025-11-24T12:56:34.753" v="416" actId="1076"/>
        <pc:sldMkLst>
          <pc:docMk/>
          <pc:sldMk cId="1514166845" sldId="305"/>
        </pc:sldMkLst>
        <pc:picChg chg="add mod modCrop">
          <ac:chgData name="Cristina Vergara" userId="2ca01a0e-ac9d-4d2f-8a49-614de77d2bf5" providerId="ADAL" clId="{96CBA73D-C366-46D3-ACAE-9128C05887B7}" dt="2025-11-24T12:56:34.753" v="416" actId="1076"/>
          <ac:picMkLst>
            <pc:docMk/>
            <pc:sldMk cId="1514166845" sldId="305"/>
            <ac:picMk id="7" creationId="{93F1594A-64F6-07E6-5BB7-0C8859096C1C}"/>
          </ac:picMkLst>
        </pc:picChg>
        <pc:picChg chg="del">
          <ac:chgData name="Cristina Vergara" userId="2ca01a0e-ac9d-4d2f-8a49-614de77d2bf5" providerId="ADAL" clId="{96CBA73D-C366-46D3-ACAE-9128C05887B7}" dt="2025-11-24T12:17:14.168" v="154" actId="478"/>
          <ac:picMkLst>
            <pc:docMk/>
            <pc:sldMk cId="1514166845" sldId="305"/>
            <ac:picMk id="9" creationId="{C9C2CCA0-C22B-1195-5E59-7857A7BF1265}"/>
          </ac:picMkLst>
        </pc:picChg>
        <pc:picChg chg="add del mod">
          <ac:chgData name="Cristina Vergara" userId="2ca01a0e-ac9d-4d2f-8a49-614de77d2bf5" providerId="ADAL" clId="{96CBA73D-C366-46D3-ACAE-9128C05887B7}" dt="2025-11-24T12:18:15.484" v="173" actId="478"/>
          <ac:picMkLst>
            <pc:docMk/>
            <pc:sldMk cId="1514166845" sldId="305"/>
            <ac:picMk id="11" creationId="{6FF554F2-BF7E-38F0-1566-62E5AF31D209}"/>
          </ac:picMkLst>
        </pc:picChg>
      </pc:sldChg>
      <pc:sldChg chg="addSp delSp modSp add mod">
        <pc:chgData name="Cristina Vergara" userId="2ca01a0e-ac9d-4d2f-8a49-614de77d2bf5" providerId="ADAL" clId="{96CBA73D-C366-46D3-ACAE-9128C05887B7}" dt="2025-11-24T12:49:53.822" v="352" actId="15"/>
        <pc:sldMkLst>
          <pc:docMk/>
          <pc:sldMk cId="374064037" sldId="306"/>
        </pc:sldMkLst>
        <pc:spChg chg="mod">
          <ac:chgData name="Cristina Vergara" userId="2ca01a0e-ac9d-4d2f-8a49-614de77d2bf5" providerId="ADAL" clId="{96CBA73D-C366-46D3-ACAE-9128C05887B7}" dt="2025-11-24T12:20:30.326" v="182" actId="20577"/>
          <ac:spMkLst>
            <pc:docMk/>
            <pc:sldMk cId="374064037" sldId="306"/>
            <ac:spMk id="3" creationId="{11A749C3-F008-A713-2000-7FC7301F016B}"/>
          </ac:spMkLst>
        </pc:spChg>
        <pc:spChg chg="add del mod">
          <ac:chgData name="Cristina Vergara" userId="2ca01a0e-ac9d-4d2f-8a49-614de77d2bf5" providerId="ADAL" clId="{96CBA73D-C366-46D3-ACAE-9128C05887B7}" dt="2025-11-24T12:46:32.834" v="314" actId="478"/>
          <ac:spMkLst>
            <pc:docMk/>
            <pc:sldMk cId="374064037" sldId="306"/>
            <ac:spMk id="9" creationId="{0A78ED98-187E-C58E-CE0A-837EC3F56A96}"/>
          </ac:spMkLst>
        </pc:spChg>
        <pc:spChg chg="add del mod">
          <ac:chgData name="Cristina Vergara" userId="2ca01a0e-ac9d-4d2f-8a49-614de77d2bf5" providerId="ADAL" clId="{96CBA73D-C366-46D3-ACAE-9128C05887B7}" dt="2025-11-24T12:46:35.593" v="315" actId="478"/>
          <ac:spMkLst>
            <pc:docMk/>
            <pc:sldMk cId="374064037" sldId="306"/>
            <ac:spMk id="11" creationId="{438FB9EF-CEF6-44B1-6B58-DED6A6523E8B}"/>
          </ac:spMkLst>
        </pc:spChg>
        <pc:spChg chg="add mod">
          <ac:chgData name="Cristina Vergara" userId="2ca01a0e-ac9d-4d2f-8a49-614de77d2bf5" providerId="ADAL" clId="{96CBA73D-C366-46D3-ACAE-9128C05887B7}" dt="2025-11-24T12:49:16.916" v="341" actId="15"/>
          <ac:spMkLst>
            <pc:docMk/>
            <pc:sldMk cId="374064037" sldId="306"/>
            <ac:spMk id="13" creationId="{52C0120F-5779-4F58-4E12-561CD79AD7F0}"/>
          </ac:spMkLst>
        </pc:spChg>
        <pc:spChg chg="add mod">
          <ac:chgData name="Cristina Vergara" userId="2ca01a0e-ac9d-4d2f-8a49-614de77d2bf5" providerId="ADAL" clId="{96CBA73D-C366-46D3-ACAE-9128C05887B7}" dt="2025-11-24T12:49:53.822" v="352" actId="15"/>
          <ac:spMkLst>
            <pc:docMk/>
            <pc:sldMk cId="374064037" sldId="306"/>
            <ac:spMk id="15" creationId="{62FC90AF-681B-4082-B01F-4A5C02EDA802}"/>
          </ac:spMkLst>
        </pc:spChg>
        <pc:picChg chg="del">
          <ac:chgData name="Cristina Vergara" userId="2ca01a0e-ac9d-4d2f-8a49-614de77d2bf5" providerId="ADAL" clId="{96CBA73D-C366-46D3-ACAE-9128C05887B7}" dt="2025-11-24T12:20:09.230" v="178" actId="478"/>
          <ac:picMkLst>
            <pc:docMk/>
            <pc:sldMk cId="374064037" sldId="306"/>
            <ac:picMk id="7" creationId="{9B177154-E6A5-5039-2C3E-362B4A454F5A}"/>
          </ac:picMkLst>
        </pc:picChg>
      </pc:sldChg>
      <pc:sldChg chg="addSp delSp modSp add mod">
        <pc:chgData name="Cristina Vergara" userId="2ca01a0e-ac9d-4d2f-8a49-614de77d2bf5" providerId="ADAL" clId="{96CBA73D-C366-46D3-ACAE-9128C05887B7}" dt="2025-11-24T12:55:44.485" v="379" actId="1076"/>
        <pc:sldMkLst>
          <pc:docMk/>
          <pc:sldMk cId="191938515" sldId="307"/>
        </pc:sldMkLst>
        <pc:spChg chg="add">
          <ac:chgData name="Cristina Vergara" userId="2ca01a0e-ac9d-4d2f-8a49-614de77d2bf5" providerId="ADAL" clId="{96CBA73D-C366-46D3-ACAE-9128C05887B7}" dt="2025-11-24T12:51:48.241" v="356"/>
          <ac:spMkLst>
            <pc:docMk/>
            <pc:sldMk cId="191938515" sldId="307"/>
            <ac:spMk id="2" creationId="{986D5D89-E34E-C486-8051-296096466443}"/>
          </ac:spMkLst>
        </pc:spChg>
        <pc:spChg chg="del">
          <ac:chgData name="Cristina Vergara" userId="2ca01a0e-ac9d-4d2f-8a49-614de77d2bf5" providerId="ADAL" clId="{96CBA73D-C366-46D3-ACAE-9128C05887B7}" dt="2025-11-24T12:51:47.009" v="355" actId="478"/>
          <ac:spMkLst>
            <pc:docMk/>
            <pc:sldMk cId="191938515" sldId="307"/>
            <ac:spMk id="9" creationId="{80D4498B-B093-C3B4-6A59-AF5DCD5AA55E}"/>
          </ac:spMkLst>
        </pc:spChg>
        <pc:spChg chg="add mod">
          <ac:chgData name="Cristina Vergara" userId="2ca01a0e-ac9d-4d2f-8a49-614de77d2bf5" providerId="ADAL" clId="{96CBA73D-C366-46D3-ACAE-9128C05887B7}" dt="2025-11-24T12:54:58.427" v="376" actId="1076"/>
          <ac:spMkLst>
            <pc:docMk/>
            <pc:sldMk cId="191938515" sldId="307"/>
            <ac:spMk id="12" creationId="{D58FBD90-526A-C2EE-E7CF-FA90843869C5}"/>
          </ac:spMkLst>
        </pc:spChg>
        <pc:picChg chg="add mod">
          <ac:chgData name="Cristina Vergara" userId="2ca01a0e-ac9d-4d2f-8a49-614de77d2bf5" providerId="ADAL" clId="{96CBA73D-C366-46D3-ACAE-9128C05887B7}" dt="2025-11-24T12:55:44.485" v="379" actId="1076"/>
          <ac:picMkLst>
            <pc:docMk/>
            <pc:sldMk cId="191938515" sldId="307"/>
            <ac:picMk id="11" creationId="{BDE23D22-5414-AF68-4134-AAD0518E44F5}"/>
          </ac:picMkLst>
        </pc:picChg>
        <pc:picChg chg="del">
          <ac:chgData name="Cristina Vergara" userId="2ca01a0e-ac9d-4d2f-8a49-614de77d2bf5" providerId="ADAL" clId="{96CBA73D-C366-46D3-ACAE-9128C05887B7}" dt="2025-11-24T12:51:44.520" v="354" actId="478"/>
          <ac:picMkLst>
            <pc:docMk/>
            <pc:sldMk cId="191938515" sldId="307"/>
            <ac:picMk id="13" creationId="{BEF18567-FB33-425D-83BB-18838006E38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12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10/21/2025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10/21/2025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www.mathworks.com/help/sp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9</a:t>
            </a:r>
            <a:endParaRPr lang="en-US" dirty="0"/>
          </a:p>
          <a:p>
            <a:r>
              <a:rPr lang="it-IT" sz="2000" dirty="0"/>
              <a:t>Date: 11/25/2025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Aiswarya Vijayan, Vishranti Shivajirao Patil 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5D9FF-3E62-4877-0B46-5730AAEC1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3EF3BA-9806-6A08-507B-33B62F09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37295"/>
            <a:ext cx="87599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Implement MATLAB model of the DFIG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Generate characteristic curves for DFIG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Begin building the Simscape model for all drivetrain components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Cable Calculations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D7E7-51E4-86DB-4936-A6A01661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 cross-section calculation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9D1-43A9-6029-36E6-4B8D174E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CAA7-950A-7DB4-9028-EE53B011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1DC0-50DF-B803-1A88-ECEB941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DD7BFCC-80C2-ECA2-1D8D-D11B35477C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BCBC03-A8D9-3E8F-F0A0-5806AA3600B1}"/>
                  </a:ext>
                </a:extLst>
              </p:cNvPr>
              <p:cNvSpPr txBox="1"/>
              <p:nvPr/>
            </p:nvSpPr>
            <p:spPr>
              <a:xfrm>
                <a:off x="929640" y="1402423"/>
                <a:ext cx="10424160" cy="4302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Determine operating currents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ar-AE" sz="16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sz="1600" b="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ar-AE" sz="16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Stator: 3440 A (5.72 MVA at 960 V)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Converter AC (rotor &amp; grid): 900 A (1.5 MVA at 960 V)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MV side: 165 A (5.72 MVA at 20 kV)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Determine required cable ampacity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Apply derating factors (from ABB/IEC tables):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Ambient temperature factor: 0.95 (assumption)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Grouping factor: 1.0 (assumption)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sz="1600"/>
                        <m:t>=</m:t>
                      </m:r>
                      <m:r>
                        <m:rPr>
                          <m:nor/>
                        </m:rPr>
                        <a:rPr lang="en-US" sz="1600"/>
                        <m:t>f</m:t>
                      </m:r>
                      <m:r>
                        <m:rPr>
                          <m:nor/>
                        </m:rPr>
                        <a:rPr lang="en-US" sz="1600"/>
                        <m:t>1​</m:t>
                      </m:r>
                      <m:r>
                        <m:rPr>
                          <m:nor/>
                        </m:rPr>
                        <a:rPr lang="en-US" sz="1600"/>
                        <m:t>⋅</m:t>
                      </m:r>
                      <m:r>
                        <m:rPr>
                          <m:nor/>
                        </m:rPr>
                        <a:rPr lang="en-US" sz="1600"/>
                        <m:t>f</m:t>
                      </m:r>
                      <m:r>
                        <m:rPr>
                          <m:nor/>
                        </m:rPr>
                        <a:rPr lang="en-US" sz="1600"/>
                        <m:t>2​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b="1" dirty="0"/>
                  <a:t>3.     Required ampacity per cable</a:t>
                </a:r>
                <a:endParaRPr lang="en-US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1">
                              <a:latin typeface="Cambria Math" panose="02040503050406030204" pitchFamily="18" charset="0"/>
                            </a:rPr>
                            <m:t>needed</m:t>
                          </m:r>
                        </m:sub>
                      </m:sSub>
                      <m:r>
                        <a:rPr lang="ar-AE" sz="16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operating</m:t>
                              </m:r>
                            </m:sub>
                          </m:sSub>
                        </m:num>
                        <m:den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ar-AE" sz="1600" b="0" dirty="0"/>
              </a:p>
              <a:p>
                <a:pPr>
                  <a:buNone/>
                </a:pPr>
                <a:r>
                  <a:rPr lang="ar-AE" sz="1600" b="1" dirty="0"/>
                  <a:t>4</a:t>
                </a:r>
                <a:r>
                  <a:rPr lang="de-DE" sz="1600" b="1" dirty="0"/>
                  <a:t>.    </a:t>
                </a:r>
                <a:r>
                  <a:rPr lang="en-US" sz="1600" b="1" dirty="0"/>
                  <a:t>Compare to ABB XLPE cable CCC tables</a:t>
                </a:r>
                <a:br>
                  <a:rPr lang="en-US" sz="1600" dirty="0"/>
                </a:br>
                <a:r>
                  <a:rPr lang="en-US" sz="1600" dirty="0"/>
                  <a:t>Select the cable cross-section whose CCC × k ≥ operating current.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BCBC03-A8D9-3E8F-F0A0-5806AA360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" y="1402423"/>
                <a:ext cx="10424160" cy="4302588"/>
              </a:xfrm>
              <a:prstGeom prst="rect">
                <a:avLst/>
              </a:prstGeom>
              <a:blipFill>
                <a:blip r:embed="rId2"/>
                <a:stretch>
                  <a:fillRect l="-351" t="-425" b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17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D408-DC81-D1E0-1994-814F4C72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143A39-B54D-55A5-1F25-421FD5D0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 cross-section calculation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3F94-5E9C-703A-74F8-CB447ABE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9B80F-6060-917B-BF79-6DF0BEDD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EEA5-7239-2D0E-6EFD-295E74F6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9CF89481-BCF5-509D-C20F-18883F697D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6BAEB5-4DA8-D8BB-BC64-8F168371F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203" y="1557745"/>
            <a:ext cx="7075805" cy="466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8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D59E-654C-5E63-1C6D-9934CDE4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55F37-159E-12CA-6A26-EDEECDEA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 cross-section calculation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458D-45E0-72F7-B055-588B28F9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1A40-9FF1-D64A-E89C-F4A3897B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45AE-9755-D904-E827-8B8FAFFE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4398B52-F7AB-B6A9-E084-6571B5C335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F1594A-64F6-07E6-5BB7-0C8859096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37" y="1585913"/>
            <a:ext cx="4343587" cy="466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6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7A2A-CD46-C8F9-AC0F-691D48F7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A749C3-F008-A713-2000-7FC7301F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Cable Selection for the Drivetrain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F37D-9692-D66B-C366-0654E51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D62-937F-5DBD-F13A-5609E485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E856-9DD6-C744-E363-C762E70B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05E2D33-711D-FF81-B80A-936F3A2FD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0120F-5779-4F58-4E12-561CD79AD7F0}"/>
              </a:ext>
            </a:extLst>
          </p:cNvPr>
          <p:cNvSpPr txBox="1"/>
          <p:nvPr/>
        </p:nvSpPr>
        <p:spPr>
          <a:xfrm>
            <a:off x="532737" y="1501317"/>
            <a:ext cx="53406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1</a:t>
            </a:r>
            <a:r>
              <a:rPr lang="en-US" b="1" dirty="0"/>
              <a:t>.  Stator → LV Transformer (960 V, 3.44 kA)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Required CCC per phase after derating: ≈ 1480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ABB 630 mm² Al LV cable: CCC ≈ 780 A → derated ≈ 589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Practical OEM solution (short nacelle run):</a:t>
            </a:r>
            <a:br>
              <a:rPr lang="en-US" dirty="0"/>
            </a:br>
            <a:r>
              <a:rPr lang="en-US" dirty="0"/>
              <a:t>3 × (1×630 mm² Al) per phase</a:t>
            </a:r>
            <a:br>
              <a:rPr lang="en-US" dirty="0"/>
            </a:br>
            <a:r>
              <a:rPr lang="en-US" dirty="0"/>
              <a:t>→ Total: 9 single-core LV XLPE cables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2</a:t>
            </a:r>
            <a:r>
              <a:rPr lang="en-US" b="1" dirty="0"/>
              <a:t>. Rotor Windings → Rotor-Side Converter (900 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Required CCC after derating: ≈ 1190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630 mm² Al cable is acceptable for short runs (converter inside nacelle)</a:t>
            </a:r>
            <a:br>
              <a:rPr lang="en-US" dirty="0"/>
            </a:br>
            <a:r>
              <a:rPr lang="en-US" dirty="0"/>
              <a:t>→ 1 × (1×630 mm² Al) per phase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C90AF-681B-4082-B01F-4A5C02EDA802}"/>
              </a:ext>
            </a:extLst>
          </p:cNvPr>
          <p:cNvSpPr txBox="1"/>
          <p:nvPr/>
        </p:nvSpPr>
        <p:spPr>
          <a:xfrm>
            <a:off x="6178825" y="1221895"/>
            <a:ext cx="50802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3</a:t>
            </a:r>
            <a:r>
              <a:rPr lang="en-US" b="1" dirty="0"/>
              <a:t>. Grid-Side Converter → LV Transformer (900 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Same current as rotor-side converter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Same cable type chosen for symmetry</a:t>
            </a:r>
            <a:br>
              <a:rPr lang="en-US" dirty="0"/>
            </a:br>
            <a:r>
              <a:rPr lang="en-US" dirty="0"/>
              <a:t>→ 1 × (1×630 mm² Al) per phase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4. </a:t>
            </a:r>
            <a:r>
              <a:rPr lang="en-US" b="1" dirty="0"/>
              <a:t>MV Transformer → 20 kV Switchgear (165 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ABB NA2XS2Y 1×95 mm² Al (12/20 kV): CCC ≈ 260 A → derated ≈ 196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Required current: 165 A &lt; 196 A</a:t>
            </a:r>
            <a:br>
              <a:rPr lang="en-US" dirty="0"/>
            </a:br>
            <a:r>
              <a:rPr lang="en-US" dirty="0"/>
              <a:t>→ 1 × (1×95 mm² Al, 12/20 kV)</a:t>
            </a:r>
          </a:p>
        </p:txBody>
      </p:sp>
    </p:spTree>
    <p:extLst>
      <p:ext uri="{BB962C8B-B14F-4D97-AF65-F5344CB8AC3E}">
        <p14:creationId xmlns:p14="http://schemas.microsoft.com/office/powerpoint/2010/main" val="37406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E4BAF1-7508-1E2A-49FF-EDC6386A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Torque-Speed Characteristic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4056D-37C7-6B43-578B-D45D99E3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ED7F5-AA5D-A233-89B2-035139D7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6C977-A389-8F8F-BAD5-1397BBD6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7802753-C47F-5327-95CD-8CE23F058A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CC97C72-5C98-AF91-5424-31B7B85B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92" y="1552189"/>
            <a:ext cx="413496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Torque is positive below synchronous speed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Zero torque ~1000 rpm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Negative torque above synchronous speed → generator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Curve shape matches theoretical DFIG characteristics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45B7FDC-AE2D-0AEC-F66F-97CFFD5C49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928173-2B28-2792-7B49-5508E875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244" y="1690688"/>
            <a:ext cx="5972768" cy="436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8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A3F2-1225-B39E-5690-611BA2B2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27E7E1-476F-D851-2AE4-ADA805B0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Stator Current vs Rotor Speed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AF05-68C7-2428-656A-7669441A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2689-77F1-9F32-39A3-35B62CDB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34B0F-6B92-DC75-A673-5B3644A1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A2C31378-4895-1034-B45F-2C7C93D78A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979960A-E34A-989F-D02F-186E4014F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1330D3-DB65-B491-D8F1-A6207B6D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05" y="1951672"/>
            <a:ext cx="38270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Stator current is lowest near synchronous speed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Higher slip → higher stator current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Symmetrical </a:t>
            </a:r>
            <a:r>
              <a:rPr lang="en-US" altLang="en-US" dirty="0" err="1"/>
              <a:t>behaviour</a:t>
            </a:r>
            <a:r>
              <a:rPr lang="en-US" altLang="en-US" dirty="0"/>
              <a:t> indicates correct model implementation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DFB5B0-6725-8BB2-2405-B63FE83B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514" y="1576333"/>
            <a:ext cx="5489778" cy="457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8B7C-1552-CD6B-4707-A27F983D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70EF47-200E-7871-7C2B-84BD4B05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Power vs Rotor Speed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9A2A-5B21-83DD-3259-DBE35ABF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B27-1F1D-5976-7529-4A9C3CEF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D00DA-D2FE-C0CF-0934-E93A07B4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3FBAFBB-7AD2-C9E1-743F-B7B96A818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A92AAC0B-A722-90BD-EDA1-5DD45A3D0B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467461-F33F-F0E0-B7DF-059B607AE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514" y="1576333"/>
            <a:ext cx="5489778" cy="4577579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295716E-66A4-5BE6-E30C-6EF41E0CA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16" y="1589042"/>
            <a:ext cx="39657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Mechanical power peaks at low speed (motor side)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Zero crossing at synchronous speed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Becomes negative in generator range (expected)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Confirms correct energy flow direction</a:t>
            </a:r>
          </a:p>
        </p:txBody>
      </p:sp>
    </p:spTree>
    <p:extLst>
      <p:ext uri="{BB962C8B-B14F-4D97-AF65-F5344CB8AC3E}">
        <p14:creationId xmlns:p14="http://schemas.microsoft.com/office/powerpoint/2010/main" val="413979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89C7-52F6-AF10-31E8-C65B7CAA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DE76FC-BD09-A589-5527-A4D0130D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Power vs Rotor Speed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AE0C5-6E00-8E59-3D58-3FF341FF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EB721-7D2A-4199-7862-519956C8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20642-3C50-E511-0F48-1EE521F7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AEBC01A-A13D-98B0-899F-21BB7F10A7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6E5FD206-A753-5E80-D7D7-FBA7D5645F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23D22-5414-AF68-4134-AAD0518E4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76" y="1690688"/>
            <a:ext cx="7008323" cy="4148764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D58FBD90-526A-C2EE-E7CF-FA9084386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780" y="1824725"/>
            <a:ext cx="436206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Torque vs. Speed: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Constant-power control → torque decreases as speed increases.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Split: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Stator delivers most power; converter only handles slip power (~20–25%).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Converter Current: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Increases with slip; reaches rated limit near ±0.3 slip.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Confirms correct DFIG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—small converter handles variable-speed control while stator feeds main power to grid.</a:t>
            </a:r>
          </a:p>
        </p:txBody>
      </p:sp>
    </p:spTree>
    <p:extLst>
      <p:ext uri="{BB962C8B-B14F-4D97-AF65-F5344CB8AC3E}">
        <p14:creationId xmlns:p14="http://schemas.microsoft.com/office/powerpoint/2010/main" val="191938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6F3C-E304-A05B-36CC-F7987BC5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EE849D-D9B7-1150-C53E-6FCB88E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6.Next Step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3DCAAD-6FE7-ABB8-F183-34B025EBDC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Electrical Drivetrain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6C4A7-3CDD-4DBA-4660-C6A2EEC435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11</a:t>
            </a:fld>
            <a:endParaRPr lang="de-DE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53C376E-38F7-423F-EADE-D796DFBEBB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AEE8DB0-9841-5964-5327-D15E924DD50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11/25/2025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5D078B-14F7-F4E5-748E-5707AED5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08" y="1924919"/>
            <a:ext cx="941832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Complete the Simscape drivetrain diagram and add all parameters.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modeling </a:t>
            </a:r>
            <a:r>
              <a:rPr lang="en-US" altLang="en-US" dirty="0">
                <a:latin typeface="Arial" panose="020B0604020202020204" pitchFamily="34" charset="0"/>
              </a:rPr>
              <a:t>(Fusion 360) of components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1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noProof="0" dirty="0"/>
              <a:t>Bibliography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sz="1200" noProof="0" dirty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sz="1200" b="0" i="0" u="none" strike="noStrike" kern="1200" cap="none" spc="0" baseline="0" noProof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12</a:t>
            </a:fld>
            <a:endParaRPr lang="en-US" sz="1200" noProof="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noProof="0" dirty="0">
                <a:solidFill>
                  <a:schemeClr val="bg1"/>
                </a:solidFill>
              </a:rPr>
              <a:t>11/25/2025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23B4881-1EC5-EE56-191B-9370A1E6C82D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200" dirty="0">
                <a:solidFill>
                  <a:schemeClr val="bg1"/>
                </a:solidFill>
              </a:rPr>
              <a:t>C</a:t>
            </a:r>
            <a:r>
              <a:rPr lang="en-US" sz="1200" dirty="0" err="1">
                <a:solidFill>
                  <a:schemeClr val="bg1"/>
                </a:solidFill>
              </a:rPr>
              <a:t>ristina</a:t>
            </a:r>
            <a:r>
              <a:rPr lang="en-US" sz="1200" dirty="0">
                <a:solidFill>
                  <a:schemeClr val="bg1"/>
                </a:solidFill>
              </a:rPr>
              <a:t> Vergara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noProof="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4FBDE-F047-28F8-F872-FBD4A9FEB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060" y="1527095"/>
            <a:ext cx="1083988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Simscape Electrical Documentation.</a:t>
            </a:r>
            <a:br>
              <a:rPr lang="en-US" altLang="en-US" sz="1600" dirty="0"/>
            </a:br>
            <a:r>
              <a:rPr lang="en-US" altLang="en-US" sz="1600" dirty="0">
                <a:hlinkClick r:id="rId4"/>
              </a:rPr>
              <a:t>https://www.mathworks.com/help/sps/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Asynchronous Machine (Wound Rotor) – Simscape Electrical.</a:t>
            </a:r>
            <a:br>
              <a:rPr lang="en-US" altLang="en-US" sz="1600" dirty="0"/>
            </a:br>
            <a:r>
              <a:rPr lang="en-US" altLang="en-US" sz="1600" dirty="0"/>
              <a:t>https://www.mathworks.com/help/sps/ref/asynchronousmachine.html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DFIG Wind Turbine Examples (Simscape).</a:t>
            </a:r>
            <a:br>
              <a:rPr lang="en-US" altLang="en-US" sz="1600" dirty="0"/>
            </a:br>
            <a:r>
              <a:rPr lang="en-US" altLang="en-US" sz="1600" dirty="0"/>
              <a:t>https://www.mathworks.com/help/sps/ug/wind-turbine-modeling.html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Wind Turbine Induction Generator Models.</a:t>
            </a:r>
            <a:br>
              <a:rPr lang="en-US" altLang="en-US" sz="1600" dirty="0"/>
            </a:br>
            <a:r>
              <a:rPr lang="en-US" altLang="en-US" sz="1600" dirty="0"/>
              <a:t>https://www.mathworks.com/help/sps/powersys/ref/dfigwindturbine.html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1600" dirty="0"/>
              <a:t>XLPE%20Cable%20Systems%20Users%20Guide (003)</a:t>
            </a:r>
          </a:p>
        </p:txBody>
      </p:sp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0</TotalTime>
  <Words>818</Words>
  <Application>Microsoft Office PowerPoint</Application>
  <PresentationFormat>Widescreen</PresentationFormat>
  <Paragraphs>120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Benutzerdefiniertes Design</vt:lpstr>
      <vt:lpstr>Office</vt:lpstr>
      <vt:lpstr>PowerPoint Presentation</vt:lpstr>
      <vt:lpstr>List of contents</vt:lpstr>
      <vt:lpstr>Cable cross-section calculation</vt:lpstr>
      <vt:lpstr>Cable cross-section calculation</vt:lpstr>
      <vt:lpstr>Cable cross-section calculation</vt:lpstr>
      <vt:lpstr>Final Cable Selection for the Drivetrain</vt:lpstr>
      <vt:lpstr>Torque-Speed Characteristic</vt:lpstr>
      <vt:lpstr>Stator Current vs Rotor Speed</vt:lpstr>
      <vt:lpstr>Mechanical Power vs Rotor Speed</vt:lpstr>
      <vt:lpstr>Mechanical Power vs Rotor Speed</vt:lpstr>
      <vt:lpstr>6.Next Step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Cristina Vergara</cp:lastModifiedBy>
  <cp:revision>77</cp:revision>
  <dcterms:created xsi:type="dcterms:W3CDTF">2025-09-27T08:52:45Z</dcterms:created>
  <dcterms:modified xsi:type="dcterms:W3CDTF">2025-11-24T12:56:39Z</dcterms:modified>
</cp:coreProperties>
</file>