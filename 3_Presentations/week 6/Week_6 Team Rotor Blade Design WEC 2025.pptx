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2"/>
  </p:notesMasterIdLst>
  <p:handoutMasterIdLst>
    <p:handoutMasterId r:id="rId13"/>
  </p:handoutMasterIdLst>
  <p:sldIdLst>
    <p:sldId id="270" r:id="rId4"/>
    <p:sldId id="259" r:id="rId5"/>
    <p:sldId id="284" r:id="rId6"/>
    <p:sldId id="296" r:id="rId7"/>
    <p:sldId id="298" r:id="rId8"/>
    <p:sldId id="283" r:id="rId9"/>
    <p:sldId id="299" r:id="rId10"/>
    <p:sldId id="29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84"/>
            <p14:sldId id="296"/>
            <p14:sldId id="298"/>
            <p14:sldId id="283"/>
            <p14:sldId id="299"/>
          </p14:sldIdLst>
        </p14:section>
        <p14:section name="Bibliography" id="{2ECB0A3B-7D16-4F98-AD6A-5308DF7BF078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099F1-B666-4C4C-B374-28F926D009F6}" v="23" dt="2025-11-03T05:29:34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8" y="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darp Pathak" userId="4a92b423ed8c55cf" providerId="LiveId" clId="{8CD35AB5-3580-4BDC-947D-96F75907F7B2}"/>
    <pc:docChg chg="undo custSel addSld delSld modSld sldOrd modSection">
      <pc:chgData name="Kandarp Pathak" userId="4a92b423ed8c55cf" providerId="LiveId" clId="{8CD35AB5-3580-4BDC-947D-96F75907F7B2}" dt="2025-11-03T05:30:03.562" v="2548" actId="14100"/>
      <pc:docMkLst>
        <pc:docMk/>
      </pc:docMkLst>
      <pc:sldChg chg="modSp mod">
        <pc:chgData name="Kandarp Pathak" userId="4a92b423ed8c55cf" providerId="LiveId" clId="{8CD35AB5-3580-4BDC-947D-96F75907F7B2}" dt="2025-11-03T01:05:59.674" v="2340" actId="20577"/>
        <pc:sldMkLst>
          <pc:docMk/>
          <pc:sldMk cId="1106553756" sldId="259"/>
        </pc:sldMkLst>
        <pc:spChg chg="mod">
          <ac:chgData name="Kandarp Pathak" userId="4a92b423ed8c55cf" providerId="LiveId" clId="{8CD35AB5-3580-4BDC-947D-96F75907F7B2}" dt="2025-11-03T01:05:59.674" v="2340" actId="20577"/>
          <ac:spMkLst>
            <pc:docMk/>
            <pc:sldMk cId="1106553756" sldId="259"/>
            <ac:spMk id="4" creationId="{00000000-0000-0000-0000-000000000000}"/>
          </ac:spMkLst>
        </pc:spChg>
        <pc:spChg chg="mod">
          <ac:chgData name="Kandarp Pathak" userId="4a92b423ed8c55cf" providerId="LiveId" clId="{8CD35AB5-3580-4BDC-947D-96F75907F7B2}" dt="2025-11-03T00:01:05.474" v="2057" actId="20577"/>
          <ac:spMkLst>
            <pc:docMk/>
            <pc:sldMk cId="1106553756" sldId="259"/>
            <ac:spMk id="8" creationId="{9982188D-DB72-4CAF-98D5-DE22407E3D28}"/>
          </ac:spMkLst>
        </pc:spChg>
        <pc:spChg chg="mod">
          <ac:chgData name="Kandarp Pathak" userId="4a92b423ed8c55cf" providerId="LiveId" clId="{8CD35AB5-3580-4BDC-947D-96F75907F7B2}" dt="2025-10-26T14:27:32.662" v="148" actId="20577"/>
          <ac:spMkLst>
            <pc:docMk/>
            <pc:sldMk cId="1106553756" sldId="259"/>
            <ac:spMk id="11" creationId="{8F11D7F1-39D2-6CD0-A45E-2199A3CF9435}"/>
          </ac:spMkLst>
        </pc:spChg>
        <pc:spChg chg="mod">
          <ac:chgData name="Kandarp Pathak" userId="4a92b423ed8c55cf" providerId="LiveId" clId="{8CD35AB5-3580-4BDC-947D-96F75907F7B2}" dt="2025-11-03T00:01:21.455" v="2080" actId="20577"/>
          <ac:spMkLst>
            <pc:docMk/>
            <pc:sldMk cId="1106553756" sldId="259"/>
            <ac:spMk id="13" creationId="{132D16E5-6BE7-8FC8-CFB3-81C918BB45F1}"/>
          </ac:spMkLst>
        </pc:spChg>
        <pc:spChg chg="mod">
          <ac:chgData name="Kandarp Pathak" userId="4a92b423ed8c55cf" providerId="LiveId" clId="{8CD35AB5-3580-4BDC-947D-96F75907F7B2}" dt="2025-10-26T17:56:35.174" v="1449" actId="255"/>
          <ac:spMkLst>
            <pc:docMk/>
            <pc:sldMk cId="1106553756" sldId="259"/>
            <ac:spMk id="22" creationId="{C01C5AA7-5821-01BD-1AC8-74837347C777}"/>
          </ac:spMkLst>
        </pc:spChg>
      </pc:sldChg>
      <pc:sldChg chg="delSp modSp mod">
        <pc:chgData name="Kandarp Pathak" userId="4a92b423ed8c55cf" providerId="LiveId" clId="{8CD35AB5-3580-4BDC-947D-96F75907F7B2}" dt="2025-11-02T23:47:37.217" v="1772" actId="20577"/>
        <pc:sldMkLst>
          <pc:docMk/>
          <pc:sldMk cId="1515102388" sldId="270"/>
        </pc:sldMkLst>
        <pc:spChg chg="mod">
          <ac:chgData name="Kandarp Pathak" userId="4a92b423ed8c55cf" providerId="LiveId" clId="{8CD35AB5-3580-4BDC-947D-96F75907F7B2}" dt="2025-10-26T14:31:28.748" v="391" actId="20577"/>
          <ac:spMkLst>
            <pc:docMk/>
            <pc:sldMk cId="1515102388" sldId="270"/>
            <ac:spMk id="8" creationId="{7FF1E788-369D-9A8F-8F84-AD852E9D2EDA}"/>
          </ac:spMkLst>
        </pc:spChg>
        <pc:spChg chg="mod">
          <ac:chgData name="Kandarp Pathak" userId="4a92b423ed8c55cf" providerId="LiveId" clId="{8CD35AB5-3580-4BDC-947D-96F75907F7B2}" dt="2025-11-02T23:47:37.217" v="1772" actId="20577"/>
          <ac:spMkLst>
            <pc:docMk/>
            <pc:sldMk cId="1515102388" sldId="270"/>
            <ac:spMk id="10" creationId="{277A63BB-08BE-619B-2533-3CC69CC19E93}"/>
          </ac:spMkLst>
        </pc:spChg>
        <pc:spChg chg="mod">
          <ac:chgData name="Kandarp Pathak" userId="4a92b423ed8c55cf" providerId="LiveId" clId="{8CD35AB5-3580-4BDC-947D-96F75907F7B2}" dt="2025-10-26T14:26:48.436" v="95" actId="20577"/>
          <ac:spMkLst>
            <pc:docMk/>
            <pc:sldMk cId="1515102388" sldId="270"/>
            <ac:spMk id="11" creationId="{6C33708F-5C1C-4DEB-9893-96704EE48E03}"/>
          </ac:spMkLst>
        </pc:spChg>
        <pc:spChg chg="mod">
          <ac:chgData name="Kandarp Pathak" userId="4a92b423ed8c55cf" providerId="LiveId" clId="{8CD35AB5-3580-4BDC-947D-96F75907F7B2}" dt="2025-11-02T23:46:04.749" v="1709" actId="20577"/>
          <ac:spMkLst>
            <pc:docMk/>
            <pc:sldMk cId="1515102388" sldId="270"/>
            <ac:spMk id="12" creationId="{55185CE4-A5C3-45EC-B552-A42597EFE5E0}"/>
          </ac:spMkLst>
        </pc:spChg>
        <pc:spChg chg="mod">
          <ac:chgData name="Kandarp Pathak" userId="4a92b423ed8c55cf" providerId="LiveId" clId="{8CD35AB5-3580-4BDC-947D-96F75907F7B2}" dt="2025-11-02T23:46:51.387" v="1762" actId="20577"/>
          <ac:spMkLst>
            <pc:docMk/>
            <pc:sldMk cId="1515102388" sldId="270"/>
            <ac:spMk id="13" creationId="{132D16E5-6BE7-8FC8-CFB3-81C918BB45F1}"/>
          </ac:spMkLst>
        </pc:spChg>
        <pc:spChg chg="mod">
          <ac:chgData name="Kandarp Pathak" userId="4a92b423ed8c55cf" providerId="LiveId" clId="{8CD35AB5-3580-4BDC-947D-96F75907F7B2}" dt="2025-11-02T23:46:16.940" v="1714" actId="20577"/>
          <ac:spMkLst>
            <pc:docMk/>
            <pc:sldMk cId="1515102388" sldId="270"/>
            <ac:spMk id="14" creationId="{417D587D-76A0-4058-87DA-7E769D5E55A9}"/>
          </ac:spMkLst>
        </pc:spChg>
      </pc:sldChg>
      <pc:sldChg chg="addSp delSp modSp add del mod">
        <pc:chgData name="Kandarp Pathak" userId="4a92b423ed8c55cf" providerId="LiveId" clId="{8CD35AB5-3580-4BDC-947D-96F75907F7B2}" dt="2025-11-03T05:28:03.210" v="2534" actId="14100"/>
        <pc:sldMkLst>
          <pc:docMk/>
          <pc:sldMk cId="2868459973" sldId="283"/>
        </pc:sldMkLst>
        <pc:spChg chg="mod">
          <ac:chgData name="Kandarp Pathak" userId="4a92b423ed8c55cf" providerId="LiveId" clId="{8CD35AB5-3580-4BDC-947D-96F75907F7B2}" dt="2025-10-26T15:43:26.613" v="907" actId="20577"/>
          <ac:spMkLst>
            <pc:docMk/>
            <pc:sldMk cId="2868459973" sldId="283"/>
            <ac:spMk id="9" creationId="{00000000-0000-0000-0000-000000000000}"/>
          </ac:spMkLst>
        </pc:spChg>
        <pc:spChg chg="mod">
          <ac:chgData name="Kandarp Pathak" userId="4a92b423ed8c55cf" providerId="LiveId" clId="{8CD35AB5-3580-4BDC-947D-96F75907F7B2}" dt="2025-11-03T00:02:50.924" v="2167" actId="20577"/>
          <ac:spMkLst>
            <pc:docMk/>
            <pc:sldMk cId="2868459973" sldId="283"/>
            <ac:spMk id="10" creationId="{1D63B311-CF1C-4222-847E-EBC3457CB22C}"/>
          </ac:spMkLst>
        </pc:spChg>
        <pc:spChg chg="add del mod">
          <ac:chgData name="Kandarp Pathak" userId="4a92b423ed8c55cf" providerId="LiveId" clId="{8CD35AB5-3580-4BDC-947D-96F75907F7B2}" dt="2025-11-03T01:16:06.337" v="2462" actId="2711"/>
          <ac:spMkLst>
            <pc:docMk/>
            <pc:sldMk cId="2868459973" sldId="283"/>
            <ac:spMk id="13" creationId="{00000000-0000-0000-0000-000000000000}"/>
          </ac:spMkLst>
        </pc:spChg>
        <pc:spChg chg="mod">
          <ac:chgData name="Kandarp Pathak" userId="4a92b423ed8c55cf" providerId="LiveId" clId="{8CD35AB5-3580-4BDC-947D-96F75907F7B2}" dt="2025-10-26T14:28:09.668" v="200" actId="20577"/>
          <ac:spMkLst>
            <pc:docMk/>
            <pc:sldMk cId="2868459973" sldId="283"/>
            <ac:spMk id="14" creationId="{8F11D7F1-39D2-6CD0-A45E-2199A3CF9435}"/>
          </ac:spMkLst>
        </pc:spChg>
        <pc:spChg chg="mod">
          <ac:chgData name="Kandarp Pathak" userId="4a92b423ed8c55cf" providerId="LiveId" clId="{8CD35AB5-3580-4BDC-947D-96F75907F7B2}" dt="2025-11-03T00:03:04.121" v="2188" actId="20577"/>
          <ac:spMkLst>
            <pc:docMk/>
            <pc:sldMk cId="2868459973" sldId="283"/>
            <ac:spMk id="15" creationId="{132D16E5-6BE7-8FC8-CFB3-81C918BB45F1}"/>
          </ac:spMkLst>
        </pc:spChg>
        <pc:picChg chg="add del mod">
          <ac:chgData name="Kandarp Pathak" userId="4a92b423ed8c55cf" providerId="LiveId" clId="{8CD35AB5-3580-4BDC-947D-96F75907F7B2}" dt="2025-11-03T05:27:32.459" v="2529" actId="478"/>
          <ac:picMkLst>
            <pc:docMk/>
            <pc:sldMk cId="2868459973" sldId="283"/>
            <ac:picMk id="3" creationId="{68F3EE05-A17B-9AA8-5A2D-905E52D58371}"/>
          </ac:picMkLst>
        </pc:picChg>
        <pc:picChg chg="add mod">
          <ac:chgData name="Kandarp Pathak" userId="4a92b423ed8c55cf" providerId="LiveId" clId="{8CD35AB5-3580-4BDC-947D-96F75907F7B2}" dt="2025-11-03T05:28:03.210" v="2534" actId="14100"/>
          <ac:picMkLst>
            <pc:docMk/>
            <pc:sldMk cId="2868459973" sldId="283"/>
            <ac:picMk id="5" creationId="{CB2077FC-5CB5-551E-FEEE-DB388B3425B2}"/>
          </ac:picMkLst>
        </pc:picChg>
        <pc:picChg chg="add del mod">
          <ac:chgData name="Kandarp Pathak" userId="4a92b423ed8c55cf" providerId="LiveId" clId="{8CD35AB5-3580-4BDC-947D-96F75907F7B2}" dt="2025-11-03T01:15:41.860" v="2457" actId="478"/>
          <ac:picMkLst>
            <pc:docMk/>
            <pc:sldMk cId="2868459973" sldId="283"/>
            <ac:picMk id="8" creationId="{38168390-3966-4581-E5C5-2C87CFC5495A}"/>
          </ac:picMkLst>
        </pc:picChg>
      </pc:sldChg>
      <pc:sldChg chg="addSp delSp modSp mod ord">
        <pc:chgData name="Kandarp Pathak" userId="4a92b423ed8c55cf" providerId="LiveId" clId="{8CD35AB5-3580-4BDC-947D-96F75907F7B2}" dt="2025-11-03T05:10:55.042" v="2491" actId="14100"/>
        <pc:sldMkLst>
          <pc:docMk/>
          <pc:sldMk cId="1469653946" sldId="284"/>
        </pc:sldMkLst>
        <pc:spChg chg="add del mod">
          <ac:chgData name="Kandarp Pathak" userId="4a92b423ed8c55cf" providerId="LiveId" clId="{8CD35AB5-3580-4BDC-947D-96F75907F7B2}" dt="2025-11-03T01:06:10.465" v="2354" actId="20577"/>
          <ac:spMkLst>
            <pc:docMk/>
            <pc:sldMk cId="1469653946" sldId="284"/>
            <ac:spMk id="9" creationId="{00000000-0000-0000-0000-000000000000}"/>
          </ac:spMkLst>
        </pc:spChg>
        <pc:spChg chg="mod">
          <ac:chgData name="Kandarp Pathak" userId="4a92b423ed8c55cf" providerId="LiveId" clId="{8CD35AB5-3580-4BDC-947D-96F75907F7B2}" dt="2025-10-26T14:29:27.370" v="306" actId="20577"/>
          <ac:spMkLst>
            <pc:docMk/>
            <pc:sldMk cId="1469653946" sldId="284"/>
            <ac:spMk id="11" creationId="{8F11D7F1-39D2-6CD0-A45E-2199A3CF9435}"/>
          </ac:spMkLst>
        </pc:spChg>
        <pc:spChg chg="mod">
          <ac:chgData name="Kandarp Pathak" userId="4a92b423ed8c55cf" providerId="LiveId" clId="{8CD35AB5-3580-4BDC-947D-96F75907F7B2}" dt="2025-11-03T00:01:46.837" v="2107" actId="20577"/>
          <ac:spMkLst>
            <pc:docMk/>
            <pc:sldMk cId="1469653946" sldId="284"/>
            <ac:spMk id="12" creationId="{132D16E5-6BE7-8FC8-CFB3-81C918BB45F1}"/>
          </ac:spMkLst>
        </pc:spChg>
        <pc:spChg chg="mod">
          <ac:chgData name="Kandarp Pathak" userId="4a92b423ed8c55cf" providerId="LiveId" clId="{8CD35AB5-3580-4BDC-947D-96F75907F7B2}" dt="2025-11-03T00:01:33.183" v="2086" actId="20577"/>
          <ac:spMkLst>
            <pc:docMk/>
            <pc:sldMk cId="1469653946" sldId="284"/>
            <ac:spMk id="16" creationId="{1A85B8DA-23F3-4768-8FBE-B758843AF63C}"/>
          </ac:spMkLst>
        </pc:spChg>
        <pc:spChg chg="add mod">
          <ac:chgData name="Kandarp Pathak" userId="4a92b423ed8c55cf" providerId="LiveId" clId="{8CD35AB5-3580-4BDC-947D-96F75907F7B2}" dt="2025-11-03T00:05:52.083" v="2282" actId="20577"/>
          <ac:spMkLst>
            <pc:docMk/>
            <pc:sldMk cId="1469653946" sldId="284"/>
            <ac:spMk id="24" creationId="{7CFF5936-12F9-2A30-2F0D-4268F253FA6C}"/>
          </ac:spMkLst>
        </pc:spChg>
        <pc:picChg chg="add del mod">
          <ac:chgData name="Kandarp Pathak" userId="4a92b423ed8c55cf" providerId="LiveId" clId="{8CD35AB5-3580-4BDC-947D-96F75907F7B2}" dt="2025-11-03T01:05:07.516" v="2292" actId="478"/>
          <ac:picMkLst>
            <pc:docMk/>
            <pc:sldMk cId="1469653946" sldId="284"/>
            <ac:picMk id="3" creationId="{99F5A62F-B916-68E8-D110-047DBF586532}"/>
          </ac:picMkLst>
        </pc:picChg>
        <pc:picChg chg="add del mod">
          <ac:chgData name="Kandarp Pathak" userId="4a92b423ed8c55cf" providerId="LiveId" clId="{8CD35AB5-3580-4BDC-947D-96F75907F7B2}" dt="2025-11-03T00:06:05.851" v="2283" actId="478"/>
          <ac:picMkLst>
            <pc:docMk/>
            <pc:sldMk cId="1469653946" sldId="284"/>
            <ac:picMk id="5" creationId="{C052A6D0-DCD0-2540-7CED-C36161668B81}"/>
          </ac:picMkLst>
        </pc:picChg>
        <pc:picChg chg="add del mod">
          <ac:chgData name="Kandarp Pathak" userId="4a92b423ed8c55cf" providerId="LiveId" clId="{8CD35AB5-3580-4BDC-947D-96F75907F7B2}" dt="2025-11-03T01:05:09.266" v="2293" actId="478"/>
          <ac:picMkLst>
            <pc:docMk/>
            <pc:sldMk cId="1469653946" sldId="284"/>
            <ac:picMk id="8" creationId="{80058571-23FD-65E6-0B98-F0CA0F566947}"/>
          </ac:picMkLst>
        </pc:picChg>
        <pc:picChg chg="add mod">
          <ac:chgData name="Kandarp Pathak" userId="4a92b423ed8c55cf" providerId="LiveId" clId="{8CD35AB5-3580-4BDC-947D-96F75907F7B2}" dt="2025-11-03T05:10:55.042" v="2491" actId="14100"/>
          <ac:picMkLst>
            <pc:docMk/>
            <pc:sldMk cId="1469653946" sldId="284"/>
            <ac:picMk id="13" creationId="{887458BC-EEEF-501F-18D5-FCF0148E8ECD}"/>
          </ac:picMkLst>
        </pc:picChg>
        <pc:picChg chg="add del mod">
          <ac:chgData name="Kandarp Pathak" userId="4a92b423ed8c55cf" providerId="LiveId" clId="{8CD35AB5-3580-4BDC-947D-96F75907F7B2}" dt="2025-11-03T00:03:50.565" v="2216" actId="478"/>
          <ac:picMkLst>
            <pc:docMk/>
            <pc:sldMk cId="1469653946" sldId="284"/>
            <ac:picMk id="21" creationId="{37A33505-4A6E-EA13-85E8-0673DE17188A}"/>
          </ac:picMkLst>
        </pc:picChg>
        <pc:picChg chg="add del mod">
          <ac:chgData name="Kandarp Pathak" userId="4a92b423ed8c55cf" providerId="LiveId" clId="{8CD35AB5-3580-4BDC-947D-96F75907F7B2}" dt="2025-11-03T00:04:35.472" v="2222" actId="478"/>
          <ac:picMkLst>
            <pc:docMk/>
            <pc:sldMk cId="1469653946" sldId="284"/>
            <ac:picMk id="23" creationId="{9555FA43-5A76-6F2D-2D26-52EFBDE457A4}"/>
          </ac:picMkLst>
        </pc:picChg>
      </pc:sldChg>
      <pc:sldChg chg="addSp delSp modSp add mod ord">
        <pc:chgData name="Kandarp Pathak" userId="4a92b423ed8c55cf" providerId="LiveId" clId="{8CD35AB5-3580-4BDC-947D-96F75907F7B2}" dt="2025-11-03T00:03:27.665" v="2215" actId="20577"/>
        <pc:sldMkLst>
          <pc:docMk/>
          <pc:sldMk cId="2462744162" sldId="295"/>
        </pc:sldMkLst>
        <pc:spChg chg="add mod">
          <ac:chgData name="Kandarp Pathak" userId="4a92b423ed8c55cf" providerId="LiveId" clId="{8CD35AB5-3580-4BDC-947D-96F75907F7B2}" dt="2025-11-02T23:59:47.160" v="2042" actId="20577"/>
          <ac:spMkLst>
            <pc:docMk/>
            <pc:sldMk cId="2462744162" sldId="295"/>
            <ac:spMk id="4" creationId="{77693C0B-6526-C4D4-FCC1-931F741AED90}"/>
          </ac:spMkLst>
        </pc:spChg>
        <pc:spChg chg="mod">
          <ac:chgData name="Kandarp Pathak" userId="4a92b423ed8c55cf" providerId="LiveId" clId="{8CD35AB5-3580-4BDC-947D-96F75907F7B2}" dt="2025-11-03T00:03:12.823" v="2194" actId="20577"/>
          <ac:spMkLst>
            <pc:docMk/>
            <pc:sldMk cId="2462744162" sldId="295"/>
            <ac:spMk id="10" creationId="{0A37090C-7749-16F9-501E-6104E0EC5591}"/>
          </ac:spMkLst>
        </pc:spChg>
        <pc:spChg chg="mod">
          <ac:chgData name="Kandarp Pathak" userId="4a92b423ed8c55cf" providerId="LiveId" clId="{8CD35AB5-3580-4BDC-947D-96F75907F7B2}" dt="2025-10-26T17:45:36.565" v="1283" actId="113"/>
          <ac:spMkLst>
            <pc:docMk/>
            <pc:sldMk cId="2462744162" sldId="295"/>
            <ac:spMk id="13" creationId="{0265B650-5C12-DCEA-370A-74CD7B7770A0}"/>
          </ac:spMkLst>
        </pc:spChg>
        <pc:spChg chg="mod">
          <ac:chgData name="Kandarp Pathak" userId="4a92b423ed8c55cf" providerId="LiveId" clId="{8CD35AB5-3580-4BDC-947D-96F75907F7B2}" dt="2025-11-03T00:03:27.665" v="2215" actId="20577"/>
          <ac:spMkLst>
            <pc:docMk/>
            <pc:sldMk cId="2462744162" sldId="295"/>
            <ac:spMk id="15" creationId="{FD893080-6DAE-DA86-12D0-34A77F409673}"/>
          </ac:spMkLst>
        </pc:spChg>
      </pc:sldChg>
      <pc:sldChg chg="addSp delSp modSp add mod">
        <pc:chgData name="Kandarp Pathak" userId="4a92b423ed8c55cf" providerId="LiveId" clId="{8CD35AB5-3580-4BDC-947D-96F75907F7B2}" dt="2025-11-03T05:23:22.890" v="2498" actId="14100"/>
        <pc:sldMkLst>
          <pc:docMk/>
          <pc:sldMk cId="841049168" sldId="296"/>
        </pc:sldMkLst>
        <pc:spChg chg="add del mod">
          <ac:chgData name="Kandarp Pathak" userId="4a92b423ed8c55cf" providerId="LiveId" clId="{8CD35AB5-3580-4BDC-947D-96F75907F7B2}" dt="2025-11-03T01:11:52.922" v="2380" actId="47"/>
          <ac:spMkLst>
            <pc:docMk/>
            <pc:sldMk cId="841049168" sldId="296"/>
            <ac:spMk id="2" creationId="{04498A4F-33D9-D9D9-56A2-065D6CCBB619}"/>
          </ac:spMkLst>
        </pc:spChg>
        <pc:spChg chg="add del mod">
          <ac:chgData name="Kandarp Pathak" userId="4a92b423ed8c55cf" providerId="LiveId" clId="{8CD35AB5-3580-4BDC-947D-96F75907F7B2}" dt="2025-11-03T01:12:52.650" v="2421" actId="20577"/>
          <ac:spMkLst>
            <pc:docMk/>
            <pc:sldMk cId="841049168" sldId="296"/>
            <ac:spMk id="3" creationId="{F116491D-CC77-5542-B3C5-FFF05EE101FB}"/>
          </ac:spMkLst>
        </pc:spChg>
        <pc:spChg chg="add del mod">
          <ac:chgData name="Kandarp Pathak" userId="4a92b423ed8c55cf" providerId="LiveId" clId="{8CD35AB5-3580-4BDC-947D-96F75907F7B2}" dt="2025-11-03T01:11:51.752" v="2379" actId="22"/>
          <ac:spMkLst>
            <pc:docMk/>
            <pc:sldMk cId="841049168" sldId="296"/>
            <ac:spMk id="5" creationId="{28DAA7EA-FD37-A9D3-27AE-FCF434B707D7}"/>
          </ac:spMkLst>
        </pc:spChg>
        <pc:spChg chg="del">
          <ac:chgData name="Kandarp Pathak" userId="4a92b423ed8c55cf" providerId="LiveId" clId="{8CD35AB5-3580-4BDC-947D-96F75907F7B2}" dt="2025-11-03T00:00:24.941" v="2044" actId="478"/>
          <ac:spMkLst>
            <pc:docMk/>
            <pc:sldMk cId="841049168" sldId="296"/>
            <ac:spMk id="7" creationId="{A7985EB8-5C04-7143-099B-7690FCC158B0}"/>
          </ac:spMkLst>
        </pc:spChg>
        <pc:spChg chg="add mod">
          <ac:chgData name="Kandarp Pathak" userId="4a92b423ed8c55cf" providerId="LiveId" clId="{8CD35AB5-3580-4BDC-947D-96F75907F7B2}" dt="2025-11-03T01:12:36.342" v="2396" actId="2711"/>
          <ac:spMkLst>
            <pc:docMk/>
            <pc:sldMk cId="841049168" sldId="296"/>
            <ac:spMk id="8" creationId="{76EF2121-66B0-4082-A2E9-A1C5B3DAE4D2}"/>
          </ac:spMkLst>
        </pc:spChg>
        <pc:spChg chg="del mod">
          <ac:chgData name="Kandarp Pathak" userId="4a92b423ed8c55cf" providerId="LiveId" clId="{8CD35AB5-3580-4BDC-947D-96F75907F7B2}" dt="2025-11-03T00:00:30.178" v="2045" actId="478"/>
          <ac:spMkLst>
            <pc:docMk/>
            <pc:sldMk cId="841049168" sldId="296"/>
            <ac:spMk id="9" creationId="{35F39671-DC2E-6472-8B3D-6203E1209EE9}"/>
          </ac:spMkLst>
        </pc:spChg>
        <pc:spChg chg="mod">
          <ac:chgData name="Kandarp Pathak" userId="4a92b423ed8c55cf" providerId="LiveId" clId="{8CD35AB5-3580-4BDC-947D-96F75907F7B2}" dt="2025-11-03T00:02:13.119" v="2134" actId="20577"/>
          <ac:spMkLst>
            <pc:docMk/>
            <pc:sldMk cId="841049168" sldId="296"/>
            <ac:spMk id="12" creationId="{2C2EE7FC-FA2B-329E-7606-1DE35E2AB4A0}"/>
          </ac:spMkLst>
        </pc:spChg>
        <pc:spChg chg="mod">
          <ac:chgData name="Kandarp Pathak" userId="4a92b423ed8c55cf" providerId="LiveId" clId="{8CD35AB5-3580-4BDC-947D-96F75907F7B2}" dt="2025-11-03T00:01:57.628" v="2113" actId="20577"/>
          <ac:spMkLst>
            <pc:docMk/>
            <pc:sldMk cId="841049168" sldId="296"/>
            <ac:spMk id="16" creationId="{D0149319-9B3A-E7D3-2DF7-107D97204BF3}"/>
          </ac:spMkLst>
        </pc:spChg>
        <pc:picChg chg="add del mod">
          <ac:chgData name="Kandarp Pathak" userId="4a92b423ed8c55cf" providerId="LiveId" clId="{8CD35AB5-3580-4BDC-947D-96F75907F7B2}" dt="2025-11-03T01:13:19.991" v="2424" actId="478"/>
          <ac:picMkLst>
            <pc:docMk/>
            <pc:sldMk cId="841049168" sldId="296"/>
            <ac:picMk id="13" creationId="{14DE2235-8449-D521-1F7D-434CC0A681BD}"/>
          </ac:picMkLst>
        </pc:picChg>
        <pc:picChg chg="add del mod">
          <ac:chgData name="Kandarp Pathak" userId="4a92b423ed8c55cf" providerId="LiveId" clId="{8CD35AB5-3580-4BDC-947D-96F75907F7B2}" dt="2025-11-03T01:13:19.991" v="2424" actId="478"/>
          <ac:picMkLst>
            <pc:docMk/>
            <pc:sldMk cId="841049168" sldId="296"/>
            <ac:picMk id="15" creationId="{097D787E-ECA9-FDC8-82AA-F0AA9BFC15EC}"/>
          </ac:picMkLst>
        </pc:picChg>
        <pc:picChg chg="add del mod">
          <ac:chgData name="Kandarp Pathak" userId="4a92b423ed8c55cf" providerId="LiveId" clId="{8CD35AB5-3580-4BDC-947D-96F75907F7B2}" dt="2025-11-03T01:13:19.991" v="2424" actId="478"/>
          <ac:picMkLst>
            <pc:docMk/>
            <pc:sldMk cId="841049168" sldId="296"/>
            <ac:picMk id="18" creationId="{C42D19B7-D512-4F0D-A2DF-BB1C26FFD091}"/>
          </ac:picMkLst>
        </pc:picChg>
        <pc:picChg chg="del">
          <ac:chgData name="Kandarp Pathak" userId="4a92b423ed8c55cf" providerId="LiveId" clId="{8CD35AB5-3580-4BDC-947D-96F75907F7B2}" dt="2025-11-03T00:00:17.923" v="2043" actId="478"/>
          <ac:picMkLst>
            <pc:docMk/>
            <pc:sldMk cId="841049168" sldId="296"/>
            <ac:picMk id="19" creationId="{EF9D246B-DA76-685B-8F47-ECADBA6BEB63}"/>
          </ac:picMkLst>
        </pc:picChg>
        <pc:picChg chg="add del mod">
          <ac:chgData name="Kandarp Pathak" userId="4a92b423ed8c55cf" providerId="LiveId" clId="{8CD35AB5-3580-4BDC-947D-96F75907F7B2}" dt="2025-11-03T01:14:52.726" v="2443" actId="21"/>
          <ac:picMkLst>
            <pc:docMk/>
            <pc:sldMk cId="841049168" sldId="296"/>
            <ac:picMk id="21" creationId="{FEC7B5C8-343D-9BBA-A027-505E96A97049}"/>
          </ac:picMkLst>
        </pc:picChg>
        <pc:picChg chg="add del mod">
          <ac:chgData name="Kandarp Pathak" userId="4a92b423ed8c55cf" providerId="LiveId" clId="{8CD35AB5-3580-4BDC-947D-96F75907F7B2}" dt="2025-11-03T01:15:01.117" v="2445" actId="21"/>
          <ac:picMkLst>
            <pc:docMk/>
            <pc:sldMk cId="841049168" sldId="296"/>
            <ac:picMk id="23" creationId="{A848933B-FD0E-309E-3AAC-56A38894495D}"/>
          </ac:picMkLst>
        </pc:picChg>
        <pc:picChg chg="add del mod">
          <ac:chgData name="Kandarp Pathak" userId="4a92b423ed8c55cf" providerId="LiveId" clId="{8CD35AB5-3580-4BDC-947D-96F75907F7B2}" dt="2025-11-03T01:14:35.355" v="2438" actId="21"/>
          <ac:picMkLst>
            <pc:docMk/>
            <pc:sldMk cId="841049168" sldId="296"/>
            <ac:picMk id="25" creationId="{9DA0B3E6-DB27-DEEC-0840-6A211F73B0A7}"/>
          </ac:picMkLst>
        </pc:picChg>
        <pc:picChg chg="add del mod">
          <ac:chgData name="Kandarp Pathak" userId="4a92b423ed8c55cf" providerId="LiveId" clId="{8CD35AB5-3580-4BDC-947D-96F75907F7B2}" dt="2025-11-03T05:23:03.029" v="2494" actId="478"/>
          <ac:picMkLst>
            <pc:docMk/>
            <pc:sldMk cId="841049168" sldId="296"/>
            <ac:picMk id="26" creationId="{13F50C09-4CB4-A052-6278-8431F8A0BC02}"/>
          </ac:picMkLst>
        </pc:picChg>
        <pc:picChg chg="add mod">
          <ac:chgData name="Kandarp Pathak" userId="4a92b423ed8c55cf" providerId="LiveId" clId="{8CD35AB5-3580-4BDC-947D-96F75907F7B2}" dt="2025-11-03T05:23:22.890" v="2498" actId="14100"/>
          <ac:picMkLst>
            <pc:docMk/>
            <pc:sldMk cId="841049168" sldId="296"/>
            <ac:picMk id="28" creationId="{18A7BF28-72B9-A5A7-805A-FA9922D3FA0D}"/>
          </ac:picMkLst>
        </pc:picChg>
      </pc:sldChg>
      <pc:sldChg chg="addSp delSp modSp add del mod">
        <pc:chgData name="Kandarp Pathak" userId="4a92b423ed8c55cf" providerId="LiveId" clId="{8CD35AB5-3580-4BDC-947D-96F75907F7B2}" dt="2025-11-03T01:15:09.024" v="2447" actId="2696"/>
        <pc:sldMkLst>
          <pc:docMk/>
          <pc:sldMk cId="3886910609" sldId="297"/>
        </pc:sldMkLst>
        <pc:spChg chg="add del mod">
          <ac:chgData name="Kandarp Pathak" userId="4a92b423ed8c55cf" providerId="LiveId" clId="{8CD35AB5-3580-4BDC-947D-96F75907F7B2}" dt="2025-11-03T01:14:43.638" v="2440" actId="478"/>
          <ac:spMkLst>
            <pc:docMk/>
            <pc:sldMk cId="3886910609" sldId="297"/>
            <ac:spMk id="4" creationId="{A3F64E0C-643E-03F2-D559-C352BA9A3919}"/>
          </ac:spMkLst>
        </pc:spChg>
        <pc:spChg chg="mod">
          <ac:chgData name="Kandarp Pathak" userId="4a92b423ed8c55cf" providerId="LiveId" clId="{8CD35AB5-3580-4BDC-947D-96F75907F7B2}" dt="2025-11-03T00:02:30.562" v="2155" actId="20577"/>
          <ac:spMkLst>
            <pc:docMk/>
            <pc:sldMk cId="3886910609" sldId="297"/>
            <ac:spMk id="12" creationId="{058898F3-5C43-0D40-4614-67B326EB82BC}"/>
          </ac:spMkLst>
        </pc:spChg>
        <pc:spChg chg="mod">
          <ac:chgData name="Kandarp Pathak" userId="4a92b423ed8c55cf" providerId="LiveId" clId="{8CD35AB5-3580-4BDC-947D-96F75907F7B2}" dt="2025-11-03T00:02:38.921" v="2161" actId="20577"/>
          <ac:spMkLst>
            <pc:docMk/>
            <pc:sldMk cId="3886910609" sldId="297"/>
            <ac:spMk id="16" creationId="{1F57DA6D-6787-A54C-7847-CC92C4FC238A}"/>
          </ac:spMkLst>
        </pc:spChg>
        <pc:picChg chg="del">
          <ac:chgData name="Kandarp Pathak" userId="4a92b423ed8c55cf" providerId="LiveId" clId="{8CD35AB5-3580-4BDC-947D-96F75907F7B2}" dt="2025-11-03T01:14:14.596" v="2435" actId="478"/>
          <ac:picMkLst>
            <pc:docMk/>
            <pc:sldMk cId="3886910609" sldId="297"/>
            <ac:picMk id="8" creationId="{C10E6D6C-0348-74F9-7A61-0A5268B0B726}"/>
          </ac:picMkLst>
        </pc:picChg>
        <pc:picChg chg="add mod">
          <ac:chgData name="Kandarp Pathak" userId="4a92b423ed8c55cf" providerId="LiveId" clId="{8CD35AB5-3580-4BDC-947D-96F75907F7B2}" dt="2025-11-03T01:14:45.335" v="2441" actId="1076"/>
          <ac:picMkLst>
            <pc:docMk/>
            <pc:sldMk cId="3886910609" sldId="297"/>
            <ac:picMk id="25" creationId="{9DA0B3E6-DB27-DEEC-0840-6A211F73B0A7}"/>
          </ac:picMkLst>
        </pc:picChg>
      </pc:sldChg>
      <pc:sldChg chg="addSp delSp modSp add mod">
        <pc:chgData name="Kandarp Pathak" userId="4a92b423ed8c55cf" providerId="LiveId" clId="{8CD35AB5-3580-4BDC-947D-96F75907F7B2}" dt="2025-11-03T05:25:53.169" v="2526" actId="1076"/>
        <pc:sldMkLst>
          <pc:docMk/>
          <pc:sldMk cId="151406496" sldId="298"/>
        </pc:sldMkLst>
        <pc:spChg chg="mod">
          <ac:chgData name="Kandarp Pathak" userId="4a92b423ed8c55cf" providerId="LiveId" clId="{8CD35AB5-3580-4BDC-947D-96F75907F7B2}" dt="2025-11-03T05:25:10.232" v="2521" actId="1076"/>
          <ac:spMkLst>
            <pc:docMk/>
            <pc:sldMk cId="151406496" sldId="298"/>
            <ac:spMk id="3" creationId="{09FABE62-AFBA-5D1E-4E34-F04FBF17A0C5}"/>
          </ac:spMkLst>
        </pc:spChg>
        <pc:spChg chg="del">
          <ac:chgData name="Kandarp Pathak" userId="4a92b423ed8c55cf" providerId="LiveId" clId="{8CD35AB5-3580-4BDC-947D-96F75907F7B2}" dt="2025-11-03T01:15:36.726" v="2455" actId="478"/>
          <ac:spMkLst>
            <pc:docMk/>
            <pc:sldMk cId="151406496" sldId="298"/>
            <ac:spMk id="4" creationId="{7DB0C1C2-EC28-6268-1F30-F6D81FAFAD96}"/>
          </ac:spMkLst>
        </pc:spChg>
        <pc:spChg chg="del">
          <ac:chgData name="Kandarp Pathak" userId="4a92b423ed8c55cf" providerId="LiveId" clId="{8CD35AB5-3580-4BDC-947D-96F75907F7B2}" dt="2025-11-03T05:25:39.863" v="2524" actId="478"/>
          <ac:spMkLst>
            <pc:docMk/>
            <pc:sldMk cId="151406496" sldId="298"/>
            <ac:spMk id="9" creationId="{F3964546-D8FE-D457-CAA6-0C9709D12228}"/>
          </ac:spMkLst>
        </pc:spChg>
        <pc:spChg chg="add mod">
          <ac:chgData name="Kandarp Pathak" userId="4a92b423ed8c55cf" providerId="LiveId" clId="{8CD35AB5-3580-4BDC-947D-96F75907F7B2}" dt="2025-11-03T05:25:53.169" v="2526" actId="1076"/>
          <ac:spMkLst>
            <pc:docMk/>
            <pc:sldMk cId="151406496" sldId="298"/>
            <ac:spMk id="10" creationId="{48F4F4A1-A296-171F-05F0-B255883A26E9}"/>
          </ac:spMkLst>
        </pc:spChg>
        <pc:picChg chg="add mod">
          <ac:chgData name="Kandarp Pathak" userId="4a92b423ed8c55cf" providerId="LiveId" clId="{8CD35AB5-3580-4BDC-947D-96F75907F7B2}" dt="2025-11-03T05:25:04.166" v="2520" actId="14100"/>
          <ac:picMkLst>
            <pc:docMk/>
            <pc:sldMk cId="151406496" sldId="298"/>
            <ac:picMk id="5" creationId="{DD493BAA-B931-64FE-25D2-CB4DAEDAA40E}"/>
          </ac:picMkLst>
        </pc:picChg>
        <pc:picChg chg="add mod">
          <ac:chgData name="Kandarp Pathak" userId="4a92b423ed8c55cf" providerId="LiveId" clId="{8CD35AB5-3580-4BDC-947D-96F75907F7B2}" dt="2025-11-03T05:24:59.173" v="2519" actId="1076"/>
          <ac:picMkLst>
            <pc:docMk/>
            <pc:sldMk cId="151406496" sldId="298"/>
            <ac:picMk id="8" creationId="{6CAB43BE-18F5-3735-9463-79326ABCFCE6}"/>
          </ac:picMkLst>
        </pc:picChg>
        <pc:picChg chg="add del mod">
          <ac:chgData name="Kandarp Pathak" userId="4a92b423ed8c55cf" providerId="LiveId" clId="{8CD35AB5-3580-4BDC-947D-96F75907F7B2}" dt="2025-11-03T05:23:48.163" v="2502" actId="478"/>
          <ac:picMkLst>
            <pc:docMk/>
            <pc:sldMk cId="151406496" sldId="298"/>
            <ac:picMk id="21" creationId="{FEC7B5C8-343D-9BBA-A027-505E96A97049}"/>
          </ac:picMkLst>
        </pc:picChg>
        <pc:picChg chg="add del mod">
          <ac:chgData name="Kandarp Pathak" userId="4a92b423ed8c55cf" providerId="LiveId" clId="{8CD35AB5-3580-4BDC-947D-96F75907F7B2}" dt="2025-11-03T05:24:06.599" v="2506" actId="478"/>
          <ac:picMkLst>
            <pc:docMk/>
            <pc:sldMk cId="151406496" sldId="298"/>
            <ac:picMk id="23" creationId="{A848933B-FD0E-309E-3AAC-56A38894495D}"/>
          </ac:picMkLst>
        </pc:picChg>
      </pc:sldChg>
      <pc:sldChg chg="addSp delSp modSp add mod modClrScheme chgLayout">
        <pc:chgData name="Kandarp Pathak" userId="4a92b423ed8c55cf" providerId="LiveId" clId="{8CD35AB5-3580-4BDC-947D-96F75907F7B2}" dt="2025-11-03T05:30:03.562" v="2548" actId="14100"/>
        <pc:sldMkLst>
          <pc:docMk/>
          <pc:sldMk cId="2078547668" sldId="299"/>
        </pc:sldMkLst>
        <pc:spChg chg="mod ord">
          <ac:chgData name="Kandarp Pathak" userId="4a92b423ed8c55cf" providerId="LiveId" clId="{8CD35AB5-3580-4BDC-947D-96F75907F7B2}" dt="2025-11-03T01:17:51.897" v="2478" actId="700"/>
          <ac:spMkLst>
            <pc:docMk/>
            <pc:sldMk cId="2078547668" sldId="299"/>
            <ac:spMk id="6" creationId="{17E9D4E5-88D8-B83A-FFAC-D9A9B1066F52}"/>
          </ac:spMkLst>
        </pc:spChg>
        <pc:spChg chg="add del mod ord">
          <ac:chgData name="Kandarp Pathak" userId="4a92b423ed8c55cf" providerId="LiveId" clId="{8CD35AB5-3580-4BDC-947D-96F75907F7B2}" dt="2025-11-03T01:17:51.897" v="2478" actId="700"/>
          <ac:spMkLst>
            <pc:docMk/>
            <pc:sldMk cId="2078547668" sldId="299"/>
            <ac:spMk id="8" creationId="{378A8461-AA21-B008-9452-A7A4A66095B0}"/>
          </ac:spMkLst>
        </pc:spChg>
        <pc:spChg chg="add del mod ord">
          <ac:chgData name="Kandarp Pathak" userId="4a92b423ed8c55cf" providerId="LiveId" clId="{8CD35AB5-3580-4BDC-947D-96F75907F7B2}" dt="2025-11-03T01:17:51.897" v="2478" actId="700"/>
          <ac:spMkLst>
            <pc:docMk/>
            <pc:sldMk cId="2078547668" sldId="299"/>
            <ac:spMk id="11" creationId="{6039247B-6DDB-49AF-E0E5-D3B8039300F9}"/>
          </ac:spMkLst>
        </pc:spChg>
        <pc:spChg chg="add del mod ord">
          <ac:chgData name="Kandarp Pathak" userId="4a92b423ed8c55cf" providerId="LiveId" clId="{8CD35AB5-3580-4BDC-947D-96F75907F7B2}" dt="2025-11-03T01:17:51.897" v="2478" actId="700"/>
          <ac:spMkLst>
            <pc:docMk/>
            <pc:sldMk cId="2078547668" sldId="299"/>
            <ac:spMk id="12" creationId="{9D418FF9-0AEE-4389-F5C6-A120277BEC97}"/>
          </ac:spMkLst>
        </pc:spChg>
        <pc:picChg chg="del">
          <ac:chgData name="Kandarp Pathak" userId="4a92b423ed8c55cf" providerId="LiveId" clId="{8CD35AB5-3580-4BDC-947D-96F75907F7B2}" dt="2025-11-03T01:16:35.151" v="2465" actId="478"/>
          <ac:picMkLst>
            <pc:docMk/>
            <pc:sldMk cId="2078547668" sldId="299"/>
            <ac:picMk id="3" creationId="{28FD3732-F0B0-A946-BE2F-B451301E90DD}"/>
          </ac:picMkLst>
        </pc:picChg>
        <pc:picChg chg="add del mod">
          <ac:chgData name="Kandarp Pathak" userId="4a92b423ed8c55cf" providerId="LiveId" clId="{8CD35AB5-3580-4BDC-947D-96F75907F7B2}" dt="2025-11-03T05:29:40.452" v="2541" actId="478"/>
          <ac:picMkLst>
            <pc:docMk/>
            <pc:sldMk cId="2078547668" sldId="299"/>
            <ac:picMk id="4" creationId="{7A3106D4-D66B-BF8E-402F-4FA3AE5DE7B7}"/>
          </ac:picMkLst>
        </pc:picChg>
        <pc:picChg chg="add del mod">
          <ac:chgData name="Kandarp Pathak" userId="4a92b423ed8c55cf" providerId="LiveId" clId="{8CD35AB5-3580-4BDC-947D-96F75907F7B2}" dt="2025-11-03T05:29:24.552" v="2537" actId="478"/>
          <ac:picMkLst>
            <pc:docMk/>
            <pc:sldMk cId="2078547668" sldId="299"/>
            <ac:picMk id="7" creationId="{A2B42B55-EE72-AEF0-7636-D0C3EAD11A59}"/>
          </ac:picMkLst>
        </pc:picChg>
        <pc:picChg chg="add mod">
          <ac:chgData name="Kandarp Pathak" userId="4a92b423ed8c55cf" providerId="LiveId" clId="{8CD35AB5-3580-4BDC-947D-96F75907F7B2}" dt="2025-11-03T05:29:53.430" v="2545" actId="14100"/>
          <ac:picMkLst>
            <pc:docMk/>
            <pc:sldMk cId="2078547668" sldId="299"/>
            <ac:picMk id="17" creationId="{76FE1A63-080C-FB90-10F2-FBAEE487381F}"/>
          </ac:picMkLst>
        </pc:picChg>
        <pc:picChg chg="add mod">
          <ac:chgData name="Kandarp Pathak" userId="4a92b423ed8c55cf" providerId="LiveId" clId="{8CD35AB5-3580-4BDC-947D-96F75907F7B2}" dt="2025-11-03T05:30:03.562" v="2548" actId="14100"/>
          <ac:picMkLst>
            <pc:docMk/>
            <pc:sldMk cId="2078547668" sldId="299"/>
            <ac:picMk id="19" creationId="{C7F135FE-5C69-87B8-EFBD-CEB73F739179}"/>
          </ac:picMkLst>
        </pc:picChg>
      </pc:sldChg>
      <pc:sldMasterChg chg="delSldLayout">
        <pc:chgData name="Kandarp Pathak" userId="4a92b423ed8c55cf" providerId="LiveId" clId="{8CD35AB5-3580-4BDC-947D-96F75907F7B2}" dt="2025-10-26T17:58:34.161" v="1501" actId="2696"/>
        <pc:sldMasterMkLst>
          <pc:docMk/>
          <pc:sldMasterMk cId="2653178425" sldId="214748366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r>
              <a:rPr lang="it-IT" dirty="0"/>
              <a:t/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r>
              <a:rPr lang="it-IT" dirty="0"/>
              <a:t/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30/09/2025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38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31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8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196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652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008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923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925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39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985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95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30/09/2025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63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3736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Tower structure team/ Optimus Syria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891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60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13313"/>
            <a:ext cx="287918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Rotor Blade Design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Week number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: 06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it-IT" sz="2000" dirty="0" smtClean="0">
                <a:latin typeface="Times New Roman" pitchFamily="18" charset="0"/>
                <a:cs typeface="Times New Roman" pitchFamily="18" charset="0"/>
              </a:rPr>
              <a:t>04.11.2025</a:t>
            </a:r>
            <a:endParaRPr lang="it-IT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t-IT" sz="2000" b="1">
                <a:latin typeface="Times New Roman" pitchFamily="18" charset="0"/>
                <a:cs typeface="Times New Roman" pitchFamily="18" charset="0"/>
              </a:rPr>
              <a:t>Supervisor</a:t>
            </a:r>
            <a:r>
              <a:rPr lang="it-IT" sz="200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it-IT" sz="2000" smtClean="0"/>
              <a:t>Prof</a:t>
            </a:r>
            <a:r>
              <a:rPr lang="it-IT" sz="2000" dirty="0"/>
              <a:t>. Dr. rer.nat. Alois Schaffarczyk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64180" y="4665554"/>
            <a:ext cx="7751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 smtClean="0"/>
              <a:t>Team members</a:t>
            </a:r>
            <a:r>
              <a:rPr lang="de-DE" sz="1600" dirty="0" smtClean="0"/>
              <a:t>: </a:t>
            </a:r>
            <a:r>
              <a:rPr lang="de-DE" sz="1600" b="1" dirty="0" smtClean="0"/>
              <a:t>Harsh Panchal, </a:t>
            </a:r>
            <a:r>
              <a:rPr lang="de-DE" sz="1600" dirty="0" smtClean="0"/>
              <a:t>Kandarp Pathak, Jay Pandya, </a:t>
            </a:r>
            <a:r>
              <a:rPr lang="en-GB" sz="1600" dirty="0" err="1" smtClean="0"/>
              <a:t>Daniyal</a:t>
            </a:r>
            <a:r>
              <a:rPr lang="en-GB" sz="1600" dirty="0" smtClean="0"/>
              <a:t> </a:t>
            </a:r>
            <a:r>
              <a:rPr lang="en-GB" sz="1600" dirty="0"/>
              <a:t>Sikander </a:t>
            </a:r>
            <a:endParaRPr lang="de-DE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98408CB7-B6A0-46F5-ABCE-5E527AA1E6E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C33708F-5C1C-4DEB-9893-96704EE48E0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55185CE4-A5C3-45EC-B552-A42597EFE5E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smtClean="0">
                <a:latin typeface="Times New Roman" pitchFamily="18" charset="0"/>
                <a:cs typeface="Times New Roman" pitchFamily="18" charset="0"/>
              </a:rPr>
              <a:t>Harsh Panchal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Datumsplatzhalter 4">
            <a:extLst>
              <a:ext uri="{FF2B5EF4-FFF2-40B4-BE49-F238E27FC236}">
                <a16:creationId xmlns:a16="http://schemas.microsoft.com/office/drawing/2014/main" id="{417D587D-76A0-4058-87DA-7E769D5E55A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04.11.2025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1" dirty="0"/>
              <a:t>List </a:t>
            </a:r>
            <a:r>
              <a:rPr lang="de-DE" sz="2400" b="1" dirty="0" err="1"/>
              <a:t>of</a:t>
            </a:r>
            <a:r>
              <a:rPr lang="de-DE" sz="2400" b="1" dirty="0"/>
              <a:t> </a:t>
            </a:r>
            <a:r>
              <a:rPr lang="de-DE" sz="2400" b="1" dirty="0" err="1"/>
              <a:t>contents</a:t>
            </a:r>
            <a:endParaRPr lang="de-DE" sz="2400" b="1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636319" y="1531916"/>
            <a:ext cx="10717481" cy="16499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dirty="0"/>
              <a:t>Blade Geometry</a:t>
            </a:r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dirty="0"/>
              <a:t>Cp vs Tip Speed Ratio Graph</a:t>
            </a:r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dirty="0"/>
              <a:t>Power Graph</a:t>
            </a:r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>
              <a:lnSpc>
                <a:spcPct val="400000"/>
              </a:lnSpc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smtClean="0">
                <a:latin typeface="Times New Roman" pitchFamily="18" charset="0"/>
                <a:cs typeface="Times New Roman" pitchFamily="18" charset="0"/>
              </a:rPr>
              <a:t>Harsh Panchal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9982188D-DB72-4CAF-98D5-DE22407E3D28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04.11.2025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/>
          </a:p>
        </p:txBody>
      </p:sp>
      <p:sp>
        <p:nvSpPr>
          <p:cNvPr id="9" name="TextBox 8"/>
          <p:cNvSpPr txBox="1"/>
          <p:nvPr/>
        </p:nvSpPr>
        <p:spPr>
          <a:xfrm>
            <a:off x="857248" y="78740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Blade Geometry</a:t>
            </a:r>
            <a:endParaRPr lang="de-DE" sz="2400" b="1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smtClean="0">
                <a:latin typeface="Times New Roman" pitchFamily="18" charset="0"/>
                <a:cs typeface="Times New Roman" pitchFamily="18" charset="0"/>
              </a:rPr>
              <a:t>Harsh Panchal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1A85B8DA-23F3-4768-8FBE-B758843AF63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04.11.2025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F5936-12F9-2A30-2F0D-4268F253FA6C}"/>
              </a:ext>
            </a:extLst>
          </p:cNvPr>
          <p:cNvSpPr txBox="1"/>
          <p:nvPr/>
        </p:nvSpPr>
        <p:spPr>
          <a:xfrm>
            <a:off x="4758418" y="6210784"/>
            <a:ext cx="2197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Own Analysis MATLAB</a:t>
            </a:r>
            <a:endParaRPr lang="de-DE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7458BC-EEEF-501F-18D5-FCF0148E8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44057"/>
            <a:ext cx="9056914" cy="486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0DF3F-BDDA-DA76-4A6F-CE8572BA6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CAE4E5-9171-994A-2764-15DA4FC4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7009BC6-9FB4-4475-E975-1D09260757F8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2C2EE7FC-FA2B-329E-7606-1DE35E2AB4A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smtClean="0">
                <a:latin typeface="Times New Roman" pitchFamily="18" charset="0"/>
                <a:cs typeface="Times New Roman" pitchFamily="18" charset="0"/>
              </a:rPr>
              <a:t>Harsh Panchal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D0149319-9B3A-E7D3-2DF7-107D97204BF3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04.11.2025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6491D-CC77-5542-B3C5-FFF05EE101FB}"/>
              </a:ext>
            </a:extLst>
          </p:cNvPr>
          <p:cNvSpPr txBox="1"/>
          <p:nvPr/>
        </p:nvSpPr>
        <p:spPr>
          <a:xfrm>
            <a:off x="4252479" y="6070600"/>
            <a:ext cx="2196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Own Analysis Q-blade</a:t>
            </a:r>
            <a:endParaRPr lang="de-DE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498A4F-33D9-D9D9-56A2-065D6CCBB619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F2121-66B0-4082-A2E9-A1C5B3DAE4D2}"/>
              </a:ext>
            </a:extLst>
          </p:cNvPr>
          <p:cNvSpPr txBox="1"/>
          <p:nvPr/>
        </p:nvSpPr>
        <p:spPr>
          <a:xfrm>
            <a:off x="857248" y="78740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  <a:r>
              <a:rPr lang="en-US" sz="2400" b="1" dirty="0">
                <a:latin typeface="Calibary"/>
              </a:rPr>
              <a:t>C</a:t>
            </a:r>
            <a:r>
              <a:rPr lang="en-US" sz="2400" b="1" baseline="-25000" dirty="0">
                <a:latin typeface="Calibary"/>
              </a:rPr>
              <a:t>p</a:t>
            </a:r>
            <a:r>
              <a:rPr lang="en-US" sz="2400" b="1" dirty="0">
                <a:latin typeface="Calibary"/>
              </a:rPr>
              <a:t> vs Tip Speed Ratio Graph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8A7BF28-72B9-A5A7-805A-FA9922D3F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36" y="1419575"/>
            <a:ext cx="10466863" cy="457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4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5376-6CBA-4DDE-2760-5910A706E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DFD936-E433-14BA-0A66-648F6330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005D1874-D05A-BDA6-CA81-DB761E20851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AD919F20-DD77-D58A-2D34-D51CE22C62A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smtClean="0">
                <a:latin typeface="Times New Roman" pitchFamily="18" charset="0"/>
                <a:cs typeface="Times New Roman" pitchFamily="18" charset="0"/>
              </a:rPr>
              <a:t>Harsh Panchal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2E4C43E8-AC20-089A-F8C6-7B712E727CD2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04.11.2025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ABE62-AFBA-5D1E-4E34-F04FBF17A0C5}"/>
              </a:ext>
            </a:extLst>
          </p:cNvPr>
          <p:cNvSpPr txBox="1"/>
          <p:nvPr/>
        </p:nvSpPr>
        <p:spPr>
          <a:xfrm>
            <a:off x="4704058" y="5932100"/>
            <a:ext cx="2182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Own Analysis Q Blade</a:t>
            </a:r>
            <a:endParaRPr lang="de-DE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493BAA-B931-64FE-25D2-CB4DAEDAA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0352"/>
            <a:ext cx="4956958" cy="4085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AB43BE-18F5-3735-9463-79326ABCF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596" y="1490352"/>
            <a:ext cx="5108204" cy="40851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F4F4A1-A296-171F-05F0-B255883A26E9}"/>
              </a:ext>
            </a:extLst>
          </p:cNvPr>
          <p:cNvSpPr txBox="1"/>
          <p:nvPr/>
        </p:nvSpPr>
        <p:spPr>
          <a:xfrm>
            <a:off x="791934" y="76385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  <a:r>
              <a:rPr lang="en-US" sz="2400" b="1" dirty="0">
                <a:latin typeface="Calibary"/>
              </a:rPr>
              <a:t>C</a:t>
            </a:r>
            <a:r>
              <a:rPr lang="en-US" sz="2400" b="1" baseline="-25000" dirty="0">
                <a:latin typeface="Calibary"/>
              </a:rPr>
              <a:t>p</a:t>
            </a:r>
            <a:r>
              <a:rPr lang="en-US" sz="2400" b="1" dirty="0">
                <a:latin typeface="Calibary"/>
              </a:rPr>
              <a:t> vs Tip Speed Ratio Graph</a:t>
            </a:r>
          </a:p>
        </p:txBody>
      </p:sp>
    </p:spTree>
    <p:extLst>
      <p:ext uri="{BB962C8B-B14F-4D97-AF65-F5344CB8AC3E}">
        <p14:creationId xmlns:p14="http://schemas.microsoft.com/office/powerpoint/2010/main" val="15140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13" name="TextBox 12"/>
          <p:cNvSpPr txBox="1"/>
          <p:nvPr/>
        </p:nvSpPr>
        <p:spPr>
          <a:xfrm>
            <a:off x="857249" y="787400"/>
            <a:ext cx="1848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libary"/>
              </a:rPr>
              <a:t>Power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2554" y="6070600"/>
            <a:ext cx="2182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Own Analysis Q Blade</a:t>
            </a:r>
            <a:endParaRPr lang="de-DE" sz="1200" dirty="0"/>
          </a:p>
        </p:txBody>
      </p:sp>
      <p:sp>
        <p:nvSpPr>
          <p:cNvPr id="14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5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smtClean="0">
                <a:latin typeface="Times New Roman" pitchFamily="18" charset="0"/>
                <a:cs typeface="Times New Roman" pitchFamily="18" charset="0"/>
              </a:rPr>
              <a:t>Harsh Panchal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1D63B311-CF1C-4222-847E-EBC3457CB22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04.11.2025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077FC-5CB5-551E-FEEE-DB388B342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54" y="1395351"/>
            <a:ext cx="10507646" cy="455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59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7A724-3C71-5A6E-3076-E891E8F1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E9D4E5-88D8-B83A-FFAC-D9A9B106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9190EE-F28A-D1F1-EA75-B9C736932EBD}"/>
              </a:ext>
            </a:extLst>
          </p:cNvPr>
          <p:cNvSpPr txBox="1"/>
          <p:nvPr/>
        </p:nvSpPr>
        <p:spPr>
          <a:xfrm>
            <a:off x="857249" y="787400"/>
            <a:ext cx="1848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libary"/>
              </a:rPr>
              <a:t>Power Graph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DCD8A1-752C-353C-4669-1E878078DAB9}"/>
              </a:ext>
            </a:extLst>
          </p:cNvPr>
          <p:cNvSpPr txBox="1"/>
          <p:nvPr/>
        </p:nvSpPr>
        <p:spPr>
          <a:xfrm>
            <a:off x="5232554" y="6070600"/>
            <a:ext cx="2182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Own Analysis Q Blade</a:t>
            </a:r>
            <a:endParaRPr lang="de-DE" sz="1200" dirty="0"/>
          </a:p>
        </p:txBody>
      </p:sp>
      <p:sp>
        <p:nvSpPr>
          <p:cNvPr id="14" name="Fußzeilenplatzhalter 5">
            <a:extLst>
              <a:ext uri="{FF2B5EF4-FFF2-40B4-BE49-F238E27FC236}">
                <a16:creationId xmlns:a16="http://schemas.microsoft.com/office/drawing/2014/main" id="{D5E4B445-E527-8760-08FF-C7D386BE5491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5" name="Textfeld 12">
            <a:extLst>
              <a:ext uri="{FF2B5EF4-FFF2-40B4-BE49-F238E27FC236}">
                <a16:creationId xmlns:a16="http://schemas.microsoft.com/office/drawing/2014/main" id="{C13D9B9D-BDBE-BC6B-3E9A-59C7DEB6776C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smtClean="0">
                <a:latin typeface="Times New Roman" pitchFamily="18" charset="0"/>
                <a:cs typeface="Times New Roman" pitchFamily="18" charset="0"/>
              </a:rPr>
              <a:t>Harsh Panchal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345CC85F-71A3-76BC-EC88-6453DDCEBF22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04.11.2025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FE1A63-080C-FB90-10F2-FBAEE4873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84241"/>
            <a:ext cx="5023967" cy="44118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7F135FE-5C69-87B8-EFBD-CEB73F739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079" y="1484241"/>
            <a:ext cx="5366722" cy="43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547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62CE-AB43-84F5-DB50-89747CFA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B3848A-7210-9FFE-60B0-0A48ECE2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65B650-5C12-DCEA-370A-74CD7B7770A0}"/>
              </a:ext>
            </a:extLst>
          </p:cNvPr>
          <p:cNvSpPr txBox="1"/>
          <p:nvPr/>
        </p:nvSpPr>
        <p:spPr>
          <a:xfrm>
            <a:off x="857249" y="787400"/>
            <a:ext cx="1930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Bibliography</a:t>
            </a:r>
            <a:endParaRPr lang="de-DE" sz="2400" b="1" dirty="0"/>
          </a:p>
        </p:txBody>
      </p:sp>
      <p:sp>
        <p:nvSpPr>
          <p:cNvPr id="14" name="Fußzeilenplatzhalter 5">
            <a:extLst>
              <a:ext uri="{FF2B5EF4-FFF2-40B4-BE49-F238E27FC236}">
                <a16:creationId xmlns:a16="http://schemas.microsoft.com/office/drawing/2014/main" id="{58FE4F8B-7E21-40B8-1C54-A5EE8116A84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5" name="Textfeld 12">
            <a:extLst>
              <a:ext uri="{FF2B5EF4-FFF2-40B4-BE49-F238E27FC236}">
                <a16:creationId xmlns:a16="http://schemas.microsoft.com/office/drawing/2014/main" id="{FD893080-6DAE-DA86-12D0-34A77F409673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smtClean="0">
                <a:latin typeface="Times New Roman" pitchFamily="18" charset="0"/>
                <a:cs typeface="Times New Roman" pitchFamily="18" charset="0"/>
              </a:rPr>
              <a:t>Harsh Panchal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0A37090C-7749-16F9-501E-6104E0EC5591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04.11.2025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693C0B-6526-C4D4-FCC1-931F741AED90}"/>
              </a:ext>
            </a:extLst>
          </p:cNvPr>
          <p:cNvSpPr txBox="1"/>
          <p:nvPr/>
        </p:nvSpPr>
        <p:spPr>
          <a:xfrm>
            <a:off x="838200" y="1651107"/>
            <a:ext cx="6136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Self Generated Content </a:t>
            </a:r>
            <a:r>
              <a:rPr lang="en-IN" dirty="0" smtClean="0"/>
              <a:t>(01.11.2025</a:t>
            </a:r>
            <a:r>
              <a:rPr lang="en-IN" dirty="0"/>
              <a:t>)(20:00)</a:t>
            </a:r>
          </a:p>
        </p:txBody>
      </p:sp>
    </p:spTree>
    <p:extLst>
      <p:ext uri="{BB962C8B-B14F-4D97-AF65-F5344CB8AC3E}">
        <p14:creationId xmlns:p14="http://schemas.microsoft.com/office/powerpoint/2010/main" val="246274416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template_fi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3301</TotalTime>
  <Words>188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Aptos (Textkörper)</vt:lpstr>
      <vt:lpstr>Aptos Display</vt:lpstr>
      <vt:lpstr>Arial</vt:lpstr>
      <vt:lpstr>Calibary</vt:lpstr>
      <vt:lpstr>Calibri</vt:lpstr>
      <vt:lpstr>Calibri Light</vt:lpstr>
      <vt:lpstr>Times New Roman</vt:lpstr>
      <vt:lpstr>Presentation template_final</vt:lpstr>
      <vt:lpstr>Custom Design</vt:lpstr>
      <vt:lpstr>Benutzerdefiniertes Design</vt:lpstr>
      <vt:lpstr>Weekly report: Rotor Blade Design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Tower structure</dc:title>
  <dc:creator>dell</dc:creator>
  <cp:lastModifiedBy>pandyajay245@gmail.com</cp:lastModifiedBy>
  <cp:revision>63</cp:revision>
  <dcterms:created xsi:type="dcterms:W3CDTF">2025-09-28T13:42:33Z</dcterms:created>
  <dcterms:modified xsi:type="dcterms:W3CDTF">2025-11-03T11:44:09Z</dcterms:modified>
</cp:coreProperties>
</file>