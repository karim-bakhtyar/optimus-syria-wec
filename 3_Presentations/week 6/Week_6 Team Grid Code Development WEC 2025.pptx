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91" r:id="rId5"/>
    <p:sldMasterId id="2147483672" r:id="rId6"/>
  </p:sldMasterIdLst>
  <p:notesMasterIdLst>
    <p:notesMasterId r:id="rId19"/>
  </p:notesMasterIdLst>
  <p:handoutMasterIdLst>
    <p:handoutMasterId r:id="rId20"/>
  </p:handoutMasterIdLst>
  <p:sldIdLst>
    <p:sldId id="263" r:id="rId7"/>
    <p:sldId id="273" r:id="rId8"/>
    <p:sldId id="276" r:id="rId9"/>
    <p:sldId id="277" r:id="rId10"/>
    <p:sldId id="282" r:id="rId11"/>
    <p:sldId id="283" r:id="rId12"/>
    <p:sldId id="281" r:id="rId13"/>
    <p:sldId id="287" r:id="rId14"/>
    <p:sldId id="289" r:id="rId15"/>
    <p:sldId id="288" r:id="rId16"/>
    <p:sldId id="278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73"/>
          </p14:sldIdLst>
        </p14:section>
        <p14:section name="Title, main slides" id="{B26F6679-C236-4D3D-BC2F-CAE5ED400718}">
          <p14:sldIdLst>
            <p14:sldId id="276"/>
            <p14:sldId id="277"/>
            <p14:sldId id="282"/>
            <p14:sldId id="283"/>
            <p14:sldId id="281"/>
            <p14:sldId id="287"/>
            <p14:sldId id="289"/>
            <p14:sldId id="288"/>
            <p14:sldId id="278"/>
          </p14:sldIdLst>
        </p14:section>
        <p14:section name="bibliography" id="{2ECB0A3B-7D16-4F98-AD6A-5308DF7BF07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CEFA"/>
    <a:srgbClr val="FFFFFF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798535-7DA3-519C-2C60-A6D8204F4EAA}" v="19" dt="2025-11-01T08:18:36.397"/>
    <p1510:client id="{89BE49B7-9515-4E85-9B15-8328883154AE}" v="269" dt="2025-11-01T23:34:38.0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f Remberger" userId="7497df3f-f8b8-4cfe-8089-9b4ad60d4715" providerId="ADAL" clId="{89BE49B7-9515-4E85-9B15-8328883154AE}"/>
    <pc:docChg chg="undo custSel addSld delSld modSld sldOrd modMainMaster modSection">
      <pc:chgData name="Josef Remberger" userId="7497df3f-f8b8-4cfe-8089-9b4ad60d4715" providerId="ADAL" clId="{89BE49B7-9515-4E85-9B15-8328883154AE}" dt="2025-11-01T23:46:19.136" v="3317" actId="14100"/>
      <pc:docMkLst>
        <pc:docMk/>
      </pc:docMkLst>
      <pc:sldChg chg="del">
        <pc:chgData name="Josef Remberger" userId="7497df3f-f8b8-4cfe-8089-9b4ad60d4715" providerId="ADAL" clId="{89BE49B7-9515-4E85-9B15-8328883154AE}" dt="2025-10-31T13:54:44.534" v="101" actId="2696"/>
        <pc:sldMkLst>
          <pc:docMk/>
          <pc:sldMk cId="3877941250" sldId="260"/>
        </pc:sldMkLst>
      </pc:sldChg>
      <pc:sldChg chg="del">
        <pc:chgData name="Josef Remberger" userId="7497df3f-f8b8-4cfe-8089-9b4ad60d4715" providerId="ADAL" clId="{89BE49B7-9515-4E85-9B15-8328883154AE}" dt="2025-10-31T13:53:38.790" v="73" actId="2696"/>
        <pc:sldMkLst>
          <pc:docMk/>
          <pc:sldMk cId="1454698392" sldId="261"/>
        </pc:sldMkLst>
      </pc:sldChg>
      <pc:sldChg chg="del">
        <pc:chgData name="Josef Remberger" userId="7497df3f-f8b8-4cfe-8089-9b4ad60d4715" providerId="ADAL" clId="{89BE49B7-9515-4E85-9B15-8328883154AE}" dt="2025-10-31T13:54:37.054" v="100" actId="2696"/>
        <pc:sldMkLst>
          <pc:docMk/>
          <pc:sldMk cId="19758332" sldId="262"/>
        </pc:sldMkLst>
      </pc:sldChg>
      <pc:sldChg chg="del">
        <pc:chgData name="Josef Remberger" userId="7497df3f-f8b8-4cfe-8089-9b4ad60d4715" providerId="ADAL" clId="{89BE49B7-9515-4E85-9B15-8328883154AE}" dt="2025-10-31T13:46:55.100" v="0" actId="2696"/>
        <pc:sldMkLst>
          <pc:docMk/>
          <pc:sldMk cId="3678816052" sldId="265"/>
        </pc:sldMkLst>
      </pc:sldChg>
      <pc:sldChg chg="addSp delSp modSp mod">
        <pc:chgData name="Josef Remberger" userId="7497df3f-f8b8-4cfe-8089-9b4ad60d4715" providerId="ADAL" clId="{89BE49B7-9515-4E85-9B15-8328883154AE}" dt="2025-11-01T23:32:16.153" v="3239" actId="20577"/>
        <pc:sldMkLst>
          <pc:docMk/>
          <pc:sldMk cId="761244998" sldId="267"/>
        </pc:sldMkLst>
        <pc:spChg chg="mod">
          <ac:chgData name="Josef Remberger" userId="7497df3f-f8b8-4cfe-8089-9b4ad60d4715" providerId="ADAL" clId="{89BE49B7-9515-4E85-9B15-8328883154AE}" dt="2025-11-01T23:30:06.149" v="3220" actId="20577"/>
          <ac:spMkLst>
            <pc:docMk/>
            <pc:sldMk cId="761244998" sldId="267"/>
            <ac:spMk id="2" creationId="{CDCB6ED1-18E3-9640-3D93-84F8B0B15004}"/>
          </ac:spMkLst>
        </pc:spChg>
        <pc:spChg chg="add del mod">
          <ac:chgData name="Josef Remberger" userId="7497df3f-f8b8-4cfe-8089-9b4ad60d4715" providerId="ADAL" clId="{89BE49B7-9515-4E85-9B15-8328883154AE}" dt="2025-10-31T13:52:25.821" v="28" actId="478"/>
          <ac:spMkLst>
            <pc:docMk/>
            <pc:sldMk cId="761244998" sldId="267"/>
            <ac:spMk id="3" creationId="{921EBA7C-0DB9-10EA-6A33-BA384BD2C1D8}"/>
          </ac:spMkLst>
        </pc:spChg>
        <pc:spChg chg="del">
          <ac:chgData name="Josef Remberger" userId="7497df3f-f8b8-4cfe-8089-9b4ad60d4715" providerId="ADAL" clId="{89BE49B7-9515-4E85-9B15-8328883154AE}" dt="2025-10-31T13:52:27.682" v="29" actId="478"/>
          <ac:spMkLst>
            <pc:docMk/>
            <pc:sldMk cId="761244998" sldId="267"/>
            <ac:spMk id="6" creationId="{40055318-CDFF-2436-5D76-D30CE5CB6A48}"/>
          </ac:spMkLst>
        </pc:spChg>
        <pc:spChg chg="mod">
          <ac:chgData name="Josef Remberger" userId="7497df3f-f8b8-4cfe-8089-9b4ad60d4715" providerId="ADAL" clId="{89BE49B7-9515-4E85-9B15-8328883154AE}" dt="2025-11-01T23:32:16.153" v="3239" actId="20577"/>
          <ac:spMkLst>
            <pc:docMk/>
            <pc:sldMk cId="761244998" sldId="267"/>
            <ac:spMk id="7" creationId="{F5C19340-9D16-A981-A772-1E4CF9E86436}"/>
          </ac:spMkLst>
        </pc:spChg>
        <pc:spChg chg="add del mod">
          <ac:chgData name="Josef Remberger" userId="7497df3f-f8b8-4cfe-8089-9b4ad60d4715" providerId="ADAL" clId="{89BE49B7-9515-4E85-9B15-8328883154AE}" dt="2025-10-31T13:52:25.821" v="28" actId="478"/>
          <ac:spMkLst>
            <pc:docMk/>
            <pc:sldMk cId="761244998" sldId="267"/>
            <ac:spMk id="8" creationId="{ECC85DC8-3911-9E08-91E0-BF736F214B54}"/>
          </ac:spMkLst>
        </pc:spChg>
        <pc:spChg chg="add mod">
          <ac:chgData name="Josef Remberger" userId="7497df3f-f8b8-4cfe-8089-9b4ad60d4715" providerId="ADAL" clId="{89BE49B7-9515-4E85-9B15-8328883154AE}" dt="2025-10-31T13:52:28.846" v="30"/>
          <ac:spMkLst>
            <pc:docMk/>
            <pc:sldMk cId="761244998" sldId="267"/>
            <ac:spMk id="9" creationId="{538F3228-0205-06E6-3875-C1DF59E5ECFB}"/>
          </ac:spMkLst>
        </pc:spChg>
        <pc:spChg chg="add mod">
          <ac:chgData name="Josef Remberger" userId="7497df3f-f8b8-4cfe-8089-9b4ad60d4715" providerId="ADAL" clId="{89BE49B7-9515-4E85-9B15-8328883154AE}" dt="2025-10-31T13:52:28.846" v="30"/>
          <ac:spMkLst>
            <pc:docMk/>
            <pc:sldMk cId="761244998" sldId="267"/>
            <ac:spMk id="10" creationId="{50E7142E-11FA-449E-4EE7-D29F41D100ED}"/>
          </ac:spMkLst>
        </pc:spChg>
      </pc:sldChg>
      <pc:sldChg chg="del">
        <pc:chgData name="Josef Remberger" userId="7497df3f-f8b8-4cfe-8089-9b4ad60d4715" providerId="ADAL" clId="{89BE49B7-9515-4E85-9B15-8328883154AE}" dt="2025-10-31T13:52:11.644" v="25" actId="2696"/>
        <pc:sldMkLst>
          <pc:docMk/>
          <pc:sldMk cId="2525855613" sldId="268"/>
        </pc:sldMkLst>
      </pc:sldChg>
      <pc:sldChg chg="del">
        <pc:chgData name="Josef Remberger" userId="7497df3f-f8b8-4cfe-8089-9b4ad60d4715" providerId="ADAL" clId="{89BE49B7-9515-4E85-9B15-8328883154AE}" dt="2025-10-31T13:52:14.334" v="26" actId="2696"/>
        <pc:sldMkLst>
          <pc:docMk/>
          <pc:sldMk cId="3939706879" sldId="269"/>
        </pc:sldMkLst>
      </pc:sldChg>
      <pc:sldChg chg="del">
        <pc:chgData name="Josef Remberger" userId="7497df3f-f8b8-4cfe-8089-9b4ad60d4715" providerId="ADAL" clId="{89BE49B7-9515-4E85-9B15-8328883154AE}" dt="2025-10-31T13:52:32.945" v="31" actId="47"/>
        <pc:sldMkLst>
          <pc:docMk/>
          <pc:sldMk cId="2423262973" sldId="272"/>
        </pc:sldMkLst>
      </pc:sldChg>
      <pc:sldChg chg="addSp delSp modSp mod">
        <pc:chgData name="Josef Remberger" userId="7497df3f-f8b8-4cfe-8089-9b4ad60d4715" providerId="ADAL" clId="{89BE49B7-9515-4E85-9B15-8328883154AE}" dt="2025-11-01T23:18:50.072" v="3151" actId="20577"/>
        <pc:sldMkLst>
          <pc:docMk/>
          <pc:sldMk cId="2664931291" sldId="273"/>
        </pc:sldMkLst>
        <pc:spChg chg="mod">
          <ac:chgData name="Josef Remberger" userId="7497df3f-f8b8-4cfe-8089-9b4ad60d4715" providerId="ADAL" clId="{89BE49B7-9515-4E85-9B15-8328883154AE}" dt="2025-11-01T23:18:50.072" v="3151" actId="20577"/>
          <ac:spMkLst>
            <pc:docMk/>
            <pc:sldMk cId="2664931291" sldId="273"/>
            <ac:spMk id="2" creationId="{BC8A5761-C58E-5FDF-F2C0-8788E28E8E12}"/>
          </ac:spMkLst>
        </pc:spChg>
        <pc:spChg chg="mod">
          <ac:chgData name="Josef Remberger" userId="7497df3f-f8b8-4cfe-8089-9b4ad60d4715" providerId="ADAL" clId="{89BE49B7-9515-4E85-9B15-8328883154AE}" dt="2025-10-31T13:51:25.122" v="20" actId="20577"/>
          <ac:spMkLst>
            <pc:docMk/>
            <pc:sldMk cId="2664931291" sldId="273"/>
            <ac:spMk id="5" creationId="{A99371BD-3289-37AA-010C-E60A7C4DEB31}"/>
          </ac:spMkLst>
        </pc:spChg>
        <pc:spChg chg="add del mod">
          <ac:chgData name="Josef Remberger" userId="7497df3f-f8b8-4cfe-8089-9b4ad60d4715" providerId="ADAL" clId="{89BE49B7-9515-4E85-9B15-8328883154AE}" dt="2025-10-31T13:47:53.209" v="3" actId="478"/>
          <ac:spMkLst>
            <pc:docMk/>
            <pc:sldMk cId="2664931291" sldId="273"/>
            <ac:spMk id="7" creationId="{497B4982-A3CC-7B1E-7270-55DF7062D900}"/>
          </ac:spMkLst>
        </pc:spChg>
        <pc:spChg chg="add mod">
          <ac:chgData name="Josef Remberger" userId="7497df3f-f8b8-4cfe-8089-9b4ad60d4715" providerId="ADAL" clId="{89BE49B7-9515-4E85-9B15-8328883154AE}" dt="2025-10-31T13:50:24.962" v="8"/>
          <ac:spMkLst>
            <pc:docMk/>
            <pc:sldMk cId="2664931291" sldId="273"/>
            <ac:spMk id="8" creationId="{D23A56C8-F25F-08D0-F747-E2E6E9DFB9D3}"/>
          </ac:spMkLst>
        </pc:spChg>
      </pc:sldChg>
      <pc:sldChg chg="del">
        <pc:chgData name="Josef Remberger" userId="7497df3f-f8b8-4cfe-8089-9b4ad60d4715" providerId="ADAL" clId="{89BE49B7-9515-4E85-9B15-8328883154AE}" dt="2025-10-31T13:51:11.595" v="19" actId="2696"/>
        <pc:sldMkLst>
          <pc:docMk/>
          <pc:sldMk cId="1055036270" sldId="274"/>
        </pc:sldMkLst>
      </pc:sldChg>
      <pc:sldChg chg="addSp delSp modSp del mod">
        <pc:chgData name="Josef Remberger" userId="7497df3f-f8b8-4cfe-8089-9b4ad60d4715" providerId="ADAL" clId="{89BE49B7-9515-4E85-9B15-8328883154AE}" dt="2025-11-01T08:24:46.858" v="1174" actId="2696"/>
        <pc:sldMkLst>
          <pc:docMk/>
          <pc:sldMk cId="2198013393" sldId="275"/>
        </pc:sldMkLst>
        <pc:spChg chg="mod">
          <ac:chgData name="Josef Remberger" userId="7497df3f-f8b8-4cfe-8089-9b4ad60d4715" providerId="ADAL" clId="{89BE49B7-9515-4E85-9B15-8328883154AE}" dt="2025-10-31T13:53:24.829" v="72" actId="20577"/>
          <ac:spMkLst>
            <pc:docMk/>
            <pc:sldMk cId="2198013393" sldId="275"/>
            <ac:spMk id="2" creationId="{5F76EC0A-4FF0-85D1-BBED-61893999F356}"/>
          </ac:spMkLst>
        </pc:spChg>
        <pc:spChg chg="mod">
          <ac:chgData name="Josef Remberger" userId="7497df3f-f8b8-4cfe-8089-9b4ad60d4715" providerId="ADAL" clId="{89BE49B7-9515-4E85-9B15-8328883154AE}" dt="2025-10-31T15:49:03.467" v="531" actId="20577"/>
          <ac:spMkLst>
            <pc:docMk/>
            <pc:sldMk cId="2198013393" sldId="275"/>
            <ac:spMk id="3" creationId="{1C985DC6-2C04-8B1A-63C0-8A68E57F7D8D}"/>
          </ac:spMkLst>
        </pc:spChg>
        <pc:spChg chg="add mod">
          <ac:chgData name="Josef Remberger" userId="7497df3f-f8b8-4cfe-8089-9b4ad60d4715" providerId="ADAL" clId="{89BE49B7-9515-4E85-9B15-8328883154AE}" dt="2025-10-31T13:52:01.890" v="23"/>
          <ac:spMkLst>
            <pc:docMk/>
            <pc:sldMk cId="2198013393" sldId="275"/>
            <ac:spMk id="6" creationId="{5609B5F4-B96A-EDFF-D9D2-3393868C60CE}"/>
          </ac:spMkLst>
        </pc:spChg>
        <pc:spChg chg="del">
          <ac:chgData name="Josef Remberger" userId="7497df3f-f8b8-4cfe-8089-9b4ad60d4715" providerId="ADAL" clId="{89BE49B7-9515-4E85-9B15-8328883154AE}" dt="2025-10-31T13:51:33.043" v="21" actId="478"/>
          <ac:spMkLst>
            <pc:docMk/>
            <pc:sldMk cId="2198013393" sldId="275"/>
            <ac:spMk id="7" creationId="{D49EFEA9-2871-FCBB-87D8-80CD648C52D9}"/>
          </ac:spMkLst>
        </pc:spChg>
        <pc:spChg chg="del">
          <ac:chgData name="Josef Remberger" userId="7497df3f-f8b8-4cfe-8089-9b4ad60d4715" providerId="ADAL" clId="{89BE49B7-9515-4E85-9B15-8328883154AE}" dt="2025-10-31T13:51:35.246" v="22" actId="478"/>
          <ac:spMkLst>
            <pc:docMk/>
            <pc:sldMk cId="2198013393" sldId="275"/>
            <ac:spMk id="8" creationId="{FB33D075-9743-29B7-25AD-3FA080587CF3}"/>
          </ac:spMkLst>
        </pc:spChg>
        <pc:spChg chg="add mod">
          <ac:chgData name="Josef Remberger" userId="7497df3f-f8b8-4cfe-8089-9b4ad60d4715" providerId="ADAL" clId="{89BE49B7-9515-4E85-9B15-8328883154AE}" dt="2025-10-31T13:52:01.890" v="23"/>
          <ac:spMkLst>
            <pc:docMk/>
            <pc:sldMk cId="2198013393" sldId="275"/>
            <ac:spMk id="9" creationId="{CEACD933-8F22-29A7-E9AC-5D793160E145}"/>
          </ac:spMkLst>
        </pc:spChg>
      </pc:sldChg>
      <pc:sldChg chg="addSp delSp modSp mod">
        <pc:chgData name="Josef Remberger" userId="7497df3f-f8b8-4cfe-8089-9b4ad60d4715" providerId="ADAL" clId="{89BE49B7-9515-4E85-9B15-8328883154AE}" dt="2025-11-01T08:19:00.028" v="982" actId="478"/>
        <pc:sldMkLst>
          <pc:docMk/>
          <pc:sldMk cId="3052998566" sldId="276"/>
        </pc:sldMkLst>
        <pc:spChg chg="add mod">
          <ac:chgData name="Josef Remberger" userId="7497df3f-f8b8-4cfe-8089-9b4ad60d4715" providerId="ADAL" clId="{89BE49B7-9515-4E85-9B15-8328883154AE}" dt="2025-10-31T13:50:32.954" v="9"/>
          <ac:spMkLst>
            <pc:docMk/>
            <pc:sldMk cId="3052998566" sldId="276"/>
            <ac:spMk id="2" creationId="{DFD8E3AA-F104-AB4A-E9A1-BAA333678FD9}"/>
          </ac:spMkLst>
        </pc:spChg>
        <pc:spChg chg="mod">
          <ac:chgData name="Josef Remberger" userId="7497df3f-f8b8-4cfe-8089-9b4ad60d4715" providerId="ADAL" clId="{89BE49B7-9515-4E85-9B15-8328883154AE}" dt="2025-10-31T13:51:04.563" v="18" actId="20577"/>
          <ac:spMkLst>
            <pc:docMk/>
            <pc:sldMk cId="3052998566" sldId="276"/>
            <ac:spMk id="6" creationId="{46E64777-270B-BA9C-6314-175811519960}"/>
          </ac:spMkLst>
        </pc:spChg>
        <pc:spChg chg="mod">
          <ac:chgData name="Josef Remberger" userId="7497df3f-f8b8-4cfe-8089-9b4ad60d4715" providerId="ADAL" clId="{89BE49B7-9515-4E85-9B15-8328883154AE}" dt="2025-10-31T13:53:04.488" v="45" actId="20577"/>
          <ac:spMkLst>
            <pc:docMk/>
            <pc:sldMk cId="3052998566" sldId="276"/>
            <ac:spMk id="7" creationId="{2E69788C-3D63-655C-B160-44D540649DD7}"/>
          </ac:spMkLst>
        </pc:spChg>
        <pc:spChg chg="mod">
          <ac:chgData name="Josef Remberger" userId="7497df3f-f8b8-4cfe-8089-9b4ad60d4715" providerId="ADAL" clId="{89BE49B7-9515-4E85-9B15-8328883154AE}" dt="2025-10-31T13:50:55.223" v="17" actId="20577"/>
          <ac:spMkLst>
            <pc:docMk/>
            <pc:sldMk cId="3052998566" sldId="276"/>
            <ac:spMk id="9" creationId="{A7B91BDE-CD1F-21C8-B76D-275F49DC50DB}"/>
          </ac:spMkLst>
        </pc:spChg>
        <pc:spChg chg="del mod">
          <ac:chgData name="Josef Remberger" userId="7497df3f-f8b8-4cfe-8089-9b4ad60d4715" providerId="ADAL" clId="{89BE49B7-9515-4E85-9B15-8328883154AE}" dt="2025-11-01T08:19:00.028" v="982" actId="478"/>
          <ac:spMkLst>
            <pc:docMk/>
            <pc:sldMk cId="3052998566" sldId="276"/>
            <ac:spMk id="11" creationId="{4681CB72-E28C-B030-FFB2-209B23019F80}"/>
          </ac:spMkLst>
        </pc:spChg>
      </pc:sldChg>
      <pc:sldChg chg="del">
        <pc:chgData name="Josef Remberger" userId="7497df3f-f8b8-4cfe-8089-9b4ad60d4715" providerId="ADAL" clId="{89BE49B7-9515-4E85-9B15-8328883154AE}" dt="2025-10-31T13:52:09.370" v="24" actId="2696"/>
        <pc:sldMkLst>
          <pc:docMk/>
          <pc:sldMk cId="2675395771" sldId="277"/>
        </pc:sldMkLst>
      </pc:sldChg>
      <pc:sldChg chg="addSp delSp modSp add mod">
        <pc:chgData name="Josef Remberger" userId="7497df3f-f8b8-4cfe-8089-9b4ad60d4715" providerId="ADAL" clId="{89BE49B7-9515-4E85-9B15-8328883154AE}" dt="2025-11-01T21:23:15.592" v="2899" actId="1076"/>
        <pc:sldMkLst>
          <pc:docMk/>
          <pc:sldMk cId="2928841050" sldId="277"/>
        </pc:sldMkLst>
        <pc:spChg chg="mod">
          <ac:chgData name="Josef Remberger" userId="7497df3f-f8b8-4cfe-8089-9b4ad60d4715" providerId="ADAL" clId="{89BE49B7-9515-4E85-9B15-8328883154AE}" dt="2025-11-01T08:24:01.690" v="1167" actId="20577"/>
          <ac:spMkLst>
            <pc:docMk/>
            <pc:sldMk cId="2928841050" sldId="277"/>
            <ac:spMk id="2" creationId="{5F76EC0A-4FF0-85D1-BBED-61893999F356}"/>
          </ac:spMkLst>
        </pc:spChg>
        <pc:spChg chg="mod">
          <ac:chgData name="Josef Remberger" userId="7497df3f-f8b8-4cfe-8089-9b4ad60d4715" providerId="ADAL" clId="{89BE49B7-9515-4E85-9B15-8328883154AE}" dt="2025-11-01T21:21:59.119" v="2889" actId="5793"/>
          <ac:spMkLst>
            <pc:docMk/>
            <pc:sldMk cId="2928841050" sldId="277"/>
            <ac:spMk id="3" creationId="{1C985DC6-2C04-8B1A-63C0-8A68E57F7D8D}"/>
          </ac:spMkLst>
        </pc:spChg>
        <pc:spChg chg="add mod">
          <ac:chgData name="Josef Remberger" userId="7497df3f-f8b8-4cfe-8089-9b4ad60d4715" providerId="ADAL" clId="{89BE49B7-9515-4E85-9B15-8328883154AE}" dt="2025-11-01T21:22:52.130" v="2895" actId="20577"/>
          <ac:spMkLst>
            <pc:docMk/>
            <pc:sldMk cId="2928841050" sldId="277"/>
            <ac:spMk id="7" creationId="{3085CE8E-1428-C63F-87F0-C43BAF8B13C9}"/>
          </ac:spMkLst>
        </pc:spChg>
        <pc:graphicFrameChg chg="add del mod modGraphic">
          <ac:chgData name="Josef Remberger" userId="7497df3f-f8b8-4cfe-8089-9b4ad60d4715" providerId="ADAL" clId="{89BE49B7-9515-4E85-9B15-8328883154AE}" dt="2025-11-01T21:23:15.592" v="2899" actId="1076"/>
          <ac:graphicFrameMkLst>
            <pc:docMk/>
            <pc:sldMk cId="2928841050" sldId="277"/>
            <ac:graphicFrameMk id="8" creationId="{7D7B7449-3F1A-8DE0-7ED6-207A0F741801}"/>
          </ac:graphicFrameMkLst>
        </pc:graphicFrameChg>
      </pc:sldChg>
      <pc:sldChg chg="addSp delSp modSp add mod">
        <pc:chgData name="Josef Remberger" userId="7497df3f-f8b8-4cfe-8089-9b4ad60d4715" providerId="ADAL" clId="{89BE49B7-9515-4E85-9B15-8328883154AE}" dt="2025-11-01T23:02:23.527" v="3140" actId="1076"/>
        <pc:sldMkLst>
          <pc:docMk/>
          <pc:sldMk cId="1948604372" sldId="278"/>
        </pc:sldMkLst>
        <pc:spChg chg="mod">
          <ac:chgData name="Josef Remberger" userId="7497df3f-f8b8-4cfe-8089-9b4ad60d4715" providerId="ADAL" clId="{89BE49B7-9515-4E85-9B15-8328883154AE}" dt="2025-10-31T15:53:20.264" v="673" actId="20577"/>
          <ac:spMkLst>
            <pc:docMk/>
            <pc:sldMk cId="1948604372" sldId="278"/>
            <ac:spMk id="2" creationId="{5F76EC0A-4FF0-85D1-BBED-61893999F356}"/>
          </ac:spMkLst>
        </pc:spChg>
        <pc:spChg chg="del">
          <ac:chgData name="Josef Remberger" userId="7497df3f-f8b8-4cfe-8089-9b4ad60d4715" providerId="ADAL" clId="{89BE49B7-9515-4E85-9B15-8328883154AE}" dt="2025-11-01T14:25:38.515" v="1917"/>
          <ac:spMkLst>
            <pc:docMk/>
            <pc:sldMk cId="1948604372" sldId="278"/>
            <ac:spMk id="3" creationId="{1C985DC6-2C04-8B1A-63C0-8A68E57F7D8D}"/>
          </ac:spMkLst>
        </pc:spChg>
        <pc:spChg chg="add mod">
          <ac:chgData name="Josef Remberger" userId="7497df3f-f8b8-4cfe-8089-9b4ad60d4715" providerId="ADAL" clId="{89BE49B7-9515-4E85-9B15-8328883154AE}" dt="2025-11-01T23:02:09.015" v="3136" actId="20577"/>
          <ac:spMkLst>
            <pc:docMk/>
            <pc:sldMk cId="1948604372" sldId="278"/>
            <ac:spMk id="10" creationId="{5E4122CC-40E7-B954-4EE9-BBB8977B50B8}"/>
          </ac:spMkLst>
        </pc:spChg>
        <pc:picChg chg="add del mod">
          <ac:chgData name="Josef Remberger" userId="7497df3f-f8b8-4cfe-8089-9b4ad60d4715" providerId="ADAL" clId="{89BE49B7-9515-4E85-9B15-8328883154AE}" dt="2025-11-01T14:25:51.764" v="1922" actId="21"/>
          <ac:picMkLst>
            <pc:docMk/>
            <pc:sldMk cId="1948604372" sldId="278"/>
            <ac:picMk id="7" creationId="{1CD83AC4-CD68-950C-4667-D551F0EA92D9}"/>
          </ac:picMkLst>
        </pc:picChg>
        <pc:picChg chg="add mod modCrop">
          <ac:chgData name="Josef Remberger" userId="7497df3f-f8b8-4cfe-8089-9b4ad60d4715" providerId="ADAL" clId="{89BE49B7-9515-4E85-9B15-8328883154AE}" dt="2025-11-01T23:02:23.527" v="3140" actId="1076"/>
          <ac:picMkLst>
            <pc:docMk/>
            <pc:sldMk cId="1948604372" sldId="278"/>
            <ac:picMk id="11" creationId="{99033AD9-1D7C-0892-AAF5-75375CFDD060}"/>
          </ac:picMkLst>
        </pc:picChg>
      </pc:sldChg>
      <pc:sldChg chg="addSp delSp modSp add del mod">
        <pc:chgData name="Josef Remberger" userId="7497df3f-f8b8-4cfe-8089-9b4ad60d4715" providerId="ADAL" clId="{89BE49B7-9515-4E85-9B15-8328883154AE}" dt="2025-11-01T23:02:32.941" v="3141" actId="2696"/>
        <pc:sldMkLst>
          <pc:docMk/>
          <pc:sldMk cId="968517584" sldId="279"/>
        </pc:sldMkLst>
        <pc:spChg chg="mod">
          <ac:chgData name="Josef Remberger" userId="7497df3f-f8b8-4cfe-8089-9b4ad60d4715" providerId="ADAL" clId="{89BE49B7-9515-4E85-9B15-8328883154AE}" dt="2025-10-31T15:53:23.363" v="675" actId="20577"/>
          <ac:spMkLst>
            <pc:docMk/>
            <pc:sldMk cId="968517584" sldId="279"/>
            <ac:spMk id="2" creationId="{5F76EC0A-4FF0-85D1-BBED-61893999F356}"/>
          </ac:spMkLst>
        </pc:spChg>
        <pc:spChg chg="mod">
          <ac:chgData name="Josef Remberger" userId="7497df3f-f8b8-4cfe-8089-9b4ad60d4715" providerId="ADAL" clId="{89BE49B7-9515-4E85-9B15-8328883154AE}" dt="2025-11-01T22:54:48.380" v="2925" actId="20577"/>
          <ac:spMkLst>
            <pc:docMk/>
            <pc:sldMk cId="968517584" sldId="279"/>
            <ac:spMk id="3" creationId="{1C985DC6-2C04-8B1A-63C0-8A68E57F7D8D}"/>
          </ac:spMkLst>
        </pc:spChg>
        <pc:picChg chg="add del mod">
          <ac:chgData name="Josef Remberger" userId="7497df3f-f8b8-4cfe-8089-9b4ad60d4715" providerId="ADAL" clId="{89BE49B7-9515-4E85-9B15-8328883154AE}" dt="2025-11-01T23:01:51.057" v="3133" actId="21"/>
          <ac:picMkLst>
            <pc:docMk/>
            <pc:sldMk cId="968517584" sldId="279"/>
            <ac:picMk id="8" creationId="{C2C4D2F5-375E-BF4D-D41C-9AB35696A066}"/>
          </ac:picMkLst>
        </pc:picChg>
      </pc:sldChg>
      <pc:sldChg chg="modSp add del mod">
        <pc:chgData name="Josef Remberger" userId="7497df3f-f8b8-4cfe-8089-9b4ad60d4715" providerId="ADAL" clId="{89BE49B7-9515-4E85-9B15-8328883154AE}" dt="2025-11-01T14:34:27.466" v="1960" actId="2696"/>
        <pc:sldMkLst>
          <pc:docMk/>
          <pc:sldMk cId="2999939464" sldId="280"/>
        </pc:sldMkLst>
        <pc:spChg chg="mod">
          <ac:chgData name="Josef Remberger" userId="7497df3f-f8b8-4cfe-8089-9b4ad60d4715" providerId="ADAL" clId="{89BE49B7-9515-4E85-9B15-8328883154AE}" dt="2025-10-31T15:44:45.393" v="283" actId="20577"/>
          <ac:spMkLst>
            <pc:docMk/>
            <pc:sldMk cId="2999939464" sldId="280"/>
            <ac:spMk id="2" creationId="{5F76EC0A-4FF0-85D1-BBED-61893999F356}"/>
          </ac:spMkLst>
        </pc:spChg>
        <pc:spChg chg="mod">
          <ac:chgData name="Josef Remberger" userId="7497df3f-f8b8-4cfe-8089-9b4ad60d4715" providerId="ADAL" clId="{89BE49B7-9515-4E85-9B15-8328883154AE}" dt="2025-11-01T14:34:19.419" v="1959" actId="20577"/>
          <ac:spMkLst>
            <pc:docMk/>
            <pc:sldMk cId="2999939464" sldId="280"/>
            <ac:spMk id="3" creationId="{1C985DC6-2C04-8B1A-63C0-8A68E57F7D8D}"/>
          </ac:spMkLst>
        </pc:spChg>
      </pc:sldChg>
      <pc:sldChg chg="addSp delSp modSp add mod">
        <pc:chgData name="Josef Remberger" userId="7497df3f-f8b8-4cfe-8089-9b4ad60d4715" providerId="ADAL" clId="{89BE49B7-9515-4E85-9B15-8328883154AE}" dt="2025-11-01T23:46:01.965" v="3312" actId="1076"/>
        <pc:sldMkLst>
          <pc:docMk/>
          <pc:sldMk cId="2584716352" sldId="281"/>
        </pc:sldMkLst>
        <pc:spChg chg="del">
          <ac:chgData name="Josef Remberger" userId="7497df3f-f8b8-4cfe-8089-9b4ad60d4715" providerId="ADAL" clId="{89BE49B7-9515-4E85-9B15-8328883154AE}" dt="2025-11-01T10:29:15.396" v="1829"/>
          <ac:spMkLst>
            <pc:docMk/>
            <pc:sldMk cId="2584716352" sldId="281"/>
            <ac:spMk id="3" creationId="{1C985DC6-2C04-8B1A-63C0-8A68E57F7D8D}"/>
          </ac:spMkLst>
        </pc:spChg>
        <pc:spChg chg="add mod">
          <ac:chgData name="Josef Remberger" userId="7497df3f-f8b8-4cfe-8089-9b4ad60d4715" providerId="ADAL" clId="{89BE49B7-9515-4E85-9B15-8328883154AE}" dt="2025-11-01T16:50:57.418" v="2322" actId="20577"/>
          <ac:spMkLst>
            <pc:docMk/>
            <pc:sldMk cId="2584716352" sldId="281"/>
            <ac:spMk id="8" creationId="{3BD5420E-FB48-EFC7-388B-DE6457780562}"/>
          </ac:spMkLst>
        </pc:spChg>
        <pc:spChg chg="add del mod">
          <ac:chgData name="Josef Remberger" userId="7497df3f-f8b8-4cfe-8089-9b4ad60d4715" providerId="ADAL" clId="{89BE49B7-9515-4E85-9B15-8328883154AE}" dt="2025-11-01T16:40:46.527" v="2087"/>
          <ac:spMkLst>
            <pc:docMk/>
            <pc:sldMk cId="2584716352" sldId="281"/>
            <ac:spMk id="11" creationId="{DA225A33-BB69-FE07-C64A-42F0A09E0973}"/>
          </ac:spMkLst>
        </pc:spChg>
        <pc:spChg chg="add mod">
          <ac:chgData name="Josef Remberger" userId="7497df3f-f8b8-4cfe-8089-9b4ad60d4715" providerId="ADAL" clId="{89BE49B7-9515-4E85-9B15-8328883154AE}" dt="2025-11-01T23:46:01.965" v="3312" actId="1076"/>
          <ac:spMkLst>
            <pc:docMk/>
            <pc:sldMk cId="2584716352" sldId="281"/>
            <ac:spMk id="12" creationId="{B53290AE-CCCE-EEF9-4394-BE1D029B7172}"/>
          </ac:spMkLst>
        </pc:spChg>
        <pc:spChg chg="add mod">
          <ac:chgData name="Josef Remberger" userId="7497df3f-f8b8-4cfe-8089-9b4ad60d4715" providerId="ADAL" clId="{89BE49B7-9515-4E85-9B15-8328883154AE}" dt="2025-11-01T23:33:10.016" v="3248" actId="20577"/>
          <ac:spMkLst>
            <pc:docMk/>
            <pc:sldMk cId="2584716352" sldId="281"/>
            <ac:spMk id="13" creationId="{A2F006B5-20AF-1C60-61E4-52D94476F48A}"/>
          </ac:spMkLst>
        </pc:spChg>
        <pc:picChg chg="add del mod">
          <ac:chgData name="Josef Remberger" userId="7497df3f-f8b8-4cfe-8089-9b4ad60d4715" providerId="ADAL" clId="{89BE49B7-9515-4E85-9B15-8328883154AE}" dt="2025-11-01T14:26:17.910" v="1934" actId="21"/>
          <ac:picMkLst>
            <pc:docMk/>
            <pc:sldMk cId="2584716352" sldId="281"/>
            <ac:picMk id="7" creationId="{DB08832D-83FE-E2B3-12F3-55EE61E8BAF9}"/>
          </ac:picMkLst>
        </pc:picChg>
        <pc:picChg chg="add mod">
          <ac:chgData name="Josef Remberger" userId="7497df3f-f8b8-4cfe-8089-9b4ad60d4715" providerId="ADAL" clId="{89BE49B7-9515-4E85-9B15-8328883154AE}" dt="2025-11-01T16:51:46.262" v="2325" actId="1076"/>
          <ac:picMkLst>
            <pc:docMk/>
            <pc:sldMk cId="2584716352" sldId="281"/>
            <ac:picMk id="10" creationId="{73F919BB-A60F-AE29-518C-5A3166CCBB73}"/>
          </ac:picMkLst>
        </pc:picChg>
      </pc:sldChg>
      <pc:sldChg chg="addSp modSp add mod">
        <pc:chgData name="Josef Remberger" userId="7497df3f-f8b8-4cfe-8089-9b4ad60d4715" providerId="ADAL" clId="{89BE49B7-9515-4E85-9B15-8328883154AE}" dt="2025-11-01T23:45:35.009" v="3303" actId="403"/>
        <pc:sldMkLst>
          <pc:docMk/>
          <pc:sldMk cId="2616653798" sldId="282"/>
        </pc:sldMkLst>
        <pc:spChg chg="mod">
          <ac:chgData name="Josef Remberger" userId="7497df3f-f8b8-4cfe-8089-9b4ad60d4715" providerId="ADAL" clId="{89BE49B7-9515-4E85-9B15-8328883154AE}" dt="2025-11-01T09:54:17.190" v="1745" actId="20577"/>
          <ac:spMkLst>
            <pc:docMk/>
            <pc:sldMk cId="2616653798" sldId="282"/>
            <ac:spMk id="2" creationId="{5F76EC0A-4FF0-85D1-BBED-61893999F356}"/>
          </ac:spMkLst>
        </pc:spChg>
        <pc:spChg chg="mod">
          <ac:chgData name="Josef Remberger" userId="7497df3f-f8b8-4cfe-8089-9b4ad60d4715" providerId="ADAL" clId="{89BE49B7-9515-4E85-9B15-8328883154AE}" dt="2025-11-01T09:56:42.140" v="1820" actId="5793"/>
          <ac:spMkLst>
            <pc:docMk/>
            <pc:sldMk cId="2616653798" sldId="282"/>
            <ac:spMk id="3" creationId="{1C985DC6-2C04-8B1A-63C0-8A68E57F7D8D}"/>
          </ac:spMkLst>
        </pc:spChg>
        <pc:spChg chg="add mod">
          <ac:chgData name="Josef Remberger" userId="7497df3f-f8b8-4cfe-8089-9b4ad60d4715" providerId="ADAL" clId="{89BE49B7-9515-4E85-9B15-8328883154AE}" dt="2025-11-01T16:44:28.279" v="2171" actId="20577"/>
          <ac:spMkLst>
            <pc:docMk/>
            <pc:sldMk cId="2616653798" sldId="282"/>
            <ac:spMk id="8" creationId="{93AA4A20-0143-A566-DF81-8CBE04E30381}"/>
          </ac:spMkLst>
        </pc:spChg>
        <pc:spChg chg="add mod">
          <ac:chgData name="Josef Remberger" userId="7497df3f-f8b8-4cfe-8089-9b4ad60d4715" providerId="ADAL" clId="{89BE49B7-9515-4E85-9B15-8328883154AE}" dt="2025-11-01T16:45:11.861" v="2249" actId="20577"/>
          <ac:spMkLst>
            <pc:docMk/>
            <pc:sldMk cId="2616653798" sldId="282"/>
            <ac:spMk id="10" creationId="{738D1860-2D61-C79E-1A3E-F848DD393A7D}"/>
          </ac:spMkLst>
        </pc:spChg>
        <pc:spChg chg="add mod">
          <ac:chgData name="Josef Remberger" userId="7497df3f-f8b8-4cfe-8089-9b4ad60d4715" providerId="ADAL" clId="{89BE49B7-9515-4E85-9B15-8328883154AE}" dt="2025-11-01T09:56:58.128" v="1821"/>
          <ac:spMkLst>
            <pc:docMk/>
            <pc:sldMk cId="2616653798" sldId="282"/>
            <ac:spMk id="11" creationId="{35879D40-70A0-C584-0F04-E69780CCFA0D}"/>
          </ac:spMkLst>
        </pc:spChg>
        <pc:spChg chg="add mod">
          <ac:chgData name="Josef Remberger" userId="7497df3f-f8b8-4cfe-8089-9b4ad60d4715" providerId="ADAL" clId="{89BE49B7-9515-4E85-9B15-8328883154AE}" dt="2025-11-01T23:45:35.009" v="3303" actId="403"/>
          <ac:spMkLst>
            <pc:docMk/>
            <pc:sldMk cId="2616653798" sldId="282"/>
            <ac:spMk id="13" creationId="{29C076FF-0CFB-ED00-1B05-8D784C337DBD}"/>
          </ac:spMkLst>
        </pc:spChg>
        <pc:spChg chg="add mod">
          <ac:chgData name="Josef Remberger" userId="7497df3f-f8b8-4cfe-8089-9b4ad60d4715" providerId="ADAL" clId="{89BE49B7-9515-4E85-9B15-8328883154AE}" dt="2025-11-01T23:32:58.900" v="3241"/>
          <ac:spMkLst>
            <pc:docMk/>
            <pc:sldMk cId="2616653798" sldId="282"/>
            <ac:spMk id="14" creationId="{31EC98AE-7E6B-63FA-39F7-F37A5220533E}"/>
          </ac:spMkLst>
        </pc:spChg>
        <pc:picChg chg="add mod">
          <ac:chgData name="Josef Remberger" userId="7497df3f-f8b8-4cfe-8089-9b4ad60d4715" providerId="ADAL" clId="{89BE49B7-9515-4E85-9B15-8328883154AE}" dt="2025-11-01T16:29:01.877" v="1986" actId="1076"/>
          <ac:picMkLst>
            <pc:docMk/>
            <pc:sldMk cId="2616653798" sldId="282"/>
            <ac:picMk id="12" creationId="{290F4FA6-76FF-9E33-A4F2-59181943A374}"/>
          </ac:picMkLst>
        </pc:picChg>
        <pc:cxnChg chg="add mod">
          <ac:chgData name="Josef Remberger" userId="7497df3f-f8b8-4cfe-8089-9b4ad60d4715" providerId="ADAL" clId="{89BE49B7-9515-4E85-9B15-8328883154AE}" dt="2025-11-01T09:53:58.011" v="1720"/>
          <ac:cxnSpMkLst>
            <pc:docMk/>
            <pc:sldMk cId="2616653798" sldId="282"/>
            <ac:cxnSpMk id="7" creationId="{8695A275-4A3A-82F5-B7B8-7B8CCB9B7D71}"/>
          </ac:cxnSpMkLst>
        </pc:cxnChg>
      </pc:sldChg>
      <pc:sldChg chg="addSp delSp modSp add mod">
        <pc:chgData name="Josef Remberger" userId="7497df3f-f8b8-4cfe-8089-9b4ad60d4715" providerId="ADAL" clId="{89BE49B7-9515-4E85-9B15-8328883154AE}" dt="2025-11-01T23:45:48.679" v="3308" actId="14100"/>
        <pc:sldMkLst>
          <pc:docMk/>
          <pc:sldMk cId="45718801" sldId="283"/>
        </pc:sldMkLst>
        <pc:spChg chg="mod">
          <ac:chgData name="Josef Remberger" userId="7497df3f-f8b8-4cfe-8089-9b4ad60d4715" providerId="ADAL" clId="{89BE49B7-9515-4E85-9B15-8328883154AE}" dt="2025-11-01T23:18:38.324" v="3149" actId="20577"/>
          <ac:spMkLst>
            <pc:docMk/>
            <pc:sldMk cId="45718801" sldId="283"/>
            <ac:spMk id="2" creationId="{5F76EC0A-4FF0-85D1-BBED-61893999F356}"/>
          </ac:spMkLst>
        </pc:spChg>
        <pc:spChg chg="del mod">
          <ac:chgData name="Josef Remberger" userId="7497df3f-f8b8-4cfe-8089-9b4ad60d4715" providerId="ADAL" clId="{89BE49B7-9515-4E85-9B15-8328883154AE}" dt="2025-10-31T15:54:59.379" v="677"/>
          <ac:spMkLst>
            <pc:docMk/>
            <pc:sldMk cId="45718801" sldId="283"/>
            <ac:spMk id="3" creationId="{1C985DC6-2C04-8B1A-63C0-8A68E57F7D8D}"/>
          </ac:spMkLst>
        </pc:spChg>
        <pc:spChg chg="add mod">
          <ac:chgData name="Josef Remberger" userId="7497df3f-f8b8-4cfe-8089-9b4ad60d4715" providerId="ADAL" clId="{89BE49B7-9515-4E85-9B15-8328883154AE}" dt="2025-11-01T23:45:48.679" v="3308" actId="14100"/>
          <ac:spMkLst>
            <pc:docMk/>
            <pc:sldMk cId="45718801" sldId="283"/>
            <ac:spMk id="3" creationId="{D5B6E3B0-139F-6AF9-6DF7-D451929BC9F2}"/>
          </ac:spMkLst>
        </pc:spChg>
        <pc:spChg chg="add mod">
          <ac:chgData name="Josef Remberger" userId="7497df3f-f8b8-4cfe-8089-9b4ad60d4715" providerId="ADAL" clId="{89BE49B7-9515-4E85-9B15-8328883154AE}" dt="2025-11-01T23:33:00.723" v="3242"/>
          <ac:spMkLst>
            <pc:docMk/>
            <pc:sldMk cId="45718801" sldId="283"/>
            <ac:spMk id="7" creationId="{0146FF2B-62D4-E5FA-612E-8ACF5BA378E2}"/>
          </ac:spMkLst>
        </pc:spChg>
        <pc:spChg chg="add del mod">
          <ac:chgData name="Josef Remberger" userId="7497df3f-f8b8-4cfe-8089-9b4ad60d4715" providerId="ADAL" clId="{89BE49B7-9515-4E85-9B15-8328883154AE}" dt="2025-11-01T08:38:49.759" v="1470" actId="478"/>
          <ac:spMkLst>
            <pc:docMk/>
            <pc:sldMk cId="45718801" sldId="283"/>
            <ac:spMk id="7" creationId="{19989A02-CFD2-88EC-1CC4-9FB244432FE9}"/>
          </ac:spMkLst>
        </pc:spChg>
        <pc:spChg chg="add del mod">
          <ac:chgData name="Josef Remberger" userId="7497df3f-f8b8-4cfe-8089-9b4ad60d4715" providerId="ADAL" clId="{89BE49B7-9515-4E85-9B15-8328883154AE}" dt="2025-11-01T17:17:11.698" v="2497" actId="478"/>
          <ac:spMkLst>
            <pc:docMk/>
            <pc:sldMk cId="45718801" sldId="283"/>
            <ac:spMk id="10" creationId="{085AE490-708E-9E25-4607-1DA518B83529}"/>
          </ac:spMkLst>
        </pc:spChg>
        <pc:spChg chg="add mod">
          <ac:chgData name="Josef Remberger" userId="7497df3f-f8b8-4cfe-8089-9b4ad60d4715" providerId="ADAL" clId="{89BE49B7-9515-4E85-9B15-8328883154AE}" dt="2025-11-01T09:54:37.481" v="1750" actId="14100"/>
          <ac:spMkLst>
            <pc:docMk/>
            <pc:sldMk cId="45718801" sldId="283"/>
            <ac:spMk id="11" creationId="{051CBD47-E95A-E591-9A1F-0FCD1D95BC9C}"/>
          </ac:spMkLst>
        </pc:spChg>
        <pc:spChg chg="add mod">
          <ac:chgData name="Josef Remberger" userId="7497df3f-f8b8-4cfe-8089-9b4ad60d4715" providerId="ADAL" clId="{89BE49B7-9515-4E85-9B15-8328883154AE}" dt="2025-11-01T09:55:05.114" v="1753" actId="1076"/>
          <ac:spMkLst>
            <pc:docMk/>
            <pc:sldMk cId="45718801" sldId="283"/>
            <ac:spMk id="15" creationId="{842FF2FE-DD29-E9DE-686B-B35A0A303F11}"/>
          </ac:spMkLst>
        </pc:spChg>
        <pc:spChg chg="add del mod">
          <ac:chgData name="Josef Remberger" userId="7497df3f-f8b8-4cfe-8089-9b4ad60d4715" providerId="ADAL" clId="{89BE49B7-9515-4E85-9B15-8328883154AE}" dt="2025-11-01T17:17:13.481" v="2498" actId="478"/>
          <ac:spMkLst>
            <pc:docMk/>
            <pc:sldMk cId="45718801" sldId="283"/>
            <ac:spMk id="17" creationId="{659D4D3D-0664-4445-270F-7A01B9443931}"/>
          </ac:spMkLst>
        </pc:spChg>
        <pc:spChg chg="add mod">
          <ac:chgData name="Josef Remberger" userId="7497df3f-f8b8-4cfe-8089-9b4ad60d4715" providerId="ADAL" clId="{89BE49B7-9515-4E85-9B15-8328883154AE}" dt="2025-11-01T09:53:23.219" v="1717" actId="1076"/>
          <ac:spMkLst>
            <pc:docMk/>
            <pc:sldMk cId="45718801" sldId="283"/>
            <ac:spMk id="18" creationId="{485DF05D-428D-4DCF-8F1A-0A10443557E5}"/>
          </ac:spMkLst>
        </pc:spChg>
        <pc:picChg chg="add mod">
          <ac:chgData name="Josef Remberger" userId="7497df3f-f8b8-4cfe-8089-9b4ad60d4715" providerId="ADAL" clId="{89BE49B7-9515-4E85-9B15-8328883154AE}" dt="2025-11-01T09:50:08.483" v="1678" actId="1076"/>
          <ac:picMkLst>
            <pc:docMk/>
            <pc:sldMk cId="45718801" sldId="283"/>
            <ac:picMk id="1026" creationId="{EFE9FCDA-0F47-7D76-BE31-1FEA52D38187}"/>
          </ac:picMkLst>
        </pc:picChg>
        <pc:cxnChg chg="add mod">
          <ac:chgData name="Josef Remberger" userId="7497df3f-f8b8-4cfe-8089-9b4ad60d4715" providerId="ADAL" clId="{89BE49B7-9515-4E85-9B15-8328883154AE}" dt="2025-11-01T08:36:17.469" v="1426" actId="1076"/>
          <ac:cxnSpMkLst>
            <pc:docMk/>
            <pc:sldMk cId="45718801" sldId="283"/>
            <ac:cxnSpMk id="13" creationId="{7BEFF858-3DFC-229F-5FEA-3864543D2175}"/>
          </ac:cxnSpMkLst>
        </pc:cxnChg>
      </pc:sldChg>
      <pc:sldChg chg="modSp add del mod">
        <pc:chgData name="Josef Remberger" userId="7497df3f-f8b8-4cfe-8089-9b4ad60d4715" providerId="ADAL" clId="{89BE49B7-9515-4E85-9B15-8328883154AE}" dt="2025-11-01T23:17:48.134" v="3144" actId="47"/>
        <pc:sldMkLst>
          <pc:docMk/>
          <pc:sldMk cId="2916633871" sldId="284"/>
        </pc:sldMkLst>
        <pc:spChg chg="mod">
          <ac:chgData name="Josef Remberger" userId="7497df3f-f8b8-4cfe-8089-9b4ad60d4715" providerId="ADAL" clId="{89BE49B7-9515-4E85-9B15-8328883154AE}" dt="2025-11-01T08:53:20.824" v="1486" actId="20577"/>
          <ac:spMkLst>
            <pc:docMk/>
            <pc:sldMk cId="2916633871" sldId="284"/>
            <ac:spMk id="2" creationId="{5F76EC0A-4FF0-85D1-BBED-61893999F356}"/>
          </ac:spMkLst>
        </pc:spChg>
        <pc:spChg chg="mod">
          <ac:chgData name="Josef Remberger" userId="7497df3f-f8b8-4cfe-8089-9b4ad60d4715" providerId="ADAL" clId="{89BE49B7-9515-4E85-9B15-8328883154AE}" dt="2025-11-01T08:54:29.474" v="1490" actId="27636"/>
          <ac:spMkLst>
            <pc:docMk/>
            <pc:sldMk cId="2916633871" sldId="284"/>
            <ac:spMk id="3" creationId="{1C985DC6-2C04-8B1A-63C0-8A68E57F7D8D}"/>
          </ac:spMkLst>
        </pc:spChg>
      </pc:sldChg>
      <pc:sldChg chg="modSp add del mod">
        <pc:chgData name="Josef Remberger" userId="7497df3f-f8b8-4cfe-8089-9b4ad60d4715" providerId="ADAL" clId="{89BE49B7-9515-4E85-9B15-8328883154AE}" dt="2025-11-01T23:17:47.381" v="3143" actId="47"/>
        <pc:sldMkLst>
          <pc:docMk/>
          <pc:sldMk cId="1676917504" sldId="285"/>
        </pc:sldMkLst>
        <pc:spChg chg="mod">
          <ac:chgData name="Josef Remberger" userId="7497df3f-f8b8-4cfe-8089-9b4ad60d4715" providerId="ADAL" clId="{89BE49B7-9515-4E85-9B15-8328883154AE}" dt="2025-11-01T08:54:49.384" v="1513" actId="20577"/>
          <ac:spMkLst>
            <pc:docMk/>
            <pc:sldMk cId="1676917504" sldId="285"/>
            <ac:spMk id="2" creationId="{5F76EC0A-4FF0-85D1-BBED-61893999F356}"/>
          </ac:spMkLst>
        </pc:spChg>
        <pc:spChg chg="mod">
          <ac:chgData name="Josef Remberger" userId="7497df3f-f8b8-4cfe-8089-9b4ad60d4715" providerId="ADAL" clId="{89BE49B7-9515-4E85-9B15-8328883154AE}" dt="2025-11-01T09:06:19.396" v="1575"/>
          <ac:spMkLst>
            <pc:docMk/>
            <pc:sldMk cId="1676917504" sldId="285"/>
            <ac:spMk id="3" creationId="{1C985DC6-2C04-8B1A-63C0-8A68E57F7D8D}"/>
          </ac:spMkLst>
        </pc:spChg>
      </pc:sldChg>
      <pc:sldChg chg="modSp add del mod">
        <pc:chgData name="Josef Remberger" userId="7497df3f-f8b8-4cfe-8089-9b4ad60d4715" providerId="ADAL" clId="{89BE49B7-9515-4E85-9B15-8328883154AE}" dt="2025-11-01T23:17:46.414" v="3142" actId="47"/>
        <pc:sldMkLst>
          <pc:docMk/>
          <pc:sldMk cId="2130277564" sldId="286"/>
        </pc:sldMkLst>
        <pc:spChg chg="mod">
          <ac:chgData name="Josef Remberger" userId="7497df3f-f8b8-4cfe-8089-9b4ad60d4715" providerId="ADAL" clId="{89BE49B7-9515-4E85-9B15-8328883154AE}" dt="2025-11-01T09:34:17.463" v="1579"/>
          <ac:spMkLst>
            <pc:docMk/>
            <pc:sldMk cId="2130277564" sldId="286"/>
            <ac:spMk id="2" creationId="{5F76EC0A-4FF0-85D1-BBED-61893999F356}"/>
          </ac:spMkLst>
        </pc:spChg>
        <pc:spChg chg="mod">
          <ac:chgData name="Josef Remberger" userId="7497df3f-f8b8-4cfe-8089-9b4ad60d4715" providerId="ADAL" clId="{89BE49B7-9515-4E85-9B15-8328883154AE}" dt="2025-11-01T09:34:43.098" v="1659" actId="20577"/>
          <ac:spMkLst>
            <pc:docMk/>
            <pc:sldMk cId="2130277564" sldId="286"/>
            <ac:spMk id="3" creationId="{1C985DC6-2C04-8B1A-63C0-8A68E57F7D8D}"/>
          </ac:spMkLst>
        </pc:spChg>
      </pc:sldChg>
      <pc:sldChg chg="addSp delSp modSp add mod">
        <pc:chgData name="Josef Remberger" userId="7497df3f-f8b8-4cfe-8089-9b4ad60d4715" providerId="ADAL" clId="{89BE49B7-9515-4E85-9B15-8328883154AE}" dt="2025-11-01T23:46:06.878" v="3314" actId="403"/>
        <pc:sldMkLst>
          <pc:docMk/>
          <pc:sldMk cId="2381378829" sldId="287"/>
        </pc:sldMkLst>
        <pc:spChg chg="add mod">
          <ac:chgData name="Josef Remberger" userId="7497df3f-f8b8-4cfe-8089-9b4ad60d4715" providerId="ADAL" clId="{89BE49B7-9515-4E85-9B15-8328883154AE}" dt="2025-11-01T17:05:13.366" v="2482" actId="20577"/>
          <ac:spMkLst>
            <pc:docMk/>
            <pc:sldMk cId="2381378829" sldId="287"/>
            <ac:spMk id="8" creationId="{5C5D9B22-C26B-648A-41BE-AD1FD4C9A5CE}"/>
          </ac:spMkLst>
        </pc:spChg>
        <pc:spChg chg="add del">
          <ac:chgData name="Josef Remberger" userId="7497df3f-f8b8-4cfe-8089-9b4ad60d4715" providerId="ADAL" clId="{89BE49B7-9515-4E85-9B15-8328883154AE}" dt="2025-11-01T13:00:59.513" v="1839"/>
          <ac:spMkLst>
            <pc:docMk/>
            <pc:sldMk cId="2381378829" sldId="287"/>
            <ac:spMk id="10" creationId="{B5B3B70E-A429-4C34-B135-B68302A37BDF}"/>
          </ac:spMkLst>
        </pc:spChg>
        <pc:spChg chg="add mod">
          <ac:chgData name="Josef Remberger" userId="7497df3f-f8b8-4cfe-8089-9b4ad60d4715" providerId="ADAL" clId="{89BE49B7-9515-4E85-9B15-8328883154AE}" dt="2025-11-01T23:46:06.878" v="3314" actId="403"/>
          <ac:spMkLst>
            <pc:docMk/>
            <pc:sldMk cId="2381378829" sldId="287"/>
            <ac:spMk id="12" creationId="{484A927F-AC8F-14EC-6C3E-A7892EF21D5E}"/>
          </ac:spMkLst>
        </pc:spChg>
        <pc:spChg chg="add mod">
          <ac:chgData name="Josef Remberger" userId="7497df3f-f8b8-4cfe-8089-9b4ad60d4715" providerId="ADAL" clId="{89BE49B7-9515-4E85-9B15-8328883154AE}" dt="2025-11-01T23:34:06.020" v="3260" actId="20577"/>
          <ac:spMkLst>
            <pc:docMk/>
            <pc:sldMk cId="2381378829" sldId="287"/>
            <ac:spMk id="13" creationId="{E56BA1FA-7195-110C-3507-D073442F10F3}"/>
          </ac:spMkLst>
        </pc:spChg>
        <pc:picChg chg="del">
          <ac:chgData name="Josef Remberger" userId="7497df3f-f8b8-4cfe-8089-9b4ad60d4715" providerId="ADAL" clId="{89BE49B7-9515-4E85-9B15-8328883154AE}" dt="2025-11-01T13:00:47.037" v="1834" actId="478"/>
          <ac:picMkLst>
            <pc:docMk/>
            <pc:sldMk cId="2381378829" sldId="287"/>
            <ac:picMk id="7" creationId="{DB08832D-83FE-E2B3-12F3-55EE61E8BAF9}"/>
          </ac:picMkLst>
        </pc:picChg>
        <pc:picChg chg="add mod modCrop">
          <ac:chgData name="Josef Remberger" userId="7497df3f-f8b8-4cfe-8089-9b4ad60d4715" providerId="ADAL" clId="{89BE49B7-9515-4E85-9B15-8328883154AE}" dt="2025-11-01T17:05:43.443" v="2490" actId="1076"/>
          <ac:picMkLst>
            <pc:docMk/>
            <pc:sldMk cId="2381378829" sldId="287"/>
            <ac:picMk id="11" creationId="{741C9F75-45A0-CBA3-3614-B93639BD8FB3}"/>
          </ac:picMkLst>
        </pc:picChg>
      </pc:sldChg>
      <pc:sldChg chg="addSp delSp modSp add mod">
        <pc:chgData name="Josef Remberger" userId="7497df3f-f8b8-4cfe-8089-9b4ad60d4715" providerId="ADAL" clId="{89BE49B7-9515-4E85-9B15-8328883154AE}" dt="2025-11-01T23:34:39.954" v="3265" actId="20577"/>
        <pc:sldMkLst>
          <pc:docMk/>
          <pc:sldMk cId="3934265066" sldId="288"/>
        </pc:sldMkLst>
        <pc:spChg chg="mod">
          <ac:chgData name="Josef Remberger" userId="7497df3f-f8b8-4cfe-8089-9b4ad60d4715" providerId="ADAL" clId="{89BE49B7-9515-4E85-9B15-8328883154AE}" dt="2025-11-01T23:22:53.308" v="3180" actId="20577"/>
          <ac:spMkLst>
            <pc:docMk/>
            <pc:sldMk cId="3934265066" sldId="288"/>
            <ac:spMk id="8" creationId="{5C5D9B22-C26B-648A-41BE-AD1FD4C9A5CE}"/>
          </ac:spMkLst>
        </pc:spChg>
        <pc:spChg chg="add del mod">
          <ac:chgData name="Josef Remberger" userId="7497df3f-f8b8-4cfe-8089-9b4ad60d4715" providerId="ADAL" clId="{89BE49B7-9515-4E85-9B15-8328883154AE}" dt="2025-11-01T23:19:47.728" v="3157" actId="478"/>
          <ac:spMkLst>
            <pc:docMk/>
            <pc:sldMk cId="3934265066" sldId="288"/>
            <ac:spMk id="10" creationId="{C584C15A-A9A4-47BC-5B11-C677BD028994}"/>
          </ac:spMkLst>
        </pc:spChg>
        <pc:spChg chg="add">
          <ac:chgData name="Josef Remberger" userId="7497df3f-f8b8-4cfe-8089-9b4ad60d4715" providerId="ADAL" clId="{89BE49B7-9515-4E85-9B15-8328883154AE}" dt="2025-11-01T23:19:54.665" v="3158" actId="22"/>
          <ac:spMkLst>
            <pc:docMk/>
            <pc:sldMk cId="3934265066" sldId="288"/>
            <ac:spMk id="13" creationId="{57ED6A15-EF66-99AC-248E-194F65251BB2}"/>
          </ac:spMkLst>
        </pc:spChg>
        <pc:spChg chg="add del mod ord">
          <ac:chgData name="Josef Remberger" userId="7497df3f-f8b8-4cfe-8089-9b4ad60d4715" providerId="ADAL" clId="{89BE49B7-9515-4E85-9B15-8328883154AE}" dt="2025-11-01T23:20:38.943" v="3166" actId="478"/>
          <ac:spMkLst>
            <pc:docMk/>
            <pc:sldMk cId="3934265066" sldId="288"/>
            <ac:spMk id="15" creationId="{1838C81D-D0ED-0887-65B0-C9DD6F3D5088}"/>
          </ac:spMkLst>
        </pc:spChg>
        <pc:spChg chg="add mod">
          <ac:chgData name="Josef Remberger" userId="7497df3f-f8b8-4cfe-8089-9b4ad60d4715" providerId="ADAL" clId="{89BE49B7-9515-4E85-9B15-8328883154AE}" dt="2025-11-01T23:25:29.411" v="3184" actId="1076"/>
          <ac:spMkLst>
            <pc:docMk/>
            <pc:sldMk cId="3934265066" sldId="288"/>
            <ac:spMk id="16" creationId="{CDD02747-067E-3E73-0ADF-13B665D6A2A0}"/>
          </ac:spMkLst>
        </pc:spChg>
        <pc:spChg chg="add mod">
          <ac:chgData name="Josef Remberger" userId="7497df3f-f8b8-4cfe-8089-9b4ad60d4715" providerId="ADAL" clId="{89BE49B7-9515-4E85-9B15-8328883154AE}" dt="2025-11-01T23:34:39.954" v="3265" actId="20577"/>
          <ac:spMkLst>
            <pc:docMk/>
            <pc:sldMk cId="3934265066" sldId="288"/>
            <ac:spMk id="17" creationId="{BD4AD707-998C-6CE6-57AC-A788B4698310}"/>
          </ac:spMkLst>
        </pc:spChg>
        <pc:picChg chg="add mod">
          <ac:chgData name="Josef Remberger" userId="7497df3f-f8b8-4cfe-8089-9b4ad60d4715" providerId="ADAL" clId="{89BE49B7-9515-4E85-9B15-8328883154AE}" dt="2025-11-01T23:26:07.270" v="3185" actId="1076"/>
          <ac:picMkLst>
            <pc:docMk/>
            <pc:sldMk cId="3934265066" sldId="288"/>
            <ac:picMk id="3" creationId="{52E4AB36-5643-E632-55E0-12DE4279001F}"/>
          </ac:picMkLst>
        </pc:picChg>
        <pc:picChg chg="del">
          <ac:chgData name="Josef Remberger" userId="7497df3f-f8b8-4cfe-8089-9b4ad60d4715" providerId="ADAL" clId="{89BE49B7-9515-4E85-9B15-8328883154AE}" dt="2025-11-01T13:01:35.942" v="1848" actId="478"/>
          <ac:picMkLst>
            <pc:docMk/>
            <pc:sldMk cId="3934265066" sldId="288"/>
            <ac:picMk id="11" creationId="{741C9F75-45A0-CBA3-3614-B93639BD8FB3}"/>
          </ac:picMkLst>
        </pc:picChg>
      </pc:sldChg>
      <pc:sldChg chg="addSp delSp modSp add mod ord">
        <pc:chgData name="Josef Remberger" userId="7497df3f-f8b8-4cfe-8089-9b4ad60d4715" providerId="ADAL" clId="{89BE49B7-9515-4E85-9B15-8328883154AE}" dt="2025-11-01T23:46:19.136" v="3317" actId="14100"/>
        <pc:sldMkLst>
          <pc:docMk/>
          <pc:sldMk cId="2771619619" sldId="289"/>
        </pc:sldMkLst>
        <pc:spChg chg="add del">
          <ac:chgData name="Josef Remberger" userId="7497df3f-f8b8-4cfe-8089-9b4ad60d4715" providerId="ADAL" clId="{89BE49B7-9515-4E85-9B15-8328883154AE}" dt="2025-11-01T17:28:50.939" v="2585" actId="478"/>
          <ac:spMkLst>
            <pc:docMk/>
            <pc:sldMk cId="2771619619" sldId="289"/>
            <ac:spMk id="7" creationId="{E4120D8B-A2A5-7758-5941-5601FEF9DCF1}"/>
          </ac:spMkLst>
        </pc:spChg>
        <pc:spChg chg="add del mod">
          <ac:chgData name="Josef Remberger" userId="7497df3f-f8b8-4cfe-8089-9b4ad60d4715" providerId="ADAL" clId="{89BE49B7-9515-4E85-9B15-8328883154AE}" dt="2025-11-01T17:29:17.269" v="2595" actId="20577"/>
          <ac:spMkLst>
            <pc:docMk/>
            <pc:sldMk cId="2771619619" sldId="289"/>
            <ac:spMk id="8" creationId="{5C5D9B22-C26B-648A-41BE-AD1FD4C9A5CE}"/>
          </ac:spMkLst>
        </pc:spChg>
        <pc:spChg chg="add del mod">
          <ac:chgData name="Josef Remberger" userId="7497df3f-f8b8-4cfe-8089-9b4ad60d4715" providerId="ADAL" clId="{89BE49B7-9515-4E85-9B15-8328883154AE}" dt="2025-11-01T17:28:45.056" v="2584" actId="478"/>
          <ac:spMkLst>
            <pc:docMk/>
            <pc:sldMk cId="2771619619" sldId="289"/>
            <ac:spMk id="10" creationId="{77A681E5-DBCE-0F14-7D09-F782AEA48992}"/>
          </ac:spMkLst>
        </pc:spChg>
        <pc:spChg chg="add mod">
          <ac:chgData name="Josef Remberger" userId="7497df3f-f8b8-4cfe-8089-9b4ad60d4715" providerId="ADAL" clId="{89BE49B7-9515-4E85-9B15-8328883154AE}" dt="2025-11-01T23:46:19.136" v="3317" actId="14100"/>
          <ac:spMkLst>
            <pc:docMk/>
            <pc:sldMk cId="2771619619" sldId="289"/>
            <ac:spMk id="11" creationId="{9A00A1D7-772D-F443-D8EC-7BF2640D54BB}"/>
          </ac:spMkLst>
        </pc:spChg>
        <pc:spChg chg="add mod">
          <ac:chgData name="Josef Remberger" userId="7497df3f-f8b8-4cfe-8089-9b4ad60d4715" providerId="ADAL" clId="{89BE49B7-9515-4E85-9B15-8328883154AE}" dt="2025-11-01T23:34:18.931" v="3262"/>
          <ac:spMkLst>
            <pc:docMk/>
            <pc:sldMk cId="2771619619" sldId="289"/>
            <ac:spMk id="12" creationId="{470F7238-3451-B2DD-2DC6-7729E360FF41}"/>
          </ac:spMkLst>
        </pc:spChg>
        <pc:picChg chg="add mod">
          <ac:chgData name="Josef Remberger" userId="7497df3f-f8b8-4cfe-8089-9b4ad60d4715" providerId="ADAL" clId="{89BE49B7-9515-4E85-9B15-8328883154AE}" dt="2025-11-01T17:29:29.157" v="2598" actId="1076"/>
          <ac:picMkLst>
            <pc:docMk/>
            <pc:sldMk cId="2771619619" sldId="289"/>
            <ac:picMk id="3" creationId="{5E9B842B-8CDF-FE7E-4EA0-D0D4AE736E42}"/>
          </ac:picMkLst>
        </pc:picChg>
      </pc:sldChg>
      <pc:sldChg chg="new del">
        <pc:chgData name="Josef Remberger" userId="7497df3f-f8b8-4cfe-8089-9b4ad60d4715" providerId="ADAL" clId="{89BE49B7-9515-4E85-9B15-8328883154AE}" dt="2025-11-01T16:35:07.324" v="2024" actId="2696"/>
        <pc:sldMkLst>
          <pc:docMk/>
          <pc:sldMk cId="3727430601" sldId="290"/>
        </pc:sldMkLst>
      </pc:sldChg>
      <pc:sldChg chg="new del">
        <pc:chgData name="Josef Remberger" userId="7497df3f-f8b8-4cfe-8089-9b4ad60d4715" providerId="ADAL" clId="{89BE49B7-9515-4E85-9B15-8328883154AE}" dt="2025-11-01T14:37:16.435" v="1965" actId="2696"/>
        <pc:sldMkLst>
          <pc:docMk/>
          <pc:sldMk cId="3821683403" sldId="290"/>
        </pc:sldMkLst>
      </pc:sldChg>
      <pc:sldMasterChg chg="delSp modSp mod">
        <pc:chgData name="Josef Remberger" userId="7497df3f-f8b8-4cfe-8089-9b4ad60d4715" providerId="ADAL" clId="{89BE49B7-9515-4E85-9B15-8328883154AE}" dt="2025-10-31T13:50:16.255" v="7" actId="478"/>
        <pc:sldMasterMkLst>
          <pc:docMk/>
          <pc:sldMasterMk cId="2653178425" sldId="2147483660"/>
        </pc:sldMasterMkLst>
        <pc:spChg chg="mod">
          <ac:chgData name="Josef Remberger" userId="7497df3f-f8b8-4cfe-8089-9b4ad60d4715" providerId="ADAL" clId="{89BE49B7-9515-4E85-9B15-8328883154AE}" dt="2025-10-31T13:47:22.724" v="1" actId="20577"/>
          <ac:spMkLst>
            <pc:docMk/>
            <pc:sldMasterMk cId="2653178425" sldId="2147483660"/>
            <ac:spMk id="5" creationId="{F164827E-F028-4C94-EB63-600BCABCD15C}"/>
          </ac:spMkLst>
        </pc:spChg>
        <pc:spChg chg="del mod">
          <ac:chgData name="Josef Remberger" userId="7497df3f-f8b8-4cfe-8089-9b4ad60d4715" providerId="ADAL" clId="{89BE49B7-9515-4E85-9B15-8328883154AE}" dt="2025-10-31T13:50:16.255" v="7" actId="478"/>
          <ac:spMkLst>
            <pc:docMk/>
            <pc:sldMasterMk cId="2653178425" sldId="2147483660"/>
            <ac:spMk id="10" creationId="{29D1E917-6813-D282-C770-7DEAF2BEF5AE}"/>
          </ac:spMkLst>
        </pc:spChg>
      </pc:sldMasterChg>
    </pc:docChg>
  </pc:docChgLst>
  <pc:docChgLst>
    <pc:chgData name="Josef Remberger" userId="S::jore7960@stud.hs-flensburg.de::7497df3f-f8b8-4cfe-8089-9b4ad60d4715" providerId="AD" clId="Web-{72798535-7DA3-519C-2C60-A6D8204F4EAA}"/>
    <pc:docChg chg="modSld">
      <pc:chgData name="Josef Remberger" userId="S::jore7960@stud.hs-flensburg.de::7497df3f-f8b8-4cfe-8089-9b4ad60d4715" providerId="AD" clId="Web-{72798535-7DA3-519C-2C60-A6D8204F4EAA}" dt="2025-11-01T08:18:36.397" v="11"/>
      <pc:docMkLst>
        <pc:docMk/>
      </pc:docMkLst>
      <pc:sldChg chg="modSp">
        <pc:chgData name="Josef Remberger" userId="S::jore7960@stud.hs-flensburg.de::7497df3f-f8b8-4cfe-8089-9b4ad60d4715" providerId="AD" clId="Web-{72798535-7DA3-519C-2C60-A6D8204F4EAA}" dt="2025-11-01T08:11:20.471" v="5" actId="20577"/>
        <pc:sldMkLst>
          <pc:docMk/>
          <pc:sldMk cId="1493159916" sldId="263"/>
        </pc:sldMkLst>
        <pc:spChg chg="mod">
          <ac:chgData name="Josef Remberger" userId="S::jore7960@stud.hs-flensburg.de::7497df3f-f8b8-4cfe-8089-9b4ad60d4715" providerId="AD" clId="Web-{72798535-7DA3-519C-2C60-A6D8204F4EAA}" dt="2025-11-01T08:11:20.471" v="5" actId="20577"/>
          <ac:spMkLst>
            <pc:docMk/>
            <pc:sldMk cId="1493159916" sldId="263"/>
            <ac:spMk id="16" creationId="{C45C6A5A-D647-B958-532A-B6FD2180F534}"/>
          </ac:spMkLst>
        </pc:spChg>
      </pc:sldChg>
      <pc:sldChg chg="addSp modSp">
        <pc:chgData name="Josef Remberger" userId="S::jore7960@stud.hs-flensburg.de::7497df3f-f8b8-4cfe-8089-9b4ad60d4715" providerId="AD" clId="Web-{72798535-7DA3-519C-2C60-A6D8204F4EAA}" dt="2025-11-01T08:11:37.987" v="6"/>
        <pc:sldMkLst>
          <pc:docMk/>
          <pc:sldMk cId="2198013393" sldId="275"/>
        </pc:sldMkLst>
        <pc:spChg chg="add mod">
          <ac:chgData name="Josef Remberger" userId="S::jore7960@stud.hs-flensburg.de::7497df3f-f8b8-4cfe-8089-9b4ad60d4715" providerId="AD" clId="Web-{72798535-7DA3-519C-2C60-A6D8204F4EAA}" dt="2025-11-01T08:11:37.987" v="6"/>
          <ac:spMkLst>
            <pc:docMk/>
            <pc:sldMk cId="2198013393" sldId="275"/>
            <ac:spMk id="8" creationId="{CDB11D54-1232-B456-F517-EDF7A70EDA86}"/>
          </ac:spMkLst>
        </pc:spChg>
      </pc:sldChg>
      <pc:sldChg chg="addSp delSp modSp">
        <pc:chgData name="Josef Remberger" userId="S::jore7960@stud.hs-flensburg.de::7497df3f-f8b8-4cfe-8089-9b4ad60d4715" providerId="AD" clId="Web-{72798535-7DA3-519C-2C60-A6D8204F4EAA}" dt="2025-11-01T08:18:36.397" v="11"/>
        <pc:sldMkLst>
          <pc:docMk/>
          <pc:sldMk cId="3052998566" sldId="276"/>
        </pc:sldMkLst>
        <pc:spChg chg="del">
          <ac:chgData name="Josef Remberger" userId="S::jore7960@stud.hs-flensburg.de::7497df3f-f8b8-4cfe-8089-9b4ad60d4715" providerId="AD" clId="Web-{72798535-7DA3-519C-2C60-A6D8204F4EAA}" dt="2025-11-01T08:18:20.364" v="7"/>
          <ac:spMkLst>
            <pc:docMk/>
            <pc:sldMk cId="3052998566" sldId="276"/>
            <ac:spMk id="8" creationId="{798FF2E8-9003-14B1-C723-372819E3CE43}"/>
          </ac:spMkLst>
        </pc:spChg>
        <pc:spChg chg="del">
          <ac:chgData name="Josef Remberger" userId="S::jore7960@stud.hs-flensburg.de::7497df3f-f8b8-4cfe-8089-9b4ad60d4715" providerId="AD" clId="Web-{72798535-7DA3-519C-2C60-A6D8204F4EAA}" dt="2025-11-01T08:18:36.397" v="11"/>
          <ac:spMkLst>
            <pc:docMk/>
            <pc:sldMk cId="3052998566" sldId="276"/>
            <ac:spMk id="9" creationId="{A7B91BDE-CD1F-21C8-B76D-275F49DC50DB}"/>
          </ac:spMkLst>
        </pc:spChg>
        <pc:spChg chg="add mod">
          <ac:chgData name="Josef Remberger" userId="S::jore7960@stud.hs-flensburg.de::7497df3f-f8b8-4cfe-8089-9b4ad60d4715" providerId="AD" clId="Web-{72798535-7DA3-519C-2C60-A6D8204F4EAA}" dt="2025-11-01T08:18:36.397" v="11"/>
          <ac:spMkLst>
            <pc:docMk/>
            <pc:sldMk cId="3052998566" sldId="276"/>
            <ac:spMk id="11" creationId="{4681CB72-E28C-B030-FFB2-209B23019F80}"/>
          </ac:spMkLst>
        </pc:spChg>
        <pc:picChg chg="add mod ord">
          <ac:chgData name="Josef Remberger" userId="S::jore7960@stud.hs-flensburg.de::7497df3f-f8b8-4cfe-8089-9b4ad60d4715" providerId="AD" clId="Web-{72798535-7DA3-519C-2C60-A6D8204F4EAA}" dt="2025-11-01T08:18:31.990" v="10" actId="1076"/>
          <ac:picMkLst>
            <pc:docMk/>
            <pc:sldMk cId="3052998566" sldId="276"/>
            <ac:picMk id="3" creationId="{FD8E53B5-94EA-E466-BE78-20C2909A1ED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01.11.2025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44)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</a:t>
            </a:r>
            <a:r>
              <a:rPr lang="it-IT" b="1"/>
              <a:t>BUT</a:t>
            </a:r>
            <a:br>
              <a:rPr lang="it-IT"/>
            </a:br>
            <a:r>
              <a:rPr lang="it-IT"/>
              <a:t>use the </a:t>
            </a:r>
            <a:r>
              <a:rPr lang="it-IT" err="1"/>
              <a:t>same</a:t>
            </a:r>
            <a:r>
              <a:rPr lang="it-IT"/>
              <a:t> style and short, concise bullet points) </a:t>
            </a:r>
            <a:br>
              <a:rPr lang="it-IT"/>
            </a:br>
            <a:r>
              <a:rPr lang="it-IT" err="1"/>
              <a:t>Only</a:t>
            </a:r>
            <a:r>
              <a:rPr lang="it-IT"/>
              <a:t> </a:t>
            </a:r>
            <a:r>
              <a:rPr lang="it-IT" err="1"/>
              <a:t>topics</a:t>
            </a:r>
            <a:r>
              <a:rPr lang="it-IT"/>
              <a:t> for the 4 min </a:t>
            </a:r>
            <a:r>
              <a:rPr lang="it-IT" err="1"/>
              <a:t>timeslot</a:t>
            </a:r>
            <a:r>
              <a:rPr lang="it-IT"/>
              <a:t>!</a:t>
            </a:r>
            <a:endParaRPr lang="en-GB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7DF5AC43-E5EF-0524-5C72-3AC43D2D1965}"/>
              </a:ext>
            </a:extLst>
          </p:cNvPr>
          <p:cNvSpPr/>
          <p:nvPr userDrawn="1"/>
        </p:nvSpPr>
        <p:spPr>
          <a:xfrm>
            <a:off x="7392013" y="172238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Use the </a:t>
            </a:r>
            <a:r>
              <a:rPr lang="it-IT" err="1"/>
              <a:t>heading</a:t>
            </a:r>
            <a:r>
              <a:rPr lang="it-IT"/>
              <a:t> in the </a:t>
            </a:r>
            <a:r>
              <a:rPr lang="it-IT" err="1"/>
              <a:t>same</a:t>
            </a:r>
            <a:r>
              <a:rPr lang="it-IT"/>
              <a:t> style </a:t>
            </a:r>
            <a:endParaRPr lang="en-GB"/>
          </a:p>
        </p:txBody>
      </p:sp>
      <p:cxnSp>
        <p:nvCxnSpPr>
          <p:cNvPr id="5" name="Straight Arrow Connector 21">
            <a:extLst>
              <a:ext uri="{FF2B5EF4-FFF2-40B4-BE49-F238E27FC236}">
                <a16:creationId xmlns:a16="http://schemas.microsoft.com/office/drawing/2014/main" id="{E14BA36E-5CEF-0525-3ADE-5A38CD19B2C1}"/>
              </a:ext>
            </a:extLst>
          </p:cNvPr>
          <p:cNvCxnSpPr>
            <a:cxnSpLocks/>
            <a:stCxn id="3" idx="0"/>
          </p:cNvCxnSpPr>
          <p:nvPr userDrawn="1"/>
        </p:nvCxnSpPr>
        <p:spPr>
          <a:xfrm flipH="1" flipV="1">
            <a:off x="7108466" y="1095661"/>
            <a:ext cx="1585182" cy="6267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66B44A4-CCF4-F4ED-41B9-357EC476AE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Griid</a:t>
            </a:r>
            <a:r>
              <a:rPr lang="en-GB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1"/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Use [1], [2], [3] for </a:t>
            </a:r>
            <a:r>
              <a:rPr lang="it-IT" err="1"/>
              <a:t>everything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have</a:t>
            </a:r>
            <a:r>
              <a:rPr lang="it-IT"/>
              <a:t> from a source (</a:t>
            </a:r>
            <a:r>
              <a:rPr lang="it-IT" err="1"/>
              <a:t>numbers</a:t>
            </a:r>
            <a:r>
              <a:rPr lang="it-IT"/>
              <a:t> </a:t>
            </a:r>
            <a:r>
              <a:rPr lang="it-IT" err="1"/>
              <a:t>should</a:t>
            </a:r>
            <a:r>
              <a:rPr lang="it-IT"/>
              <a:t> be the </a:t>
            </a:r>
            <a:r>
              <a:rPr lang="it-IT" err="1"/>
              <a:t>same</a:t>
            </a:r>
            <a:r>
              <a:rPr lang="it-IT"/>
              <a:t> like in the </a:t>
            </a:r>
            <a:r>
              <a:rPr lang="it-IT" err="1"/>
              <a:t>bibliography</a:t>
            </a:r>
            <a:r>
              <a:rPr lang="it-IT"/>
              <a:t>) (</a:t>
            </a:r>
            <a:r>
              <a:rPr lang="it-IT" err="1"/>
              <a:t>incl</a:t>
            </a:r>
            <a:r>
              <a:rPr lang="it-IT"/>
              <a:t>. pictures /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created</a:t>
            </a:r>
            <a:r>
              <a:rPr lang="it-IT"/>
              <a:t> </a:t>
            </a:r>
            <a:r>
              <a:rPr lang="it-IT" err="1"/>
              <a:t>them</a:t>
            </a:r>
            <a:r>
              <a:rPr lang="it-IT"/>
              <a:t> by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own</a:t>
            </a:r>
            <a:r>
              <a:rPr lang="it-IT"/>
              <a:t>, </a:t>
            </a:r>
            <a:r>
              <a:rPr lang="it-IT" err="1"/>
              <a:t>declare</a:t>
            </a:r>
            <a:r>
              <a:rPr lang="it-IT"/>
              <a:t> </a:t>
            </a:r>
            <a:r>
              <a:rPr lang="it-IT" err="1"/>
              <a:t>them</a:t>
            </a:r>
            <a:r>
              <a:rPr lang="it-IT"/>
              <a:t> </a:t>
            </a:r>
            <a:r>
              <a:rPr lang="it-IT" err="1"/>
              <a:t>as</a:t>
            </a:r>
            <a:r>
              <a:rPr lang="it-IT"/>
              <a:t> a </a:t>
            </a:r>
            <a:r>
              <a:rPr lang="it-IT" err="1"/>
              <a:t>thing</a:t>
            </a:r>
            <a:r>
              <a:rPr lang="it-IT"/>
              <a:t> </a:t>
            </a:r>
            <a:r>
              <a:rPr lang="it-IT" err="1"/>
              <a:t>you’ve</a:t>
            </a:r>
            <a:r>
              <a:rPr lang="it-IT"/>
              <a:t> </a:t>
            </a:r>
            <a:r>
              <a:rPr lang="it-IT" err="1"/>
              <a:t>done</a:t>
            </a:r>
            <a:r>
              <a:rPr lang="it-IT"/>
              <a:t> ) [Style </a:t>
            </a:r>
            <a:r>
              <a:rPr lang="it-IT" err="1"/>
              <a:t>Aptos</a:t>
            </a:r>
            <a:r>
              <a:rPr lang="it-IT"/>
              <a:t>/14]</a:t>
            </a:r>
            <a:endParaRPr lang="en-GB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</a:t>
            </a:r>
            <a:r>
              <a:rPr lang="it-IT" b="1"/>
              <a:t>BUT</a:t>
            </a:r>
          </a:p>
          <a:p>
            <a:pPr algn="ctr"/>
            <a:r>
              <a:rPr lang="it-IT"/>
              <a:t>an </a:t>
            </a:r>
            <a:r>
              <a:rPr lang="it-IT" err="1"/>
              <a:t>intial</a:t>
            </a:r>
            <a:r>
              <a:rPr lang="it-IT"/>
              <a:t> slide with </a:t>
            </a:r>
            <a:r>
              <a:rPr lang="it-IT" err="1"/>
              <a:t>all</a:t>
            </a:r>
            <a:r>
              <a:rPr lang="it-IT"/>
              <a:t> the tasks </a:t>
            </a:r>
            <a:r>
              <a:rPr lang="it-IT" err="1"/>
              <a:t>completed</a:t>
            </a:r>
            <a:r>
              <a:rPr lang="it-IT"/>
              <a:t> for the week </a:t>
            </a:r>
            <a:r>
              <a:rPr lang="it-IT" err="1"/>
              <a:t>should</a:t>
            </a:r>
            <a:r>
              <a:rPr lang="it-IT"/>
              <a:t> </a:t>
            </a:r>
            <a:r>
              <a:rPr lang="it-IT" err="1"/>
              <a:t>always</a:t>
            </a:r>
            <a:r>
              <a:rPr lang="it-IT"/>
              <a:t> be </a:t>
            </a:r>
            <a:r>
              <a:rPr lang="it-IT" err="1"/>
              <a:t>included</a:t>
            </a:r>
            <a:br>
              <a:rPr lang="it-IT"/>
            </a:br>
            <a:r>
              <a:rPr lang="it-IT"/>
              <a:t>Use the </a:t>
            </a:r>
            <a:r>
              <a:rPr lang="it-IT" err="1"/>
              <a:t>same</a:t>
            </a:r>
            <a:r>
              <a:rPr lang="it-IT"/>
              <a:t> style, do </a:t>
            </a:r>
            <a:r>
              <a:rPr lang="it-IT" err="1"/>
              <a:t>not</a:t>
            </a:r>
            <a:r>
              <a:rPr lang="it-IT"/>
              <a:t> </a:t>
            </a:r>
            <a:r>
              <a:rPr lang="it-IT" err="1"/>
              <a:t>write</a:t>
            </a:r>
            <a:r>
              <a:rPr lang="it-IT"/>
              <a:t> more text </a:t>
            </a:r>
            <a:r>
              <a:rPr lang="it-IT" err="1"/>
              <a:t>than</a:t>
            </a:r>
            <a:r>
              <a:rPr lang="it-IT"/>
              <a:t> </a:t>
            </a:r>
            <a:r>
              <a:rPr lang="it-IT" err="1"/>
              <a:t>necessary</a:t>
            </a:r>
            <a:r>
              <a:rPr lang="it-IT"/>
              <a:t> (short, concise bullet points are </a:t>
            </a:r>
            <a:r>
              <a:rPr lang="it-IT" err="1"/>
              <a:t>often</a:t>
            </a:r>
            <a:r>
              <a:rPr lang="it-IT"/>
              <a:t> </a:t>
            </a:r>
            <a:r>
              <a:rPr lang="it-IT" err="1"/>
              <a:t>enough</a:t>
            </a:r>
            <a:r>
              <a:rPr lang="it-IT"/>
              <a:t>)</a:t>
            </a:r>
            <a:endParaRPr lang="en-GB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21482-13B3-7966-1561-2C8B2003D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Griid</a:t>
            </a:r>
            <a:r>
              <a:rPr lang="en-GB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F4671D2-6B89-9B90-5B1E-A013325B2C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Griid</a:t>
            </a:r>
            <a:r>
              <a:rPr lang="en-GB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 22)</a:t>
            </a:r>
          </a:p>
          <a:p>
            <a:pPr lvl="1"/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BUT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use </a:t>
            </a:r>
            <a:r>
              <a:rPr lang="it-IT" err="1"/>
              <a:t>underpoints</a:t>
            </a:r>
            <a:r>
              <a:rPr lang="it-IT"/>
              <a:t> </a:t>
            </a:r>
            <a:r>
              <a:rPr lang="it-IT" err="1"/>
              <a:t>please</a:t>
            </a:r>
            <a:r>
              <a:rPr lang="it-IT"/>
              <a:t> with the i, ii, iii….</a:t>
            </a:r>
            <a:endParaRPr lang="en-GB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5E503-ABFD-2524-8ED8-4D081D587A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Griid</a:t>
            </a:r>
            <a:r>
              <a:rPr lang="en-GB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  <p:sp>
        <p:nvSpPr>
          <p:cNvPr id="6" name="Textplatzhalter 16">
            <a:extLst>
              <a:ext uri="{FF2B5EF4-FFF2-40B4-BE49-F238E27FC236}">
                <a16:creationId xmlns:a16="http://schemas.microsoft.com/office/drawing/2014/main" id="{9E45A9B0-40B3-EFC2-CB05-B97B489810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err="1"/>
              <a:t>Presented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: Josef Remberger / </a:t>
            </a:r>
            <a:r>
              <a:rPr lang="de-DE" sz="1200"/>
              <a:t>Vijay </a:t>
            </a:r>
            <a:r>
              <a:rPr lang="de-DE" sz="1200" err="1"/>
              <a:t>Simha</a:t>
            </a:r>
            <a:r>
              <a:rPr lang="de-DE" sz="1200"/>
              <a:t> Reddy </a:t>
            </a:r>
            <a:r>
              <a:rPr lang="de-DE" sz="1200" err="1"/>
              <a:t>Bogala</a:t>
            </a:r>
            <a:endParaRPr lang="de-DE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94D06B6-F957-715C-C460-88CE66E11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Griid</a:t>
            </a:r>
            <a:r>
              <a:rPr lang="en-GB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err="1"/>
              <a:t>Add</a:t>
            </a:r>
            <a:r>
              <a:rPr lang="it-IT" sz="1400"/>
              <a:t> a link to the </a:t>
            </a:r>
            <a:r>
              <a:rPr lang="it-IT" sz="1400" err="1"/>
              <a:t>reference</a:t>
            </a:r>
            <a:r>
              <a:rPr lang="it-IT" sz="1400"/>
              <a:t> </a:t>
            </a:r>
            <a:r>
              <a:rPr lang="it-IT" sz="1400" err="1"/>
              <a:t>number</a:t>
            </a:r>
            <a:r>
              <a:rPr lang="it-IT" sz="1400"/>
              <a:t> </a:t>
            </a:r>
            <a:r>
              <a:rPr lang="it-IT" sz="1400" err="1"/>
              <a:t>that</a:t>
            </a:r>
            <a:r>
              <a:rPr lang="it-IT" sz="1400"/>
              <a:t> </a:t>
            </a:r>
            <a:r>
              <a:rPr lang="it-IT" sz="1400" err="1"/>
              <a:t>goes</a:t>
            </a:r>
            <a:r>
              <a:rPr lang="it-IT" sz="1400"/>
              <a:t> to the last slide: highlight the </a:t>
            </a:r>
            <a:r>
              <a:rPr lang="it-IT" sz="1400" err="1"/>
              <a:t>number</a:t>
            </a:r>
            <a:r>
              <a:rPr lang="it-IT" sz="1400"/>
              <a:t>-&gt;</a:t>
            </a:r>
            <a:r>
              <a:rPr lang="it-IT" sz="1400" err="1"/>
              <a:t>right</a:t>
            </a:r>
            <a:r>
              <a:rPr lang="it-IT" sz="1400"/>
              <a:t> click-&gt;</a:t>
            </a:r>
            <a:r>
              <a:rPr lang="it-IT" sz="1400" err="1"/>
              <a:t>select</a:t>
            </a:r>
            <a:r>
              <a:rPr lang="it-IT" sz="1400"/>
              <a:t> link-&gt;place in </a:t>
            </a:r>
            <a:r>
              <a:rPr lang="it-IT" sz="1400" err="1"/>
              <a:t>this</a:t>
            </a:r>
            <a:r>
              <a:rPr lang="it-IT" sz="1400"/>
              <a:t> </a:t>
            </a:r>
            <a:r>
              <a:rPr lang="it-IT" sz="1400" err="1"/>
              <a:t>document</a:t>
            </a:r>
            <a:r>
              <a:rPr lang="it-IT" sz="1400"/>
              <a:t>-&gt;</a:t>
            </a:r>
            <a:r>
              <a:rPr lang="it-IT" sz="1400" err="1"/>
              <a:t>select</a:t>
            </a:r>
            <a:r>
              <a:rPr lang="it-IT" sz="1400"/>
              <a:t> last slide</a:t>
            </a:r>
            <a:endParaRPr lang="en-GB" sz="140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F5722C0-AE44-1F16-8E78-87C36A4CA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Griid</a:t>
            </a:r>
            <a:r>
              <a:rPr lang="en-GB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7912943-580F-7AC8-E0BF-45D08A6BEB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Griid</a:t>
            </a:r>
            <a:r>
              <a:rPr lang="en-GB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The style </a:t>
            </a:r>
            <a:r>
              <a:rPr lang="it-IT" err="1"/>
              <a:t>chosen</a:t>
            </a:r>
            <a:r>
              <a:rPr lang="it-IT"/>
              <a:t> for </a:t>
            </a:r>
            <a:r>
              <a:rPr lang="it-IT" err="1"/>
              <a:t>citation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IEEE, so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follow </a:t>
            </a:r>
            <a:r>
              <a:rPr lang="it-IT" err="1"/>
              <a:t>that</a:t>
            </a:r>
            <a:r>
              <a:rPr lang="it-IT"/>
              <a:t> style.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an IEEE </a:t>
            </a:r>
            <a:r>
              <a:rPr lang="it-IT" err="1"/>
              <a:t>citation</a:t>
            </a:r>
            <a:r>
              <a:rPr lang="it-IT"/>
              <a:t> from a website, </a:t>
            </a:r>
            <a:r>
              <a:rPr lang="it-IT" err="1"/>
              <a:t>you</a:t>
            </a:r>
            <a:r>
              <a:rPr lang="it-IT"/>
              <a:t> can use some free </a:t>
            </a:r>
            <a:r>
              <a:rPr lang="it-IT" err="1"/>
              <a:t>converters</a:t>
            </a:r>
            <a:r>
              <a:rPr lang="it-IT"/>
              <a:t> </a:t>
            </a:r>
            <a:r>
              <a:rPr lang="it-IT" err="1"/>
              <a:t>available</a:t>
            </a:r>
            <a:r>
              <a:rPr lang="it-IT"/>
              <a:t> on the internet, like:</a:t>
            </a:r>
          </a:p>
          <a:p>
            <a:pPr algn="ctr"/>
            <a:r>
              <a:rPr lang="en-GB" b="1">
                <a:hlinkClick r:id="rId2"/>
              </a:rPr>
              <a:t>https://www.mybib.com/tools/ieee-citation-generator</a:t>
            </a:r>
            <a:r>
              <a:rPr lang="en-GB" b="1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EFB681C-08C7-CC13-3F14-D6E37E4D31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Griid</a:t>
            </a:r>
            <a:r>
              <a:rPr lang="en-GB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D9DCA57-DD06-AC71-BA63-5EEB27100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Griid</a:t>
            </a:r>
            <a:r>
              <a:rPr lang="en-GB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3C3F959-2B9D-9EB1-44CA-0009FEF3A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Griid</a:t>
            </a:r>
            <a:r>
              <a:rPr lang="en-GB"/>
              <a:t> Code Development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12. </a:t>
            </a:r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  </a:t>
            </a:r>
          </a:p>
          <a:p>
            <a:pPr lvl="1"/>
            <a:r>
              <a:rPr lang="de-DE"/>
              <a:t>13. Tower  </a:t>
            </a:r>
          </a:p>
          <a:p>
            <a:pPr lvl="1"/>
            <a:r>
              <a:rPr lang="de-DE"/>
              <a:t>14. </a:t>
            </a:r>
            <a:r>
              <a:rPr lang="de-DE" err="1"/>
              <a:t>Foundation</a:t>
            </a:r>
            <a:r>
              <a:rPr lang="de-DE"/>
              <a:t>  </a:t>
            </a:r>
          </a:p>
          <a:p>
            <a:pPr lvl="1"/>
            <a:r>
              <a:rPr lang="de-DE"/>
              <a:t>15. Storage System 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1.  </a:t>
            </a:r>
            <a:r>
              <a:rPr lang="de-DE" err="1"/>
              <a:t>Windfarm</a:t>
            </a:r>
            <a:r>
              <a:rPr lang="de-DE"/>
              <a:t> Project Development  </a:t>
            </a:r>
          </a:p>
          <a:p>
            <a:pPr lvl="1"/>
            <a:r>
              <a:rPr lang="de-DE"/>
              <a:t>2.  Loads and Dynamics  </a:t>
            </a:r>
          </a:p>
          <a:p>
            <a:pPr lvl="1"/>
            <a:r>
              <a:rPr lang="de-DE"/>
              <a:t>3.  Feedback Controller  </a:t>
            </a:r>
          </a:p>
          <a:p>
            <a:pPr lvl="1"/>
            <a:r>
              <a:rPr lang="de-DE"/>
              <a:t>4.  Lidar-</a:t>
            </a:r>
            <a:r>
              <a:rPr lang="de-DE" err="1"/>
              <a:t>Assisted</a:t>
            </a:r>
            <a:r>
              <a:rPr lang="de-DE"/>
              <a:t> Controller  </a:t>
            </a:r>
          </a:p>
          <a:p>
            <a:pPr lvl="1"/>
            <a:r>
              <a:rPr lang="de-DE"/>
              <a:t>5.  Rotor Blade </a:t>
            </a:r>
            <a:r>
              <a:rPr lang="de-DE" err="1"/>
              <a:t>Aerodynamics</a:t>
            </a:r>
            <a:r>
              <a:rPr lang="de-DE"/>
              <a:t>  </a:t>
            </a:r>
          </a:p>
          <a:p>
            <a:pPr lvl="1"/>
            <a:r>
              <a:rPr lang="de-DE"/>
              <a:t>6.  Rotor Blade </a:t>
            </a:r>
            <a:r>
              <a:rPr lang="de-DE" err="1"/>
              <a:t>Structures</a:t>
            </a:r>
            <a:r>
              <a:rPr lang="de-DE"/>
              <a:t>  </a:t>
            </a:r>
          </a:p>
          <a:p>
            <a:pPr lvl="1"/>
            <a:r>
              <a:rPr lang="de-DE"/>
              <a:t>7.  </a:t>
            </a:r>
            <a:r>
              <a:rPr lang="de-DE" err="1"/>
              <a:t>Electrical</a:t>
            </a:r>
            <a:r>
              <a:rPr lang="de-DE"/>
              <a:t> </a:t>
            </a:r>
            <a:r>
              <a:rPr lang="de-DE" err="1"/>
              <a:t>Drivetrain</a:t>
            </a:r>
            <a:r>
              <a:rPr lang="de-DE"/>
              <a:t> (EDT)  </a:t>
            </a:r>
          </a:p>
          <a:p>
            <a:pPr lvl="1"/>
            <a:r>
              <a:rPr lang="de-DE"/>
              <a:t>8.  </a:t>
            </a:r>
            <a:r>
              <a:rPr lang="de-DE" err="1"/>
              <a:t>Grid</a:t>
            </a:r>
            <a:r>
              <a:rPr lang="de-DE"/>
              <a:t> Code Development (GCD)  </a:t>
            </a:r>
          </a:p>
          <a:p>
            <a:pPr lvl="1"/>
            <a:r>
              <a:rPr lang="de-DE"/>
              <a:t>9.  Rotor Hub &amp; Pitch System  </a:t>
            </a:r>
          </a:p>
          <a:p>
            <a:pPr lvl="1"/>
            <a:r>
              <a:rPr lang="de-DE"/>
              <a:t>10. Rotor </a:t>
            </a:r>
            <a:r>
              <a:rPr lang="de-DE" err="1"/>
              <a:t>Bearing</a:t>
            </a:r>
            <a:r>
              <a:rPr lang="de-DE"/>
              <a:t> System  </a:t>
            </a:r>
          </a:p>
          <a:p>
            <a:pPr lvl="1"/>
            <a:r>
              <a:rPr lang="de-DE"/>
              <a:t>11. </a:t>
            </a:r>
            <a:r>
              <a:rPr lang="de-DE" err="1"/>
              <a:t>Gearbox</a:t>
            </a:r>
            <a:r>
              <a:rPr lang="de-DE"/>
              <a:t>, Brake, Coupling  </a:t>
            </a:r>
          </a:p>
          <a:p>
            <a:pPr lvl="1"/>
            <a:r>
              <a:rPr lang="de-DE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7614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id="{A08F222C-E6B4-CB18-1940-4D03D41410C5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48E6A6-5F2B-4404-D02B-D0186EA2675E}"/>
              </a:ext>
            </a:extLst>
          </p:cNvPr>
          <p:cNvSpPr txBox="1"/>
          <p:nvPr userDrawn="1"/>
        </p:nvSpPr>
        <p:spPr>
          <a:xfrm>
            <a:off x="3913526" y="4104491"/>
            <a:ext cx="4142630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2st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7th  2025</a:t>
            </a:r>
          </a:p>
          <a:p>
            <a:endParaRPr lang="en-GB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38224568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 err="1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</a:t>
            </a: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Syria</a:t>
            </a:r>
            <a:endParaRPr kumimoji="0" lang="en-GB" sz="6600" b="1" i="0" u="none" strike="noStrike" kern="1200" cap="none" spc="0" normalizeH="0" baseline="0" noProof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First slide for groups</a:t>
            </a:r>
            <a:endParaRPr lang="en-GB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err="1"/>
              <a:t>Presented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: </a:t>
            </a:r>
            <a:r>
              <a:rPr lang="de-DE" err="1"/>
              <a:t>name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other</a:t>
            </a:r>
            <a:r>
              <a:rPr lang="de-DE"/>
              <a:t> </a:t>
            </a:r>
            <a:r>
              <a:rPr lang="de-DE" err="1"/>
              <a:t>group</a:t>
            </a:r>
            <a:r>
              <a:rPr lang="de-DE"/>
              <a:t>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41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Grid Code Development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6" r:id="rId2"/>
    <p:sldLayoutId id="2147483674" r:id="rId3"/>
    <p:sldLayoutId id="2147483685" r:id="rId4"/>
    <p:sldLayoutId id="2147483684" r:id="rId5"/>
    <p:sldLayoutId id="2147483688" r:id="rId6"/>
    <p:sldLayoutId id="2147483666" r:id="rId7"/>
    <p:sldLayoutId id="2147483689" r:id="rId8"/>
    <p:sldLayoutId id="2147483662" r:id="rId9"/>
    <p:sldLayoutId id="2147483690" r:id="rId10"/>
    <p:sldLayoutId id="2147483664" r:id="rId11"/>
    <p:sldLayoutId id="2147483665" r:id="rId12"/>
    <p:sldLayoutId id="2147483667" r:id="rId13"/>
    <p:sldLayoutId id="2147483668" r:id="rId14"/>
    <p:sldLayoutId id="2147483669" r:id="rId15"/>
    <p:sldLayoutId id="2147483670" r:id="rId16"/>
    <p:sldLayoutId id="2147483671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994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3" r:id="rId2"/>
    <p:sldLayoutId id="2147483675" r:id="rId3"/>
    <p:sldLayoutId id="2147483678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fld id="{E9760055-B4F0-4D03-A54C-8326910BC371}" type="datetime1">
              <a:rPr lang="en-GB" smtClean="0"/>
              <a:t>01/11/2025</a:t>
            </a:fld>
            <a:endParaRPr lang="en-GB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103C8AC-ACFF-082C-E04A-301598446FCB}"/>
              </a:ext>
            </a:extLst>
          </p:cNvPr>
          <p:cNvSpPr txBox="1">
            <a:spLocks/>
          </p:cNvSpPr>
          <p:nvPr/>
        </p:nvSpPr>
        <p:spPr>
          <a:xfrm>
            <a:off x="1524000" y="2492563"/>
            <a:ext cx="9144000" cy="912598"/>
          </a:xfrm>
          <a:prstGeom prst="rect">
            <a:avLst/>
          </a:prstGeom>
        </p:spPr>
        <p:txBody>
          <a:bodyPr numCol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r>
              <a:rPr lang="it-IT" sz="4000"/>
              <a:t>Weekly report: </a:t>
            </a:r>
            <a:r>
              <a:rPr lang="it-IT" sz="4000" err="1"/>
              <a:t>Grid</a:t>
            </a:r>
            <a:r>
              <a:rPr lang="it-IT" sz="4000"/>
              <a:t> Code Development</a:t>
            </a:r>
            <a:endParaRPr lang="en-GB" sz="400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45C6A5A-D647-B958-532A-B6FD2180F534}"/>
              </a:ext>
            </a:extLst>
          </p:cNvPr>
          <p:cNvSpPr txBox="1"/>
          <p:nvPr/>
        </p:nvSpPr>
        <p:spPr>
          <a:xfrm>
            <a:off x="3591498" y="3539230"/>
            <a:ext cx="4786685" cy="129266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it-IT" sz="2000">
                <a:latin typeface="Aptos (Textkörper)"/>
              </a:rPr>
              <a:t>Week </a:t>
            </a:r>
            <a:r>
              <a:rPr lang="it-IT" sz="2000" err="1">
                <a:latin typeface="Aptos (Textkörper)"/>
              </a:rPr>
              <a:t>number</a:t>
            </a:r>
            <a:r>
              <a:rPr lang="it-IT" sz="2000">
                <a:latin typeface="Aptos (Textkörper)"/>
              </a:rPr>
              <a:t>: 6</a:t>
            </a:r>
          </a:p>
          <a:p>
            <a:pPr algn="ctr"/>
            <a:r>
              <a:rPr lang="it-IT" sz="2000">
                <a:latin typeface="Aptos (Textkörper)"/>
              </a:rPr>
              <a:t>Date: 4/11/2025</a:t>
            </a:r>
          </a:p>
          <a:p>
            <a:pPr algn="ctr"/>
            <a:r>
              <a:rPr lang="it-IT" sz="2000">
                <a:latin typeface="Aptos (Textkörper)"/>
              </a:rPr>
              <a:t>Supervisor: Prof. Ing. </a:t>
            </a:r>
            <a:r>
              <a:rPr lang="it-IT" sz="2000" err="1">
                <a:latin typeface="Aptos (Textkörper)"/>
              </a:rPr>
              <a:t>Saiju</a:t>
            </a:r>
            <a:r>
              <a:rPr lang="it-IT" sz="2000">
                <a:latin typeface="Aptos (Textkörper)"/>
              </a:rPr>
              <a:t> </a:t>
            </a:r>
          </a:p>
          <a:p>
            <a:endParaRPr lang="en-GB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3C000AB-BF1C-5055-7B6C-B6CC03EBAE85}"/>
              </a:ext>
            </a:extLst>
          </p:cNvPr>
          <p:cNvSpPr txBox="1">
            <a:spLocks/>
          </p:cNvSpPr>
          <p:nvPr/>
        </p:nvSpPr>
        <p:spPr>
          <a:xfrm>
            <a:off x="3420429" y="4789634"/>
            <a:ext cx="5128821" cy="33171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err="1"/>
              <a:t>Presented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: Josef Remberger / </a:t>
            </a:r>
            <a:r>
              <a:rPr lang="de-DE" sz="1400"/>
              <a:t>Vijay </a:t>
            </a:r>
            <a:r>
              <a:rPr lang="de-DE" sz="1400" err="1"/>
              <a:t>Simha</a:t>
            </a:r>
            <a:r>
              <a:rPr lang="de-DE" sz="1400"/>
              <a:t> Reddy </a:t>
            </a:r>
            <a:r>
              <a:rPr lang="de-DE" sz="1400" err="1"/>
              <a:t>Bogala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C8A5761-C58E-5FDF-F2C0-8788E28E8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Milestones</a:t>
            </a:r>
            <a:endParaRPr lang="en-US" dirty="0"/>
          </a:p>
          <a:p>
            <a:r>
              <a:rPr lang="en-GB" dirty="0"/>
              <a:t>State of the art Grid Code </a:t>
            </a:r>
          </a:p>
          <a:p>
            <a:pPr lvl="1"/>
            <a:r>
              <a:rPr lang="en-GB" dirty="0"/>
              <a:t>Basic Data</a:t>
            </a:r>
          </a:p>
          <a:p>
            <a:pPr lvl="1"/>
            <a:r>
              <a:rPr lang="en-GB" dirty="0"/>
              <a:t>Fault Ride Through (FRT) </a:t>
            </a:r>
          </a:p>
          <a:p>
            <a:pPr lvl="1"/>
            <a:r>
              <a:rPr lang="en-GB" dirty="0"/>
              <a:t>Droop Characteristics </a:t>
            </a:r>
          </a:p>
          <a:p>
            <a:r>
              <a:rPr lang="en-GB" dirty="0"/>
              <a:t>Advices for changing Grid Code </a:t>
            </a:r>
          </a:p>
          <a:p>
            <a:r>
              <a:rPr lang="en-GB" dirty="0" err="1"/>
              <a:t>PowerFactory</a:t>
            </a:r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7B97233-25F0-AC70-89CB-32DC983F9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List of contents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2F8E95-F853-D383-97C6-DACDAC8A4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9371BD-3289-37AA-010C-E60A7C4DE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B5AD07-F640-5D0C-F7E5-7D452038B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D23A56C8-F25F-08D0-F747-E2E6E9DFB9D3}"/>
              </a:ext>
            </a:extLst>
          </p:cNvPr>
          <p:cNvSpPr txBox="1">
            <a:spLocks/>
          </p:cNvSpPr>
          <p:nvPr/>
        </p:nvSpPr>
        <p:spPr>
          <a:xfrm>
            <a:off x="2878527" y="6564113"/>
            <a:ext cx="5596085" cy="36512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2664931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2E69788C-3D63-655C-B160-44D540649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Milestones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FD8E53B5-94EA-E466-BE78-20C2909A1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54240"/>
            <a:ext cx="10515600" cy="2946154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21D73C-0798-D64A-65F8-347CE6F0278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A34618D-9962-E5B2-2630-9F76D5D6602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6E64777-270B-BA9C-6314-1758115199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2" name="Textplatzhalter 16">
            <a:extLst>
              <a:ext uri="{FF2B5EF4-FFF2-40B4-BE49-F238E27FC236}">
                <a16:creationId xmlns:a16="http://schemas.microsoft.com/office/drawing/2014/main" id="{DFD8E3AA-F104-AB4A-E9A1-BAA333678FD9}"/>
              </a:ext>
            </a:extLst>
          </p:cNvPr>
          <p:cNvSpPr txBox="1">
            <a:spLocks/>
          </p:cNvSpPr>
          <p:nvPr/>
        </p:nvSpPr>
        <p:spPr>
          <a:xfrm>
            <a:off x="2878527" y="6564113"/>
            <a:ext cx="5596085" cy="36512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3052998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76EC0A-4FF0-85D1-BBED-61893999F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2-i. Basic Data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985DC6-2C04-8B1A-63C0-8A68E57F7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3CC43C-7E8C-D65A-3AFA-7FFBDDC70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01/11/2025</a:t>
            </a:fld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0E41279-55D9-911F-D92D-3DB3E93F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09B5F4-B96A-EDFF-D9D2-3393868C6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CEACD933-8F22-29A7-E9AC-5D793160E145}"/>
              </a:ext>
            </a:extLst>
          </p:cNvPr>
          <p:cNvSpPr txBox="1">
            <a:spLocks/>
          </p:cNvSpPr>
          <p:nvPr/>
        </p:nvSpPr>
        <p:spPr>
          <a:xfrm>
            <a:off x="2878527" y="6564113"/>
            <a:ext cx="5596085" cy="36512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Josef Remberger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3085CE8E-1428-C63F-87F0-C43BAF8B13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49023" y="6216958"/>
            <a:ext cx="2248453" cy="309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dirty="0"/>
              <a:t>[1]</a:t>
            </a:r>
          </a:p>
        </p:txBody>
      </p:sp>
      <p:graphicFrame>
        <p:nvGraphicFramePr>
          <p:cNvPr id="8" name="Tabelle 9">
            <a:extLst>
              <a:ext uri="{FF2B5EF4-FFF2-40B4-BE49-F238E27FC236}">
                <a16:creationId xmlns:a16="http://schemas.microsoft.com/office/drawing/2014/main" id="{7D7B7449-3F1A-8DE0-7ED6-207A0F741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896937"/>
              </p:ext>
            </p:extLst>
          </p:nvPr>
        </p:nvGraphicFramePr>
        <p:xfrm>
          <a:off x="838200" y="2540238"/>
          <a:ext cx="10515599" cy="245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4154">
                  <a:extLst>
                    <a:ext uri="{9D8B030D-6E8A-4147-A177-3AD203B41FA5}">
                      <a16:colId xmlns:a16="http://schemas.microsoft.com/office/drawing/2014/main" val="2864302239"/>
                    </a:ext>
                  </a:extLst>
                </a:gridCol>
                <a:gridCol w="2866520">
                  <a:extLst>
                    <a:ext uri="{9D8B030D-6E8A-4147-A177-3AD203B41FA5}">
                      <a16:colId xmlns:a16="http://schemas.microsoft.com/office/drawing/2014/main" val="4124032933"/>
                    </a:ext>
                  </a:extLst>
                </a:gridCol>
                <a:gridCol w="4074925">
                  <a:extLst>
                    <a:ext uri="{9D8B030D-6E8A-4147-A177-3AD203B41FA5}">
                      <a16:colId xmlns:a16="http://schemas.microsoft.com/office/drawing/2014/main" val="1918840241"/>
                    </a:ext>
                  </a:extLst>
                </a:gridCol>
              </a:tblGrid>
              <a:tr h="490050">
                <a:tc>
                  <a:txBody>
                    <a:bodyPr/>
                    <a:lstStyle/>
                    <a:p>
                      <a:r>
                        <a:rPr lang="en-GB" dirty="0"/>
                        <a:t>Operation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Frequency [Hz]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Voltage [kV]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769057"/>
                  </a:ext>
                </a:extLst>
              </a:tr>
              <a:tr h="490050">
                <a:tc>
                  <a:txBody>
                    <a:bodyPr/>
                    <a:lstStyle/>
                    <a:p>
                      <a:r>
                        <a:rPr lang="en-GB" dirty="0"/>
                        <a:t>Normal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49.90 – 50.10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59.5 – 72.5 / 207 – 241.5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573268"/>
                  </a:ext>
                </a:extLst>
              </a:tr>
              <a:tr h="490050">
                <a:tc>
                  <a:txBody>
                    <a:bodyPr/>
                    <a:lstStyle/>
                    <a:p>
                      <a:r>
                        <a:rPr lang="en-GB" dirty="0"/>
                        <a:t>System stress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48.75 – 51.25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59.5 – 72.5 / 207 – 241.5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030655"/>
                  </a:ext>
                </a:extLst>
              </a:tr>
              <a:tr h="49005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Emergency / extreme fault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47.5 ≤ X ≥ 51.5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59.5 &lt; X &gt; 72.5 /  207.0 &lt; X &gt; 241.5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7874"/>
                  </a:ext>
                </a:extLst>
              </a:tr>
              <a:tr h="490050">
                <a:tc>
                  <a:txBody>
                    <a:bodyPr/>
                    <a:lstStyle/>
                    <a:p>
                      <a:r>
                        <a:rPr lang="en-GB" dirty="0"/>
                        <a:t>Restorative / black 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181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8841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76EC0A-4FF0-85D1-BBED-61893999F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2-ii. Fault Ride Through (FRT)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985DC6-2C04-8B1A-63C0-8A68E57F7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3CC43C-7E8C-D65A-3AFA-7FFBDDC70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0E41279-55D9-911F-D92D-3DB3E93F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09B5F4-B96A-EDFF-D9D2-3393868C6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CEACD933-8F22-29A7-E9AC-5D793160E145}"/>
              </a:ext>
            </a:extLst>
          </p:cNvPr>
          <p:cNvSpPr txBox="1">
            <a:spLocks/>
          </p:cNvSpPr>
          <p:nvPr/>
        </p:nvSpPr>
        <p:spPr>
          <a:xfrm>
            <a:off x="2878527" y="6564113"/>
            <a:ext cx="5596085" cy="36512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Josef Remberger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8695A275-4A3A-82F5-B7B8-7B8CCB9B7D71}"/>
              </a:ext>
            </a:extLst>
          </p:cNvPr>
          <p:cNvCxnSpPr>
            <a:cxnSpLocks/>
          </p:cNvCxnSpPr>
          <p:nvPr/>
        </p:nvCxnSpPr>
        <p:spPr>
          <a:xfrm>
            <a:off x="5713047" y="1585115"/>
            <a:ext cx="0" cy="4725743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93AA4A20-0143-A566-DF81-8CBE04E30381}"/>
              </a:ext>
            </a:extLst>
          </p:cNvPr>
          <p:cNvSpPr txBox="1"/>
          <p:nvPr/>
        </p:nvSpPr>
        <p:spPr>
          <a:xfrm>
            <a:off x="714984" y="1585115"/>
            <a:ext cx="39434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GB" sz="1600" b="1" dirty="0"/>
              <a:t>Low voltage ride through behaviour  (LVRT)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38D1860-2D61-C79E-1A3E-F848DD393A7D}"/>
              </a:ext>
            </a:extLst>
          </p:cNvPr>
          <p:cNvSpPr txBox="1"/>
          <p:nvPr/>
        </p:nvSpPr>
        <p:spPr>
          <a:xfrm>
            <a:off x="6767641" y="1585115"/>
            <a:ext cx="3912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2pPr lvl="1">
              <a:defRPr sz="1600" b="1"/>
            </a:lvl2pPr>
          </a:lstStyle>
          <a:p>
            <a:pPr lvl="1"/>
            <a:r>
              <a:rPr lang="en-GB" dirty="0"/>
              <a:t>High voltage ride through behaviour  	                  (HVRT)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5879D40-70A0-C584-0F04-E69780CCFA0D}"/>
              </a:ext>
            </a:extLst>
          </p:cNvPr>
          <p:cNvSpPr txBox="1"/>
          <p:nvPr/>
        </p:nvSpPr>
        <p:spPr>
          <a:xfrm>
            <a:off x="7264602" y="3056222"/>
            <a:ext cx="3106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>
                <a:solidFill>
                  <a:srgbClr val="FF0000"/>
                </a:solidFill>
              </a:rPr>
              <a:t>Not mentioned !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290F4FA6-76FF-9E33-A4F2-59181943A3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2" t="9996" r="1172"/>
          <a:stretch/>
        </p:blipFill>
        <p:spPr bwMode="auto">
          <a:xfrm>
            <a:off x="838200" y="2310819"/>
            <a:ext cx="4548401" cy="2060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feld 8">
            <a:extLst>
              <a:ext uri="{FF2B5EF4-FFF2-40B4-BE49-F238E27FC236}">
                <a16:creationId xmlns:a16="http://schemas.microsoft.com/office/drawing/2014/main" id="{29C076FF-0CFB-ED00-1B05-8D784C337DBD}"/>
              </a:ext>
            </a:extLst>
          </p:cNvPr>
          <p:cNvSpPr txBox="1"/>
          <p:nvPr/>
        </p:nvSpPr>
        <p:spPr>
          <a:xfrm>
            <a:off x="838200" y="4505769"/>
            <a:ext cx="4548401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Voltage Profile Recovery of Wind Generators During and After a voltage sag; [1] PETE; (01/11/2025) </a:t>
            </a:r>
            <a:endParaRPr lang="en-GB" sz="1100" dirty="0"/>
          </a:p>
        </p:txBody>
      </p:sp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31EC98AE-7E6B-63FA-39F7-F37A5220533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49023" y="6216958"/>
            <a:ext cx="2248453" cy="309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2616653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76EC0A-4FF0-85D1-BBED-61893999F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2-iii. Droop Characteristics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3CC43C-7E8C-D65A-3AFA-7FFBDDC70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0E41279-55D9-911F-D92D-3DB3E93F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09B5F4-B96A-EDFF-D9D2-3393868C6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CEACD933-8F22-29A7-E9AC-5D793160E145}"/>
              </a:ext>
            </a:extLst>
          </p:cNvPr>
          <p:cNvSpPr txBox="1">
            <a:spLocks/>
          </p:cNvSpPr>
          <p:nvPr/>
        </p:nvSpPr>
        <p:spPr>
          <a:xfrm>
            <a:off x="2878527" y="6564113"/>
            <a:ext cx="5596085" cy="36512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Josef Remberger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FE9FCDA-0F47-7D76-BE31-1FEA52D3818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601" y="2183728"/>
            <a:ext cx="3559852" cy="2490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051CBD47-E95A-E591-9A1F-0FCD1D95BC9C}"/>
              </a:ext>
            </a:extLst>
          </p:cNvPr>
          <p:cNvSpPr txBox="1"/>
          <p:nvPr/>
        </p:nvSpPr>
        <p:spPr>
          <a:xfrm>
            <a:off x="945661" y="1585115"/>
            <a:ext cx="3943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sz="1600" b="1"/>
              <a:t>Reactive Power / voltage control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7BEFF858-3DFC-229F-5FEA-3864543D2175}"/>
              </a:ext>
            </a:extLst>
          </p:cNvPr>
          <p:cNvCxnSpPr>
            <a:cxnSpLocks/>
          </p:cNvCxnSpPr>
          <p:nvPr/>
        </p:nvCxnSpPr>
        <p:spPr>
          <a:xfrm>
            <a:off x="5713047" y="1585115"/>
            <a:ext cx="0" cy="4725743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842FF2FE-DD29-E9DE-686B-B35A0A303F11}"/>
              </a:ext>
            </a:extLst>
          </p:cNvPr>
          <p:cNvSpPr txBox="1"/>
          <p:nvPr/>
        </p:nvSpPr>
        <p:spPr>
          <a:xfrm>
            <a:off x="6767642" y="1585115"/>
            <a:ext cx="36536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2pPr lvl="1">
              <a:defRPr sz="1600" b="1"/>
            </a:lvl2pPr>
          </a:lstStyle>
          <a:p>
            <a:pPr lvl="1"/>
            <a:r>
              <a:rPr lang="en-GB"/>
              <a:t>Active Power/ frequency control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85DF05D-428D-4DCF-8F1A-0A10443557E5}"/>
              </a:ext>
            </a:extLst>
          </p:cNvPr>
          <p:cNvSpPr txBox="1"/>
          <p:nvPr/>
        </p:nvSpPr>
        <p:spPr>
          <a:xfrm>
            <a:off x="7264602" y="3056222"/>
            <a:ext cx="3106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>
                <a:solidFill>
                  <a:srgbClr val="FF0000"/>
                </a:solidFill>
              </a:rPr>
              <a:t>Not mentioned !</a:t>
            </a:r>
          </a:p>
        </p:txBody>
      </p:sp>
      <p:sp>
        <p:nvSpPr>
          <p:cNvPr id="3" name="Textfeld 10">
            <a:extLst>
              <a:ext uri="{FF2B5EF4-FFF2-40B4-BE49-F238E27FC236}">
                <a16:creationId xmlns:a16="http://schemas.microsoft.com/office/drawing/2014/main" id="{D5B6E3B0-139F-6AF9-6DF7-D451929BC9F2}"/>
              </a:ext>
            </a:extLst>
          </p:cNvPr>
          <p:cNvSpPr txBox="1"/>
          <p:nvPr/>
        </p:nvSpPr>
        <p:spPr>
          <a:xfrm>
            <a:off x="1064860" y="4640574"/>
            <a:ext cx="36900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/>
              <a:t>Minimum requirements for a non-synchronous machine in </a:t>
            </a:r>
          </a:p>
          <a:p>
            <a:pPr algn="l"/>
            <a:r>
              <a:rPr lang="en-US" sz="1100" dirty="0"/>
              <a:t>voltage control; [1] PETE; (01/11/2025) </a:t>
            </a:r>
            <a:endParaRPr lang="en-GB" sz="1100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146FF2B-62D4-E5FA-612E-8ACF5BA378E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49023" y="6216958"/>
            <a:ext cx="2248453" cy="309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45718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76EC0A-4FF0-85D1-BBED-61893999F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 Advices for changing Grid Code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3CC43C-7E8C-D65A-3AFA-7FFBDDC70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0E41279-55D9-911F-D92D-3DB3E93F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09B5F4-B96A-EDFF-D9D2-3393868C6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CEACD933-8F22-29A7-E9AC-5D793160E145}"/>
              </a:ext>
            </a:extLst>
          </p:cNvPr>
          <p:cNvSpPr txBox="1">
            <a:spLocks/>
          </p:cNvSpPr>
          <p:nvPr/>
        </p:nvSpPr>
        <p:spPr>
          <a:xfrm>
            <a:off x="2878527" y="6564113"/>
            <a:ext cx="5596085" cy="36512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Josef Remberger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3BD5420E-FB48-EFC7-388B-DE6457780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LVRT</a:t>
            </a:r>
          </a:p>
          <a:p>
            <a:r>
              <a:rPr lang="en-GB" dirty="0"/>
              <a:t>Change from 80% sag to 100% for 150 </a:t>
            </a:r>
            <a:r>
              <a:rPr lang="en-GB" dirty="0" err="1"/>
              <a:t>ms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-&gt; Improvement of grid stability </a:t>
            </a:r>
          </a:p>
        </p:txBody>
      </p:sp>
      <p:pic>
        <p:nvPicPr>
          <p:cNvPr id="10" name="Inhaltsplatzhalter 6">
            <a:extLst>
              <a:ext uri="{FF2B5EF4-FFF2-40B4-BE49-F238E27FC236}">
                <a16:creationId xmlns:a16="http://schemas.microsoft.com/office/drawing/2014/main" id="{73F919BB-A60F-AE29-518C-5A3166CCB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571" y="2589743"/>
            <a:ext cx="5747515" cy="3722157"/>
          </a:xfrm>
          <a:prstGeom prst="rect">
            <a:avLst/>
          </a:prstGeom>
        </p:spPr>
      </p:pic>
      <p:sp>
        <p:nvSpPr>
          <p:cNvPr id="12" name="Textfeld 10">
            <a:extLst>
              <a:ext uri="{FF2B5EF4-FFF2-40B4-BE49-F238E27FC236}">
                <a16:creationId xmlns:a16="http://schemas.microsoft.com/office/drawing/2014/main" id="{B53290AE-CCCE-EEF9-4394-BE1D029B7172}"/>
              </a:ext>
            </a:extLst>
          </p:cNvPr>
          <p:cNvSpPr txBox="1"/>
          <p:nvPr/>
        </p:nvSpPr>
        <p:spPr>
          <a:xfrm>
            <a:off x="5025403" y="6231265"/>
            <a:ext cx="63283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Improved low voltage ride through </a:t>
            </a:r>
            <a:r>
              <a:rPr lang="en-US" sz="1100" dirty="0" err="1"/>
              <a:t>behaviour</a:t>
            </a:r>
            <a:r>
              <a:rPr lang="en-US" sz="1100" dirty="0"/>
              <a:t>; [1],[2] PETE and VDE-AR-N 4110:2017-02; (01/11/2025) </a:t>
            </a:r>
            <a:endParaRPr lang="en-GB" sz="1100" dirty="0"/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A2F006B5-20AF-1C60-61E4-52D94476F4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49023" y="6216958"/>
            <a:ext cx="2248453" cy="309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dirty="0"/>
              <a:t>[1], [2]</a:t>
            </a:r>
          </a:p>
        </p:txBody>
      </p:sp>
    </p:spTree>
    <p:extLst>
      <p:ext uri="{BB962C8B-B14F-4D97-AF65-F5344CB8AC3E}">
        <p14:creationId xmlns:p14="http://schemas.microsoft.com/office/powerpoint/2010/main" val="2584716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76EC0A-4FF0-85D1-BBED-61893999F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3. Advices for changing Grid Code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3CC43C-7E8C-D65A-3AFA-7FFBDDC70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0E41279-55D9-911F-D92D-3DB3E93F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09B5F4-B96A-EDFF-D9D2-3393868C6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CEACD933-8F22-29A7-E9AC-5D793160E145}"/>
              </a:ext>
            </a:extLst>
          </p:cNvPr>
          <p:cNvSpPr txBox="1">
            <a:spLocks/>
          </p:cNvSpPr>
          <p:nvPr/>
        </p:nvSpPr>
        <p:spPr>
          <a:xfrm>
            <a:off x="2878527" y="6564113"/>
            <a:ext cx="5596085" cy="36512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Josef Remberger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5C5D9B22-C26B-648A-41BE-AD1FD4C9A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HVRT</a:t>
            </a:r>
          </a:p>
          <a:p>
            <a:r>
              <a:rPr lang="en-GB" dirty="0"/>
              <a:t>According to VDE-AR-N 4110:2017-02</a:t>
            </a:r>
          </a:p>
          <a:p>
            <a:r>
              <a:rPr lang="en-GB" dirty="0"/>
              <a:t>Staying connected during surges</a:t>
            </a:r>
          </a:p>
          <a:p>
            <a:pPr marL="0" indent="0">
              <a:buNone/>
            </a:pPr>
            <a:r>
              <a:rPr lang="en-GB" dirty="0"/>
              <a:t>-&gt; Improvement of grid stability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41C9F75-45A0-CBA3-3614-B93639BD8F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9" t="1811"/>
          <a:stretch/>
        </p:blipFill>
        <p:spPr>
          <a:xfrm>
            <a:off x="5268838" y="2565690"/>
            <a:ext cx="6084962" cy="3746210"/>
          </a:xfrm>
          <a:prstGeom prst="rect">
            <a:avLst/>
          </a:prstGeom>
        </p:spPr>
      </p:pic>
      <p:sp>
        <p:nvSpPr>
          <p:cNvPr id="12" name="Textfeld 10">
            <a:extLst>
              <a:ext uri="{FF2B5EF4-FFF2-40B4-BE49-F238E27FC236}">
                <a16:creationId xmlns:a16="http://schemas.microsoft.com/office/drawing/2014/main" id="{484A927F-AC8F-14EC-6C3E-A7892EF21D5E}"/>
              </a:ext>
            </a:extLst>
          </p:cNvPr>
          <p:cNvSpPr txBox="1"/>
          <p:nvPr/>
        </p:nvSpPr>
        <p:spPr>
          <a:xfrm>
            <a:off x="5396150" y="6246654"/>
            <a:ext cx="61569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High voltage ride through </a:t>
            </a:r>
            <a:r>
              <a:rPr lang="en-US" sz="1100" dirty="0" err="1"/>
              <a:t>behaviour</a:t>
            </a:r>
            <a:r>
              <a:rPr lang="en-US" sz="1100" dirty="0"/>
              <a:t> according to VDE-AR-N 4110:2017-02; [2]; (01/11/2025) </a:t>
            </a:r>
            <a:endParaRPr lang="en-GB" sz="1100" dirty="0"/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E56BA1FA-7195-110C-3507-D073442F10F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49023" y="6216958"/>
            <a:ext cx="2248453" cy="309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dirty="0"/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2381378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76EC0A-4FF0-85D1-BBED-61893999F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3. Advices for changing Grid Code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3CC43C-7E8C-D65A-3AFA-7FFBDDC70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0E41279-55D9-911F-D92D-3DB3E93F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09B5F4-B96A-EDFF-D9D2-3393868C6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CEACD933-8F22-29A7-E9AC-5D793160E145}"/>
              </a:ext>
            </a:extLst>
          </p:cNvPr>
          <p:cNvSpPr txBox="1">
            <a:spLocks/>
          </p:cNvSpPr>
          <p:nvPr/>
        </p:nvSpPr>
        <p:spPr>
          <a:xfrm>
            <a:off x="2878527" y="6564113"/>
            <a:ext cx="5596085" cy="36512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Josef Remberger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5C5D9B22-C26B-648A-41BE-AD1FD4C9A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Reactive power / voltage control</a:t>
            </a:r>
          </a:p>
          <a:p>
            <a:r>
              <a:rPr lang="en-GB" dirty="0"/>
              <a:t>Staying with the current code</a:t>
            </a:r>
          </a:p>
          <a:p>
            <a:pPr marL="0" indent="0">
              <a:buNone/>
            </a:pPr>
            <a:r>
              <a:rPr lang="en-GB" dirty="0"/>
              <a:t>-&gt; </a:t>
            </a:r>
            <a:r>
              <a:rPr lang="en-US" dirty="0"/>
              <a:t>due to high voltage fluctuations in the </a:t>
            </a:r>
          </a:p>
          <a:p>
            <a:pPr marL="0" indent="0">
              <a:buNone/>
            </a:pPr>
            <a:r>
              <a:rPr lang="en-US" dirty="0"/>
              <a:t>grid </a:t>
            </a:r>
            <a:endParaRPr lang="en-GB" dirty="0"/>
          </a:p>
        </p:txBody>
      </p:sp>
      <p:pic>
        <p:nvPicPr>
          <p:cNvPr id="3" name="Inhaltsplatzhalter 6">
            <a:extLst>
              <a:ext uri="{FF2B5EF4-FFF2-40B4-BE49-F238E27FC236}">
                <a16:creationId xmlns:a16="http://schemas.microsoft.com/office/drawing/2014/main" id="{5E9B842B-8CDF-FE7E-4EA0-D0D4AE736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643" y="1822935"/>
            <a:ext cx="5803246" cy="4059449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9A00A1D7-772D-F443-D8EC-7BF2640D54BB}"/>
              </a:ext>
            </a:extLst>
          </p:cNvPr>
          <p:cNvSpPr txBox="1"/>
          <p:nvPr/>
        </p:nvSpPr>
        <p:spPr>
          <a:xfrm>
            <a:off x="5809058" y="5882384"/>
            <a:ext cx="6014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/>
              <a:t>Minimum requirements for a non-synchronous machine in voltage control; [1] PETE; (01/11/2025) </a:t>
            </a:r>
            <a:endParaRPr lang="en-GB" sz="1100" dirty="0"/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470F7238-3451-B2DD-2DC6-7729E360FF4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49023" y="6216958"/>
            <a:ext cx="2248453" cy="309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2771619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76EC0A-4FF0-85D1-BBED-61893999F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 Advices for changing Grid Code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3CC43C-7E8C-D65A-3AFA-7FFBDDC70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0E41279-55D9-911F-D92D-3DB3E93F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09B5F4-B96A-EDFF-D9D2-3393868C6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CEACD933-8F22-29A7-E9AC-5D793160E145}"/>
              </a:ext>
            </a:extLst>
          </p:cNvPr>
          <p:cNvSpPr txBox="1">
            <a:spLocks/>
          </p:cNvSpPr>
          <p:nvPr/>
        </p:nvSpPr>
        <p:spPr>
          <a:xfrm>
            <a:off x="2878527" y="6564113"/>
            <a:ext cx="5596085" cy="36512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Josef Remberger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5C5D9B22-C26B-648A-41BE-AD1FD4C9A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Active</a:t>
            </a:r>
            <a:r>
              <a:rPr lang="en-GB" dirty="0"/>
              <a:t> </a:t>
            </a:r>
            <a:r>
              <a:rPr lang="en-GB" b="1" dirty="0"/>
              <a:t>power / frequency</a:t>
            </a:r>
          </a:p>
          <a:p>
            <a:r>
              <a:rPr lang="en-GB" dirty="0"/>
              <a:t>  Normal operation f = 49.8 – 50.2 Hz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2E4AB36-5643-E632-55E0-12DE42790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415" y="2740884"/>
            <a:ext cx="6422136" cy="1459928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57ED6A15-EF66-99AC-248E-194F65251BB2}"/>
              </a:ext>
            </a:extLst>
          </p:cNvPr>
          <p:cNvSpPr txBox="1"/>
          <p:nvPr/>
        </p:nvSpPr>
        <p:spPr>
          <a:xfrm>
            <a:off x="3006090" y="3143750"/>
            <a:ext cx="6140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CDD02747-067E-3E73-0ADF-13B665D6A2A0}"/>
                  </a:ext>
                </a:extLst>
              </p:cNvPr>
              <p:cNvSpPr txBox="1"/>
              <p:nvPr/>
            </p:nvSpPr>
            <p:spPr>
              <a:xfrm>
                <a:off x="3002279" y="4395732"/>
                <a:ext cx="5550409" cy="5148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=20 </m:t>
                    </m:r>
                    <m:sSub>
                      <m:sSubPr>
                        <m:ctrlP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b>
                    </m:sSub>
                    <m:f>
                      <m:fPr>
                        <m:ctrlP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50.2 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𝐻𝑧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𝑔𝑟𝑖𝑑</m:t>
                            </m:r>
                          </m:sub>
                        </m:sSub>
                      </m:num>
                      <m:den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50 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𝐻𝑧</m:t>
                        </m:r>
                      </m:den>
                    </m:f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+mj-lt"/>
                  </a:rPr>
                  <a:t>        for 50.2 Hz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𝑔𝑟𝑖𝑑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+mj-lt"/>
                  </a:rPr>
                  <a:t>&lt; 51.5 Hz </a:t>
                </a:r>
              </a:p>
            </p:txBody>
          </p:sp>
        </mc:Choice>
        <mc:Fallback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CDD02747-067E-3E73-0ADF-13B665D6A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279" y="4395732"/>
                <a:ext cx="5550409" cy="514821"/>
              </a:xfrm>
              <a:prstGeom prst="rect">
                <a:avLst/>
              </a:prstGeom>
              <a:blipFill>
                <a:blip r:embed="rId3"/>
                <a:stretch>
                  <a:fillRect b="-70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BD4AD707-998C-6CE6-57AC-A788B46983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49023" y="6216958"/>
            <a:ext cx="2248453" cy="309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dirty="0"/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3934265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76EC0A-4FF0-85D1-BBED-61893999F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4. </a:t>
            </a:r>
            <a:r>
              <a:rPr lang="en-GB" err="1"/>
              <a:t>PowerFactory</a:t>
            </a:r>
            <a:r>
              <a:rPr lang="en-GB"/>
              <a:t>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3CC43C-7E8C-D65A-3AFA-7FFBDDC70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0E41279-55D9-911F-D92D-3DB3E93F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09B5F4-B96A-EDFF-D9D2-3393868C6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CEACD933-8F22-29A7-E9AC-5D793160E145}"/>
              </a:ext>
            </a:extLst>
          </p:cNvPr>
          <p:cNvSpPr txBox="1">
            <a:spLocks/>
          </p:cNvSpPr>
          <p:nvPr/>
        </p:nvSpPr>
        <p:spPr>
          <a:xfrm>
            <a:off x="2878527" y="6564113"/>
            <a:ext cx="5596085" cy="36512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Josef Remberger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5E4122CC-40E7-B954-4EE9-BBB8977B5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Load Flow Calculation</a:t>
            </a:r>
          </a:p>
          <a:p>
            <a:pPr marL="457200" indent="-457200">
              <a:buAutoNum type="arabicPeriod"/>
            </a:pPr>
            <a:r>
              <a:rPr lang="en-GB" dirty="0"/>
              <a:t>WT: P = 5MW</a:t>
            </a:r>
          </a:p>
          <a:p>
            <a:pPr marL="457200" indent="-457200">
              <a:buAutoNum type="arabicPeriod"/>
            </a:pPr>
            <a:r>
              <a:rPr lang="en-GB" dirty="0"/>
              <a:t>Busbar: 0.96kV</a:t>
            </a:r>
          </a:p>
          <a:p>
            <a:pPr marL="457200" indent="-457200">
              <a:buAutoNum type="arabicPeriod"/>
            </a:pPr>
            <a:r>
              <a:rPr lang="en-GB" dirty="0"/>
              <a:t>Transformer: 0.96/20kV</a:t>
            </a:r>
          </a:p>
          <a:p>
            <a:pPr marL="457200" indent="-457200">
              <a:buAutoNum type="arabicPeriod"/>
            </a:pPr>
            <a:r>
              <a:rPr lang="en-GB" dirty="0"/>
              <a:t>Busbar: 20kV</a:t>
            </a:r>
          </a:p>
          <a:p>
            <a:pPr marL="457200" indent="-457200">
              <a:buAutoNum type="arabicPeriod"/>
            </a:pPr>
            <a:r>
              <a:rPr lang="en-GB" dirty="0"/>
              <a:t>Cable: NA2XS(F)2Y 1x120RM 12/20kV; 2.6 km </a:t>
            </a:r>
          </a:p>
          <a:p>
            <a:pPr marL="457200" indent="-457200">
              <a:buAutoNum type="arabicPeriod"/>
            </a:pPr>
            <a:r>
              <a:rPr lang="en-GB" dirty="0"/>
              <a:t>Busbar: 20kV</a:t>
            </a:r>
          </a:p>
          <a:p>
            <a:pPr marL="457200" indent="-457200">
              <a:buAutoNum type="arabicPeriod"/>
            </a:pPr>
            <a:r>
              <a:rPr lang="en-GB" dirty="0"/>
              <a:t>Transformer: 20/230kV</a:t>
            </a:r>
          </a:p>
          <a:p>
            <a:pPr marL="457200" indent="-457200">
              <a:buAutoNum type="arabicPeriod"/>
            </a:pPr>
            <a:r>
              <a:rPr lang="en-GB" dirty="0"/>
              <a:t>External Grid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9033AD9-1D7C-0892-AAF5-75375CFDD0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88"/>
          <a:stretch/>
        </p:blipFill>
        <p:spPr>
          <a:xfrm>
            <a:off x="6848856" y="1333944"/>
            <a:ext cx="4706112" cy="495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604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Grid</a:t>
            </a:r>
            <a:r>
              <a:rPr lang="de-DE" dirty="0"/>
              <a:t> Code Development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C19340-9D16-A981-A772-1E4CF9E8643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SYRRIAN ARAB REPUBLIC / Ministry of Electricity / PETE / Transmission Grid Code, 2014 (accessed Nov. 1, 2025)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Aptos" panose="020B0004020202020204" pitchFamily="34" charset="0"/>
              </a:rPr>
              <a:t>[2] </a:t>
            </a: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“Summary of the draft VDE-AR-N 4110:2017-02” VDE, 2017. https://eepublicdownloads.entsoe.eu/clean-documents/cnc-active-library/Germany/summary-draft-4110-en.pdf (accessed Nov.1, 2025)</a:t>
            </a:r>
            <a:endParaRPr lang="en-GB" b="0" i="0" u="none" strike="noStrike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[3] </a:t>
            </a:r>
            <a:r>
              <a:rPr lang="de-DE" dirty="0"/>
              <a:t>“Windkraftanlagen - Systemauslegung, Netzintegration und Regelung”, </a:t>
            </a:r>
            <a:r>
              <a:rPr lang="de-DE" dirty="0" err="1"/>
              <a:t>S.Heier</a:t>
            </a:r>
            <a:r>
              <a:rPr lang="de-DE" dirty="0"/>
              <a:t> 2022. (</a:t>
            </a:r>
            <a:r>
              <a:rPr lang="de-DE" dirty="0" err="1"/>
              <a:t>accessed</a:t>
            </a:r>
            <a:r>
              <a:rPr lang="de-DE" dirty="0"/>
              <a:t> Nov.1, 2025)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83DB4-11DF-4DC9-9AFB-FDB45DBDB9C4}" type="datetime1">
              <a:rPr lang="en-GB" smtClean="0"/>
              <a:t>01/11/2025</a:t>
            </a:fld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9" name="Fußzeilenplatzhalter 5">
            <a:extLst>
              <a:ext uri="{FF2B5EF4-FFF2-40B4-BE49-F238E27FC236}">
                <a16:creationId xmlns:a16="http://schemas.microsoft.com/office/drawing/2014/main" id="{538F3228-0205-06E6-3875-C1DF59E5EC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50E7142E-11FA-449E-4EE7-D29F41D100ED}"/>
              </a:ext>
            </a:extLst>
          </p:cNvPr>
          <p:cNvSpPr txBox="1">
            <a:spLocks/>
          </p:cNvSpPr>
          <p:nvPr/>
        </p:nvSpPr>
        <p:spPr>
          <a:xfrm>
            <a:off x="2878527" y="6564113"/>
            <a:ext cx="5596085" cy="36512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8ECEFA"/>
        </a:solidFill>
        <a:ln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rid Code-Template.potx" id="{C4851253-06FE-4A6F-8FFF-D36998EFD417}" vid="{31D6BA52-6D61-41C1-9F78-91EE95D14E5D}"/>
    </a:ext>
  </a:extLst>
</a:theme>
</file>

<file path=ppt/theme/theme2.xml><?xml version="1.0" encoding="utf-8"?>
<a:theme xmlns:a="http://schemas.openxmlformats.org/drawingml/2006/main" name="1_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rid Code-Template.potx" id="{C4851253-06FE-4A6F-8FFF-D36998EFD417}" vid="{109DA6D4-AF04-4B2C-B785-3DDDACD6DBF6}"/>
    </a:ext>
  </a:extLst>
</a:theme>
</file>

<file path=ppt/theme/theme3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id Code-Template.potx" id="{C4851253-06FE-4A6F-8FFF-D36998EFD417}" vid="{66097A27-5132-489B-912F-E1984D469948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1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b7b2c1a-3c1a-408d-b2b5-ea7b4e8e527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7B19C9D2505C47B7CE2D306C757FA8" ma:contentTypeVersion="12" ma:contentTypeDescription="Ein neues Dokument erstellen." ma:contentTypeScope="" ma:versionID="c63669f66a8d5a3379ee05b61664cde5">
  <xsd:schema xmlns:xsd="http://www.w3.org/2001/XMLSchema" xmlns:xs="http://www.w3.org/2001/XMLSchema" xmlns:p="http://schemas.microsoft.com/office/2006/metadata/properties" xmlns:ns3="eb7b2c1a-3c1a-408d-b2b5-ea7b4e8e5271" targetNamespace="http://schemas.microsoft.com/office/2006/metadata/properties" ma:root="true" ma:fieldsID="a6eb13b54bb0449938d8a0413fd8abfc" ns3:_="">
    <xsd:import namespace="eb7b2c1a-3c1a-408d-b2b5-ea7b4e8e527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b2c1a-3c1a-408d-b2b5-ea7b4e8e52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935BC7-2969-4B06-9BB2-CD385FC988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2F403F-2682-4D25-B346-B22D53EFB9B3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elements/1.1/"/>
    <ds:schemaRef ds:uri="eb7b2c1a-3c1a-408d-b2b5-ea7b4e8e5271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8EBBC69-8DA3-4D18-91A3-F39780C6A92E}">
  <ds:schemaRefs>
    <ds:schemaRef ds:uri="eb7b2c1a-3c1a-408d-b2b5-ea7b4e8e527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Grid Code-Template Josef Remberger</Template>
  <TotalTime>0</TotalTime>
  <Words>643</Words>
  <Application>Microsoft Office PowerPoint</Application>
  <PresentationFormat>Breitbild</PresentationFormat>
  <Paragraphs>131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12</vt:i4>
      </vt:variant>
    </vt:vector>
  </HeadingPairs>
  <TitlesOfParts>
    <vt:vector size="23" baseType="lpstr">
      <vt:lpstr>Aptos</vt:lpstr>
      <vt:lpstr>Aptos (Textkörper)</vt:lpstr>
      <vt:lpstr>Aptos Display</vt:lpstr>
      <vt:lpstr>Arial</vt:lpstr>
      <vt:lpstr>Calibri</vt:lpstr>
      <vt:lpstr>Calibri Light</vt:lpstr>
      <vt:lpstr>Cambria Math</vt:lpstr>
      <vt:lpstr>Times New Roman</vt:lpstr>
      <vt:lpstr>Office</vt:lpstr>
      <vt:lpstr>1_Office</vt:lpstr>
      <vt:lpstr>Benutzerdefiniertes Design</vt:lpstr>
      <vt:lpstr>PowerPoint-Präsentation</vt:lpstr>
      <vt:lpstr>List of contents</vt:lpstr>
      <vt:lpstr>1. Milestones</vt:lpstr>
      <vt:lpstr>2-i. Basic Data</vt:lpstr>
      <vt:lpstr>2-ii. Fault Ride Through (FRT)</vt:lpstr>
      <vt:lpstr>2-iii. Droop Characteristics</vt:lpstr>
      <vt:lpstr>3. Advices for changing Grid Code</vt:lpstr>
      <vt:lpstr>3. Advices for changing Grid Code</vt:lpstr>
      <vt:lpstr>3. Advices for changing Grid Code</vt:lpstr>
      <vt:lpstr>3. Advices for changing Grid Code</vt:lpstr>
      <vt:lpstr>4. PowerFactory </vt:lpstr>
      <vt:lpstr>Bibliography – Grid Code Development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Josef Remberger</dc:creator>
  <cp:lastModifiedBy>Josef Remberger</cp:lastModifiedBy>
  <cp:revision>1</cp:revision>
  <dcterms:created xsi:type="dcterms:W3CDTF">2025-10-17T13:38:21Z</dcterms:created>
  <dcterms:modified xsi:type="dcterms:W3CDTF">2025-11-01T23:46:19Z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0x010100B77B19C9D2505C47B7CE2D306C757FA8</vt:lpwstr>
  </property>
</Properties>
</file>