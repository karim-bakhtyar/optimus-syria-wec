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Override PartName="/ppt/webextensions/webextension2.xml" ContentType="application/vnd.ms-office.webextension+xml"/>
  <Override PartName="/ppt/webextensions/webextension1.xml" ContentType="application/vnd.ms-office.webextension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webextensions/taskpanes.xml" ContentType="application/vnd.ms-office.webextensiontaskpan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9"/>
  </p:notesMasterIdLst>
  <p:handoutMasterIdLst>
    <p:handoutMasterId r:id="rId10"/>
  </p:handoutMasterIdLst>
  <p:sldIdLst>
    <p:sldId id="270" r:id="rId4"/>
    <p:sldId id="259" r:id="rId5"/>
    <p:sldId id="264" r:id="rId6"/>
    <p:sldId id="277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=""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64"/>
            <p14:sldId id="277"/>
            <p14:sldId id="273"/>
            <p14:sldId id="274"/>
            <p14:sldId id="275"/>
            <p14:sldId id="276"/>
            <p14:sldId id="278"/>
            <p14:sldId id="279"/>
            <p14:sldId id="280"/>
            <p14:sldId id="281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980" autoAdjust="0"/>
    <p:restoredTop sz="94660"/>
  </p:normalViewPr>
  <p:slideViewPr>
    <p:cSldViewPr snapToGrid="0">
      <p:cViewPr>
        <p:scale>
          <a:sx n="73" d="100"/>
          <a:sy n="73" d="100"/>
        </p:scale>
        <p:origin x="-54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166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=""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=""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pPr/>
              <a:t>03.11.2025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=""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=""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=""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=""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=""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E12A6E-8E07-41BF-A0A3-3F2BF48E7745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=""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=""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=""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=""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=""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r>
              <a:rPr lang="it-IT" dirty="0"/>
              <a:t/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=""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=""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=""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4A9BD06-27CB-406D-B020-DF52AE6E8585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=""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=""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=""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=""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=""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B449-9A05-47ED-ABE6-D776F3C0C66D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=""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15639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=""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=""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Adharsh Pappinisseri Veedu</a:t>
            </a:r>
          </a:p>
        </p:txBody>
      </p:sp>
    </p:spTree>
    <p:extLst>
      <p:ext uri="{BB962C8B-B14F-4D97-AF65-F5344CB8AC3E}">
        <p14:creationId xmlns=""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=""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=""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=""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=""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=""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=""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r>
              <a:rPr lang="it-IT" dirty="0"/>
              <a:t/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=""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=""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=""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=""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B738-FB44-4953-BA7A-AFB852E86761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=""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=""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=""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=""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=""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=""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=""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=""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CB00D-A44C-4CB6-B3D0-AE385FA4671E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=""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=""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=""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=""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=""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=""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=""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=""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=""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=""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B5D5-1297-49B2-8C0F-0697C6E49B25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=""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=""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=""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=""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=""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=""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=""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DF2A-5C0F-49C5-AD28-E5CBDA5627A7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=""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=""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=""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=""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=""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=""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=""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=""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=""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=""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=""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B99B-0F4F-4F9B-9A32-2ECA2F4528C6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=""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=""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=""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=""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=""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=""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=""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99C6-FE58-4669-A9B0-CE74E3310E0A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=""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=""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=""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=""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=""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=""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=""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=""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D682-ADD0-49A9-827B-2250910F4FA1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=""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=""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=""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=""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=""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E070-7D05-4698-8498-70EBE2094E29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=""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=""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=""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=""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FCBF9-A550-47B6-A52F-D83BBC1C17F4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=""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=""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=""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=""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07CF-9F2F-490E-9D6A-2EFEDEB698E8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=""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=""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=""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=""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F6FD4-A37E-4BAB-8A99-FA8610E32781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=""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=""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=""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=""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42E69-D35C-464A-8913-B8D53BF53101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=""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=""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=""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=""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5F6B8-BDE3-48FE-8FAC-6B971E4AD3C9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=""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=""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=""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=""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448-1114-4B41-9575-69915FFF7D3A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=""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=""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=""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=""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466E-C482-4DFC-904C-F03FDB47E2F3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=""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=""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=""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=""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=""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=""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=""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=""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=""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=""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=""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=""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=""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=""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=""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=""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=""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=""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=""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=""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=""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=""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=""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=""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=""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=""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=""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=""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=""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096F9B-BE65-486B-B8E8-12EF8E58B3B4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=""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=""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=""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=""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=""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=""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=""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=""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=""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=""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=""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=""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=""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=""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EEEA123-68DA-495E-993C-6E3C45537E60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=""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=""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=""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=""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=""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=""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Rotor Hub and Pitch System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90C3CAC-04C1-4CA4-98F0-49CD057AD2FD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=""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=""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=""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96580-01E6-4EFE-836F-AA1E171E6E67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=""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=""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=""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Rotor Hub and Pitch System / 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=""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EA0CBDBF-D81E-48AE-86BB-BD540A8A418D}" type="datetime1">
              <a:rPr lang="en-GB" smtClean="0"/>
              <a:pPr/>
              <a:t>03/11/2025</a:t>
            </a:fld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=""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47C1733-F87C-4CC9-88C2-2A7482A75C5A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=""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968343" y="6564113"/>
            <a:ext cx="3385457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="" xmlns:a16="http://schemas.microsoft.com/office/drawing/2014/main" id="{4E7ED1BF-5D66-636D-5730-97FE37F448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894" y="2726598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>
                <a:latin typeface="Times New Roman" pitchFamily="18" charset="0"/>
                <a:cs typeface="Times New Roman" pitchFamily="18" charset="0"/>
              </a:rPr>
              <a:t>Rotor Hub And Pitch System</a:t>
            </a:r>
            <a:endParaRPr lang="en-GB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963" y="4121834"/>
            <a:ext cx="31300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Group Members 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Dhruvin Kakdiya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Adharsh Pappinisseri Veedu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Muthu Thirunavukarasu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Syed Mohammed Sikandar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=""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8430" y="4188655"/>
            <a:ext cx="5899051" cy="1655762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Week number : </a:t>
            </a:r>
            <a:r>
              <a:rPr lang="it-IT" sz="2000" dirty="0" smtClean="0">
                <a:latin typeface="Times New Roman" pitchFamily="18" charset="0"/>
                <a:cs typeface="Times New Roman" pitchFamily="18" charset="0"/>
              </a:rPr>
              <a:t>06</a:t>
            </a:r>
            <a:endParaRPr lang="it-IT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Date: </a:t>
            </a:r>
            <a:r>
              <a:rPr lang="it-IT" sz="2000" dirty="0" smtClean="0">
                <a:latin typeface="Times New Roman" pitchFamily="18" charset="0"/>
                <a:cs typeface="Times New Roman" pitchFamily="18" charset="0"/>
              </a:rPr>
              <a:t>04/11/2025</a:t>
            </a:r>
            <a:endParaRPr lang="it-IT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Supervisor: Prof. Peter Quell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="" xmlns:a16="http://schemas.microsoft.com/office/drawing/2014/main" id="{0C666DE2-1276-7519-CD3A-64862C4F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Hub Design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de-DE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itel 21">
            <a:extLst>
              <a:ext uri="{FF2B5EF4-FFF2-40B4-BE49-F238E27FC236}">
                <a16:creationId xmlns=""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263" y="0"/>
            <a:ext cx="10515600" cy="1325563"/>
          </a:xfrm>
        </p:spPr>
        <p:txBody>
          <a:bodyPr/>
          <a:lstStyle/>
          <a:p>
            <a:pPr algn="ctr"/>
            <a:r>
              <a:rPr lang="de-DE" dirty="0">
                <a:latin typeface="Times New Roman" pitchFamily="18" charset="0"/>
                <a:cs typeface="Times New Roman" pitchFamily="18" charset="0"/>
              </a:rPr>
              <a:t>List of contents </a:t>
            </a:r>
          </a:p>
        </p:txBody>
      </p:sp>
      <p:sp>
        <p:nvSpPr>
          <p:cNvPr id="23" name="Datumsplatzhalter 22">
            <a:extLst>
              <a:ext uri="{FF2B5EF4-FFF2-40B4-BE49-F238E27FC236}">
                <a16:creationId xmlns="" xmlns:a16="http://schemas.microsoft.com/office/drawing/2014/main" id="{278CF838-7112-4F3F-EAE6-B2D4ED8F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9754-B76E-4698-9FD4-22B63EC7C81C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24" name="Fußzeilenplatzhalter 23">
            <a:extLst>
              <a:ext uri="{FF2B5EF4-FFF2-40B4-BE49-F238E27FC236}">
                <a16:creationId xmlns="" xmlns:a16="http://schemas.microsoft.com/office/drawing/2014/main" id="{7A4CB245-78A9-C73E-8215-8D18B273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8343" y="6564113"/>
            <a:ext cx="3385457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=""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Adharsh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Pappinisseri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Veedu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="" xmlns:a16="http://schemas.microsoft.com/office/drawing/2014/main" id="{E9FDD682-B40F-C5C9-1855-56A85BC15BC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1210EBD-9EF5-4AB5-B924-9199592FA829}" type="datetime1">
              <a:rPr lang="en-GB" smtClean="0"/>
              <a:pPr/>
              <a:t>03/11/2025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="" xmlns:a16="http://schemas.microsoft.com/office/drawing/2014/main" id="{D668328F-481A-A412-4E89-23ACFE133DF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059783" y="6564113"/>
            <a:ext cx="3294018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="" xmlns:a16="http://schemas.microsoft.com/office/drawing/2014/main" id="{082D30E5-E8EB-4514-D402-7006892C79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Adharsh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Pappinisseri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Veedu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75249" y="0"/>
            <a:ext cx="10678551" cy="1325563"/>
          </a:xfrm>
        </p:spPr>
        <p:txBody>
          <a:bodyPr/>
          <a:lstStyle/>
          <a:p>
            <a:pPr algn="ctr"/>
            <a:r>
              <a:rPr lang="en-US" dirty="0" smtClean="0"/>
              <a:t>Hub Design</a:t>
            </a:r>
            <a:endParaRPr lang="en-US" dirty="0"/>
          </a:p>
        </p:txBody>
      </p:sp>
      <p:pic>
        <p:nvPicPr>
          <p:cNvPr id="16" name="Picture 15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39" y="1382798"/>
            <a:ext cx="4162772" cy="44099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02674" y="6100354"/>
            <a:ext cx="2087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 smtClean="0"/>
              <a:t>Front view: Own hub design</a:t>
            </a:r>
          </a:p>
        </p:txBody>
      </p:sp>
      <p:pic>
        <p:nvPicPr>
          <p:cNvPr id="20" name="Picture 19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763" y="1397726"/>
            <a:ext cx="4705336" cy="45981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98080" y="6139543"/>
            <a:ext cx="875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 smtClean="0"/>
              <a:t>Back view</a:t>
            </a:r>
          </a:p>
        </p:txBody>
      </p:sp>
    </p:spTree>
    <p:extLst>
      <p:ext uri="{BB962C8B-B14F-4D97-AF65-F5344CB8AC3E}">
        <p14:creationId xmlns="" xmlns:p14="http://schemas.microsoft.com/office/powerpoint/2010/main" val="295385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3187B13-A6D7-9DCF-6F19-72AA1A7E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="" xmlns:a16="http://schemas.microsoft.com/office/drawing/2014/main" id="{36198DB7-BA0B-B4BB-CC48-BDD78CD6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C6257-D954-4541-A20C-37FB7797A083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="" xmlns:a16="http://schemas.microsoft.com/office/drawing/2014/main" id="{E323E133-B311-53BB-EDA8-08E809A1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1407" y="6564113"/>
            <a:ext cx="3372394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="" xmlns:a16="http://schemas.microsoft.com/office/drawing/2014/main" id="{E6CB5DBB-6949-8A9B-B6B9-9C71B20C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Adharsh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Pappinisseri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Veedu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Content Placeholder 7" descr="1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16485" y="1512116"/>
            <a:ext cx="4654528" cy="4351338"/>
          </a:xfrm>
        </p:spPr>
      </p:pic>
      <p:sp>
        <p:nvSpPr>
          <p:cNvPr id="9" name="TextBox 8"/>
          <p:cNvSpPr txBox="1"/>
          <p:nvPr/>
        </p:nvSpPr>
        <p:spPr>
          <a:xfrm>
            <a:off x="5512526" y="6035040"/>
            <a:ext cx="781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 smtClean="0"/>
              <a:t>Top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154" y="2116182"/>
            <a:ext cx="1210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 smtClean="0"/>
              <a:t>Cone angle : 4’</a:t>
            </a:r>
          </a:p>
        </p:txBody>
      </p:sp>
    </p:spTree>
    <p:extLst>
      <p:ext uri="{BB962C8B-B14F-4D97-AF65-F5344CB8AC3E}">
        <p14:creationId xmlns="" xmlns:p14="http://schemas.microsoft.com/office/powerpoint/2010/main" val="132840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=""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9E853A4-1968-0FCD-18F0-DEA78504D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Optimus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ocean design</a:t>
            </a:r>
          </a:p>
          <a:p>
            <a:pPr marL="342900" indent="-342900">
              <a:buAutoNum type="arabicPeriod"/>
            </a:pP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Optimus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shakti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design</a:t>
            </a:r>
            <a:endParaRPr lang="en-IN" dirty="0"/>
          </a:p>
          <a:p>
            <a:pPr marL="342900" indent="-342900">
              <a:buAutoNum type="arabicPeriod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=""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92ABB-B105-4A5A-A207-EB1AE7E4FBD2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=""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=""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Adharsh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Pappinisseri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Veedu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864</TotalTime>
  <Words>123</Words>
  <Application>Microsoft Office PowerPoint</Application>
  <PresentationFormat>Custom</PresentationFormat>
  <Paragraphs>39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Office</vt:lpstr>
      <vt:lpstr>Custom Design</vt:lpstr>
      <vt:lpstr>Benutzerdefiniertes Design</vt:lpstr>
      <vt:lpstr>Rotor Hub And Pitch System</vt:lpstr>
      <vt:lpstr>List of contents </vt:lpstr>
      <vt:lpstr>Hub Design</vt:lpstr>
      <vt:lpstr>Slide 4</vt:lpstr>
      <vt:lpstr>Bibliography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Rotor Hub And Pitch System</dc:title>
  <dc:creator>harsh panchal</dc:creator>
  <cp:lastModifiedBy>Dhruvin</cp:lastModifiedBy>
  <cp:revision>41</cp:revision>
  <dcterms:created xsi:type="dcterms:W3CDTF">2025-10-02T13:56:12Z</dcterms:created>
  <dcterms:modified xsi:type="dcterms:W3CDTF">2025-11-03T17:55:03Z</dcterms:modified>
</cp:coreProperties>
</file>