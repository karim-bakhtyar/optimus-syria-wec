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9" r:id="rId4"/>
    <p:sldId id="273" r:id="rId5"/>
    <p:sldId id="267" r:id="rId6"/>
    <p:sldId id="268" r:id="rId7"/>
    <p:sldId id="274" r:id="rId8"/>
    <p:sldId id="275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73"/>
            <p14:sldId id="267"/>
            <p14:sldId id="268"/>
            <p14:sldId id="274"/>
            <p14:sldId id="275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5441" autoAdjust="0"/>
  </p:normalViewPr>
  <p:slideViewPr>
    <p:cSldViewPr snapToGrid="0">
      <p:cViewPr varScale="1">
        <p:scale>
          <a:sx n="82" d="100"/>
          <a:sy n="82" d="100"/>
        </p:scale>
        <p:origin x="72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Alywa" userId="5eb53c361333d4c9" providerId="LiveId" clId="{5F2B34DC-6748-43ED-BAC2-34DBA55EE264}"/>
    <pc:docChg chg="undo redo custSel addSld delSld modSld sldOrd modSection">
      <pc:chgData name="mohamed Alywa" userId="5eb53c361333d4c9" providerId="LiveId" clId="{5F2B34DC-6748-43ED-BAC2-34DBA55EE264}" dt="2025-11-08T19:46:10.340" v="1069" actId="20577"/>
      <pc:docMkLst>
        <pc:docMk/>
      </pc:docMkLst>
      <pc:sldChg chg="modSp mod">
        <pc:chgData name="mohamed Alywa" userId="5eb53c361333d4c9" providerId="LiveId" clId="{5F2B34DC-6748-43ED-BAC2-34DBA55EE264}" dt="2025-11-08T17:28:38.777" v="579"/>
        <pc:sldMkLst>
          <pc:docMk/>
          <pc:sldMk cId="0" sldId="256"/>
        </pc:sldMkLst>
        <pc:spChg chg="mod">
          <ac:chgData name="mohamed Alywa" userId="5eb53c361333d4c9" providerId="LiveId" clId="{5F2B34DC-6748-43ED-BAC2-34DBA55EE264}" dt="2025-11-08T16:06:03.574" v="239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28:38.777" v="579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mod modClrScheme chgLayout">
        <pc:chgData name="mohamed Alywa" userId="5eb53c361333d4c9" providerId="LiveId" clId="{5F2B34DC-6748-43ED-BAC2-34DBA55EE264}" dt="2025-11-08T19:42:56.645" v="1065" actId="1076"/>
        <pc:sldMkLst>
          <pc:docMk/>
          <pc:sldMk cId="0" sldId="259"/>
        </pc:sldMkLst>
        <pc:spChg chg="add del mod ord">
          <ac:chgData name="mohamed Alywa" userId="5eb53c361333d4c9" providerId="LiveId" clId="{5F2B34DC-6748-43ED-BAC2-34DBA55EE264}" dt="2025-11-08T19:38:29.841" v="1005" actId="478"/>
          <ac:spMkLst>
            <pc:docMk/>
            <pc:sldMk cId="0" sldId="259"/>
            <ac:spMk id="2" creationId="{9A71A616-98F5-4EC7-99F0-C94A27D81FEE}"/>
          </ac:spMkLst>
        </pc:spChg>
        <pc:spChg chg="add del mod ord">
          <ac:chgData name="mohamed Alywa" userId="5eb53c361333d4c9" providerId="LiveId" clId="{5F2B34DC-6748-43ED-BAC2-34DBA55EE264}" dt="2025-11-08T19:38:31.512" v="1006" actId="478"/>
          <ac:spMkLst>
            <pc:docMk/>
            <pc:sldMk cId="0" sldId="259"/>
            <ac:spMk id="3" creationId="{822638A2-EE98-4673-93D5-18E3367C7F3F}"/>
          </ac:spMkLst>
        </pc:spChg>
        <pc:spChg chg="add del mod ord">
          <ac:chgData name="mohamed Alywa" userId="5eb53c361333d4c9" providerId="LiveId" clId="{5F2B34DC-6748-43ED-BAC2-34DBA55EE264}" dt="2025-11-08T19:38:19.558" v="1003" actId="931"/>
          <ac:spMkLst>
            <pc:docMk/>
            <pc:sldMk cId="0" sldId="259"/>
            <ac:spMk id="4" creationId="{C1F07B8A-16AE-43FB-B2FF-BA59059B8130}"/>
          </ac:spMkLst>
        </pc:spChg>
        <pc:spChg chg="mod ord">
          <ac:chgData name="mohamed Alywa" userId="5eb53c361333d4c9" providerId="LiveId" clId="{5F2B34DC-6748-43ED-BAC2-34DBA55EE264}" dt="2025-11-08T19:38:12.413" v="1002" actId="7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5:41.093" v="514"/>
          <ac:spMkLst>
            <pc:docMk/>
            <pc:sldMk cId="0" sldId="259"/>
            <ac:spMk id="15" creationId="{00000000-0000-0000-0000-000000000000}"/>
          </ac:spMkLst>
        </pc:spChg>
        <pc:spChg chg="add mod">
          <ac:chgData name="mohamed Alywa" userId="5eb53c361333d4c9" providerId="LiveId" clId="{5F2B34DC-6748-43ED-BAC2-34DBA55EE264}" dt="2025-11-08T19:42:56.645" v="1065" actId="1076"/>
          <ac:spMkLst>
            <pc:docMk/>
            <pc:sldMk cId="0" sldId="259"/>
            <ac:spMk id="18" creationId="{28F42EB3-F490-47FF-B6CA-3B844A7A93E6}"/>
          </ac:spMkLst>
        </pc:spChg>
        <pc:spChg chg="mod">
          <ac:chgData name="mohamed Alywa" userId="5eb53c361333d4c9" providerId="LiveId" clId="{5F2B34DC-6748-43ED-BAC2-34DBA55EE264}" dt="2025-11-08T19:36:20.719" v="1001"/>
          <ac:spMkLst>
            <pc:docMk/>
            <pc:sldMk cId="0" sldId="259"/>
            <ac:spMk id="19" creationId="{00000000-0000-0000-0000-000000000000}"/>
          </ac:spMkLst>
        </pc:spChg>
        <pc:spChg chg="add mod">
          <ac:chgData name="mohamed Alywa" userId="5eb53c361333d4c9" providerId="LiveId" clId="{5F2B34DC-6748-43ED-BAC2-34DBA55EE264}" dt="2025-11-08T19:39:52.640" v="1038"/>
          <ac:spMkLst>
            <pc:docMk/>
            <pc:sldMk cId="0" sldId="259"/>
            <ac:spMk id="20" creationId="{2BD0EF25-9C31-465D-A782-00E58F9E1039}"/>
          </ac:spMkLst>
        </pc:spChg>
        <pc:picChg chg="add mod">
          <ac:chgData name="mohamed Alywa" userId="5eb53c361333d4c9" providerId="LiveId" clId="{5F2B34DC-6748-43ED-BAC2-34DBA55EE264}" dt="2025-11-08T19:38:49.799" v="1035" actId="1038"/>
          <ac:picMkLst>
            <pc:docMk/>
            <pc:sldMk cId="0" sldId="259"/>
            <ac:picMk id="7" creationId="{BEBF12EA-F715-40DC-BD56-61AD50D1C92C}"/>
          </ac:picMkLst>
        </pc:picChg>
      </pc:sldChg>
      <pc:sldChg chg="del ord">
        <pc:chgData name="mohamed Alywa" userId="5eb53c361333d4c9" providerId="LiveId" clId="{5F2B34DC-6748-43ED-BAC2-34DBA55EE264}" dt="2025-11-08T16:49:00.013" v="425" actId="2696"/>
        <pc:sldMkLst>
          <pc:docMk/>
          <pc:sldMk cId="0" sldId="261"/>
        </pc:sldMkLst>
      </pc:sldChg>
      <pc:sldChg chg="del">
        <pc:chgData name="mohamed Alywa" userId="5eb53c361333d4c9" providerId="LiveId" clId="{5F2B34DC-6748-43ED-BAC2-34DBA55EE264}" dt="2025-11-08T16:09:01.022" v="241" actId="2696"/>
        <pc:sldMkLst>
          <pc:docMk/>
          <pc:sldMk cId="0" sldId="263"/>
        </pc:sldMkLst>
      </pc:sldChg>
      <pc:sldChg chg="addSp delSp modSp mod ord">
        <pc:chgData name="mohamed Alywa" userId="5eb53c361333d4c9" providerId="LiveId" clId="{5F2B34DC-6748-43ED-BAC2-34DBA55EE264}" dt="2025-11-08T19:34:39.144" v="993" actId="2710"/>
        <pc:sldMkLst>
          <pc:docMk/>
          <pc:sldMk cId="0" sldId="268"/>
        </pc:sldMkLst>
        <pc:spChg chg="mod">
          <ac:chgData name="mohamed Alywa" userId="5eb53c361333d4c9" providerId="LiveId" clId="{5F2B34DC-6748-43ED-BAC2-34DBA55EE264}" dt="2025-11-08T19:03:38.222" v="872" actId="1076"/>
          <ac:spMkLst>
            <pc:docMk/>
            <pc:sldMk cId="0" sldId="268"/>
            <ac:spMk id="2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5:38:58.038" v="17" actId="478"/>
          <ac:spMkLst>
            <pc:docMk/>
            <pc:sldMk cId="0" sldId="268"/>
            <ac:spMk id="18" creationId="{00000000-0000-0000-0000-000000000000}"/>
          </ac:spMkLst>
        </pc:spChg>
        <pc:spChg chg="add del mod">
          <ac:chgData name="mohamed Alywa" userId="5eb53c361333d4c9" providerId="LiveId" clId="{5F2B34DC-6748-43ED-BAC2-34DBA55EE264}" dt="2025-11-08T19:34:39.144" v="993" actId="2710"/>
          <ac:spMkLst>
            <pc:docMk/>
            <pc:sldMk cId="0" sldId="268"/>
            <ac:spMk id="19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5:39:09.147" v="23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5:39:10.974" v="24" actId="478"/>
          <ac:spMkLst>
            <pc:docMk/>
            <pc:sldMk cId="0" sldId="268"/>
            <ac:spMk id="23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5:39:03.911" v="19" actId="478"/>
          <ac:spMkLst>
            <pc:docMk/>
            <pc:sldMk cId="0" sldId="268"/>
            <ac:spMk id="24" creationId="{00000000-0000-0000-0000-000000000000}"/>
          </ac:spMkLst>
        </pc:spChg>
        <pc:spChg chg="del mod">
          <ac:chgData name="mohamed Alywa" userId="5eb53c361333d4c9" providerId="LiveId" clId="{5F2B34DC-6748-43ED-BAC2-34DBA55EE264}" dt="2025-11-08T15:39:13.939" v="27" actId="478"/>
          <ac:spMkLst>
            <pc:docMk/>
            <pc:sldMk cId="0" sldId="268"/>
            <ac:spMk id="31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5:49.754" v="516"/>
          <ac:spMkLst>
            <pc:docMk/>
            <pc:sldMk cId="0" sldId="268"/>
            <ac:spMk id="32" creationId="{00000000-0000-0000-0000-000000000000}"/>
          </ac:spMkLst>
        </pc:spChg>
        <pc:grpChg chg="del">
          <ac:chgData name="mohamed Alywa" userId="5eb53c361333d4c9" providerId="LiveId" clId="{5F2B34DC-6748-43ED-BAC2-34DBA55EE264}" dt="2025-11-08T15:38:56.019" v="16" actId="478"/>
          <ac:grpSpMkLst>
            <pc:docMk/>
            <pc:sldMk cId="0" sldId="268"/>
            <ac:grpSpMk id="7" creationId="{00000000-0000-0000-0000-000000000000}"/>
          </ac:grpSpMkLst>
        </pc:grpChg>
        <pc:cxnChg chg="del">
          <ac:chgData name="mohamed Alywa" userId="5eb53c361333d4c9" providerId="LiveId" clId="{5F2B34DC-6748-43ED-BAC2-34DBA55EE264}" dt="2025-11-08T15:39:12.048" v="25" actId="478"/>
          <ac:cxnSpMkLst>
            <pc:docMk/>
            <pc:sldMk cId="0" sldId="268"/>
            <ac:cxnSpMk id="21" creationId="{00000000-0000-0000-0000-000000000000}"/>
          </ac:cxnSpMkLst>
        </pc:cxnChg>
      </pc:sldChg>
      <pc:sldChg chg="modSp mod">
        <pc:chgData name="mohamed Alywa" userId="5eb53c361333d4c9" providerId="LiveId" clId="{5F2B34DC-6748-43ED-BAC2-34DBA55EE264}" dt="2025-11-08T19:33:36.915" v="989" actId="5793"/>
        <pc:sldMkLst>
          <pc:docMk/>
          <pc:sldMk cId="0" sldId="269"/>
        </pc:sldMkLst>
        <pc:spChg chg="mod">
          <ac:chgData name="mohamed Alywa" userId="5eb53c361333d4c9" providerId="LiveId" clId="{5F2B34DC-6748-43ED-BAC2-34DBA55EE264}" dt="2025-11-08T17:16:01.628" v="519"/>
          <ac:spMkLst>
            <pc:docMk/>
            <pc:sldMk cId="0" sldId="269"/>
            <ac:spMk id="15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9:33:36.915" v="989" actId="5793"/>
          <ac:spMkLst>
            <pc:docMk/>
            <pc:sldMk cId="0" sldId="269"/>
            <ac:spMk id="19" creationId="{00000000-0000-0000-0000-000000000000}"/>
          </ac:spMkLst>
        </pc:spChg>
      </pc:sldChg>
      <pc:sldChg chg="addSp delSp modSp del mod">
        <pc:chgData name="mohamed Alywa" userId="5eb53c361333d4c9" providerId="LiveId" clId="{5F2B34DC-6748-43ED-BAC2-34DBA55EE264}" dt="2025-11-08T16:46:34.475" v="416" actId="2696"/>
        <pc:sldMkLst>
          <pc:docMk/>
          <pc:sldMk cId="0" sldId="272"/>
        </pc:sldMkLst>
        <pc:spChg chg="mod">
          <ac:chgData name="mohamed Alywa" userId="5eb53c361333d4c9" providerId="LiveId" clId="{5F2B34DC-6748-43ED-BAC2-34DBA55EE264}" dt="2025-11-08T15:37:37.269" v="5" actId="20577"/>
          <ac:spMkLst>
            <pc:docMk/>
            <pc:sldMk cId="0" sldId="272"/>
            <ac:spMk id="2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5:57:30.570" v="189" actId="20577"/>
          <ac:spMkLst>
            <pc:docMk/>
            <pc:sldMk cId="0" sldId="272"/>
            <ac:spMk id="3" creationId="{00000000-0000-0000-0000-000000000000}"/>
          </ac:spMkLst>
        </pc:spChg>
        <pc:spChg chg="add del mod">
          <ac:chgData name="mohamed Alywa" userId="5eb53c361333d4c9" providerId="LiveId" clId="{5F2B34DC-6748-43ED-BAC2-34DBA55EE264}" dt="2025-11-08T15:54:38.077" v="101" actId="20577"/>
          <ac:spMkLst>
            <pc:docMk/>
            <pc:sldMk cId="0" sldId="272"/>
            <ac:spMk id="8" creationId="{00000000-0000-0000-0000-000000000000}"/>
          </ac:spMkLst>
        </pc:spChg>
        <pc:spChg chg="add del mod">
          <ac:chgData name="mohamed Alywa" userId="5eb53c361333d4c9" providerId="LiveId" clId="{5F2B34DC-6748-43ED-BAC2-34DBA55EE264}" dt="2025-11-08T15:54:42.707" v="104" actId="20577"/>
          <ac:spMkLst>
            <pc:docMk/>
            <pc:sldMk cId="0" sldId="272"/>
            <ac:spMk id="17" creationId="{00000000-0000-0000-0000-000000000000}"/>
          </ac:spMkLst>
        </pc:spChg>
        <pc:spChg chg="add del mod topLvl">
          <ac:chgData name="mohamed Alywa" userId="5eb53c361333d4c9" providerId="LiveId" clId="{5F2B34DC-6748-43ED-BAC2-34DBA55EE264}" dt="2025-11-08T15:53:47.202" v="88" actId="478"/>
          <ac:spMkLst>
            <pc:docMk/>
            <pc:sldMk cId="0" sldId="272"/>
            <ac:spMk id="18" creationId="{00000000-0000-0000-0000-000000000000}"/>
          </ac:spMkLst>
        </pc:spChg>
        <pc:spChg chg="add mod">
          <ac:chgData name="mohamed Alywa" userId="5eb53c361333d4c9" providerId="LiveId" clId="{5F2B34DC-6748-43ED-BAC2-34DBA55EE264}" dt="2025-11-08T15:54:05.158" v="90" actId="571"/>
          <ac:spMkLst>
            <pc:docMk/>
            <pc:sldMk cId="0" sldId="272"/>
            <ac:spMk id="19" creationId="{CF320840-7123-4ACC-B359-B112815B552B}"/>
          </ac:spMkLst>
        </pc:spChg>
        <pc:spChg chg="mod">
          <ac:chgData name="mohamed Alywa" userId="5eb53c361333d4c9" providerId="LiveId" clId="{5F2B34DC-6748-43ED-BAC2-34DBA55EE264}" dt="2025-11-08T15:54:05.158" v="90" actId="571"/>
          <ac:spMkLst>
            <pc:docMk/>
            <pc:sldMk cId="0" sldId="272"/>
            <ac:spMk id="23" creationId="{5365D142-4697-49F4-BBB0-E4D7BC758468}"/>
          </ac:spMkLst>
        </pc:spChg>
        <pc:spChg chg="mod">
          <ac:chgData name="mohamed Alywa" userId="5eb53c361333d4c9" providerId="LiveId" clId="{5F2B34DC-6748-43ED-BAC2-34DBA55EE264}" dt="2025-11-08T15:54:05.158" v="90" actId="571"/>
          <ac:spMkLst>
            <pc:docMk/>
            <pc:sldMk cId="0" sldId="272"/>
            <ac:spMk id="24" creationId="{6DC02928-142F-4C50-B7BE-EEF7B6A6D68C}"/>
          </ac:spMkLst>
        </pc:spChg>
        <pc:spChg chg="add del mod">
          <ac:chgData name="mohamed Alywa" userId="5eb53c361333d4c9" providerId="LiveId" clId="{5F2B34DC-6748-43ED-BAC2-34DBA55EE264}" dt="2025-11-08T15:54:21.643" v="94"/>
          <ac:spMkLst>
            <pc:docMk/>
            <pc:sldMk cId="0" sldId="272"/>
            <ac:spMk id="26" creationId="{219F5820-94CD-48A1-9CF7-5150F2093C44}"/>
          </ac:spMkLst>
        </pc:spChg>
        <pc:spChg chg="mod">
          <ac:chgData name="mohamed Alywa" userId="5eb53c361333d4c9" providerId="LiveId" clId="{5F2B34DC-6748-43ED-BAC2-34DBA55EE264}" dt="2025-11-08T15:55:29.585" v="136" actId="20577"/>
          <ac:spMkLst>
            <pc:docMk/>
            <pc:sldMk cId="0" sldId="272"/>
            <ac:spMk id="29" creationId="{DEB80234-4B7B-4E1C-B29C-B0368448AA52}"/>
          </ac:spMkLst>
        </pc:spChg>
        <pc:spChg chg="mod">
          <ac:chgData name="mohamed Alywa" userId="5eb53c361333d4c9" providerId="LiveId" clId="{5F2B34DC-6748-43ED-BAC2-34DBA55EE264}" dt="2025-11-08T15:55:34.042" v="139" actId="20577"/>
          <ac:spMkLst>
            <pc:docMk/>
            <pc:sldMk cId="0" sldId="272"/>
            <ac:spMk id="30" creationId="{092524F0-52A1-4A0A-BA8F-DD49F579C5D5}"/>
          </ac:spMkLst>
        </pc:spChg>
        <pc:grpChg chg="add del mod">
          <ac:chgData name="mohamed Alywa" userId="5eb53c361333d4c9" providerId="LiveId" clId="{5F2B34DC-6748-43ED-BAC2-34DBA55EE264}" dt="2025-11-08T15:57:35.474" v="190" actId="1076"/>
          <ac:grpSpMkLst>
            <pc:docMk/>
            <pc:sldMk cId="0" sldId="272"/>
            <ac:grpSpMk id="5" creationId="{00000000-0000-0000-0000-000000000000}"/>
          </ac:grpSpMkLst>
        </pc:grpChg>
        <pc:grpChg chg="add mod">
          <ac:chgData name="mohamed Alywa" userId="5eb53c361333d4c9" providerId="LiveId" clId="{5F2B34DC-6748-43ED-BAC2-34DBA55EE264}" dt="2025-11-08T15:54:05.158" v="90" actId="571"/>
          <ac:grpSpMkLst>
            <pc:docMk/>
            <pc:sldMk cId="0" sldId="272"/>
            <ac:grpSpMk id="21" creationId="{A85C58EE-37F6-4184-A9F9-FA7C0F8633CF}"/>
          </ac:grpSpMkLst>
        </pc:grpChg>
        <pc:grpChg chg="add mod">
          <ac:chgData name="mohamed Alywa" userId="5eb53c361333d4c9" providerId="LiveId" clId="{5F2B34DC-6748-43ED-BAC2-34DBA55EE264}" dt="2025-11-08T15:57:09.394" v="179" actId="1076"/>
          <ac:grpSpMkLst>
            <pc:docMk/>
            <pc:sldMk cId="0" sldId="272"/>
            <ac:grpSpMk id="27" creationId="{3EB60716-4F99-45B4-BC49-8CB313C96A31}"/>
          </ac:grpSpMkLst>
        </pc:grpChg>
        <pc:cxnChg chg="mod topLvl">
          <ac:chgData name="mohamed Alywa" userId="5eb53c361333d4c9" providerId="LiveId" clId="{5F2B34DC-6748-43ED-BAC2-34DBA55EE264}" dt="2025-11-08T15:53:41.379" v="85" actId="478"/>
          <ac:cxnSpMkLst>
            <pc:docMk/>
            <pc:sldMk cId="0" sldId="272"/>
            <ac:cxnSpMk id="7" creationId="{00000000-0000-0000-0000-000000000000}"/>
          </ac:cxnSpMkLst>
        </pc:cxnChg>
        <pc:cxnChg chg="mod">
          <ac:chgData name="mohamed Alywa" userId="5eb53c361333d4c9" providerId="LiveId" clId="{5F2B34DC-6748-43ED-BAC2-34DBA55EE264}" dt="2025-11-08T15:54:05.158" v="90" actId="571"/>
          <ac:cxnSpMkLst>
            <pc:docMk/>
            <pc:sldMk cId="0" sldId="272"/>
            <ac:cxnSpMk id="22" creationId="{8DF29A49-22BE-4D10-B79E-13D67375B4C4}"/>
          </ac:cxnSpMkLst>
        </pc:cxnChg>
        <pc:cxnChg chg="add del mod">
          <ac:chgData name="mohamed Alywa" userId="5eb53c361333d4c9" providerId="LiveId" clId="{5F2B34DC-6748-43ED-BAC2-34DBA55EE264}" dt="2025-11-08T15:54:09.184" v="92"/>
          <ac:cxnSpMkLst>
            <pc:docMk/>
            <pc:sldMk cId="0" sldId="272"/>
            <ac:cxnSpMk id="25" creationId="{AF09265A-4070-4597-BFF6-2BC2AF6C33BE}"/>
          </ac:cxnSpMkLst>
        </pc:cxnChg>
        <pc:cxnChg chg="mod">
          <ac:chgData name="mohamed Alywa" userId="5eb53c361333d4c9" providerId="LiveId" clId="{5F2B34DC-6748-43ED-BAC2-34DBA55EE264}" dt="2025-11-08T15:55:20.131" v="128"/>
          <ac:cxnSpMkLst>
            <pc:docMk/>
            <pc:sldMk cId="0" sldId="272"/>
            <ac:cxnSpMk id="28" creationId="{F66E1C3D-BAEF-410C-B42A-3016102D4D76}"/>
          </ac:cxnSpMkLst>
        </pc:cxnChg>
      </pc:sldChg>
      <pc:sldChg chg="addSp delSp modSp mod ord modClrScheme chgLayout">
        <pc:chgData name="mohamed Alywa" userId="5eb53c361333d4c9" providerId="LiveId" clId="{5F2B34DC-6748-43ED-BAC2-34DBA55EE264}" dt="2025-11-08T19:46:10.340" v="1069" actId="20577"/>
        <pc:sldMkLst>
          <pc:docMk/>
          <pc:sldMk cId="0" sldId="273"/>
        </pc:sldMkLst>
        <pc:spChg chg="mod ord">
          <ac:chgData name="mohamed Alywa" userId="5eb53c361333d4c9" providerId="LiveId" clId="{5F2B34DC-6748-43ED-BAC2-34DBA55EE264}" dt="2025-11-08T19:25:38.685" v="960" actId="1076"/>
          <ac:spMkLst>
            <pc:docMk/>
            <pc:sldMk cId="0" sldId="273"/>
            <ac:spMk id="2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6:05:32.032" v="235" actId="478"/>
          <ac:spMkLst>
            <pc:docMk/>
            <pc:sldMk cId="0" sldId="273"/>
            <ac:spMk id="4" creationId="{00000000-0000-0000-0000-000000000000}"/>
          </ac:spMkLst>
        </pc:spChg>
        <pc:spChg chg="add del mod ord">
          <ac:chgData name="mohamed Alywa" userId="5eb53c361333d4c9" providerId="LiveId" clId="{5F2B34DC-6748-43ED-BAC2-34DBA55EE264}" dt="2025-11-08T19:23:10.146" v="897" actId="931"/>
          <ac:spMkLst>
            <pc:docMk/>
            <pc:sldMk cId="0" sldId="273"/>
            <ac:spMk id="4" creationId="{C6C55A52-62B0-4783-A6A2-4029803F3CB4}"/>
          </ac:spMkLst>
        </pc:spChg>
        <pc:spChg chg="add del mod">
          <ac:chgData name="mohamed Alywa" userId="5eb53c361333d4c9" providerId="LiveId" clId="{5F2B34DC-6748-43ED-BAC2-34DBA55EE264}" dt="2025-11-08T16:05:34.408" v="236" actId="478"/>
          <ac:spMkLst>
            <pc:docMk/>
            <pc:sldMk cId="0" sldId="273"/>
            <ac:spMk id="5" creationId="{A438EC39-E172-4785-B733-99F299DDEB53}"/>
          </ac:spMkLst>
        </pc:spChg>
        <pc:spChg chg="add del">
          <ac:chgData name="mohamed Alywa" userId="5eb53c361333d4c9" providerId="LiveId" clId="{5F2B34DC-6748-43ED-BAC2-34DBA55EE264}" dt="2025-11-08T19:28:19.086" v="964" actId="478"/>
          <ac:spMkLst>
            <pc:docMk/>
            <pc:sldMk cId="0" sldId="273"/>
            <ac:spMk id="8" creationId="{53433DBD-90CD-4C01-BF09-37FB15E97988}"/>
          </ac:spMkLst>
        </pc:spChg>
        <pc:spChg chg="mod ord">
          <ac:chgData name="mohamed Alywa" userId="5eb53c361333d4c9" providerId="LiveId" clId="{5F2B34DC-6748-43ED-BAC2-34DBA55EE264}" dt="2025-11-08T19:22:55.590" v="895" actId="700"/>
          <ac:spMkLst>
            <pc:docMk/>
            <pc:sldMk cId="0" sldId="273"/>
            <ac:spMk id="13" creationId="{00000000-0000-0000-0000-000000000000}"/>
          </ac:spMkLst>
        </pc:spChg>
        <pc:spChg chg="add del">
          <ac:chgData name="mohamed Alywa" userId="5eb53c361333d4c9" providerId="LiveId" clId="{5F2B34DC-6748-43ED-BAC2-34DBA55EE264}" dt="2025-11-08T19:28:36.301" v="966" actId="11529"/>
          <ac:spMkLst>
            <pc:docMk/>
            <pc:sldMk cId="0" sldId="273"/>
            <ac:spMk id="15" creationId="{264DEEE6-B32E-423C-B80F-CDD60725C342}"/>
          </ac:spMkLst>
        </pc:spChg>
        <pc:spChg chg="add mod">
          <ac:chgData name="mohamed Alywa" userId="5eb53c361333d4c9" providerId="LiveId" clId="{5F2B34DC-6748-43ED-BAC2-34DBA55EE264}" dt="2025-11-08T19:46:10.340" v="1069" actId="20577"/>
          <ac:spMkLst>
            <pc:docMk/>
            <pc:sldMk cId="0" sldId="273"/>
            <ac:spMk id="17" creationId="{B7B85A80-F3B0-4628-8327-6B5620D1EDF3}"/>
          </ac:spMkLst>
        </pc:spChg>
        <pc:spChg chg="add mod ord">
          <ac:chgData name="mohamed Alywa" userId="5eb53c361333d4c9" providerId="LiveId" clId="{5F2B34DC-6748-43ED-BAC2-34DBA55EE264}" dt="2025-11-08T19:30:24.350" v="982" actId="1582"/>
          <ac:spMkLst>
            <pc:docMk/>
            <pc:sldMk cId="0" sldId="273"/>
            <ac:spMk id="18" creationId="{1CE071CE-BDDF-4EE8-9D14-6D4A28A69B33}"/>
          </ac:spMkLst>
        </pc:spChg>
        <pc:spChg chg="mod">
          <ac:chgData name="mohamed Alywa" userId="5eb53c361333d4c9" providerId="LiveId" clId="{5F2B34DC-6748-43ED-BAC2-34DBA55EE264}" dt="2025-11-08T16:13:57.818" v="251" actId="6549"/>
          <ac:spMkLst>
            <pc:docMk/>
            <pc:sldMk cId="0" sldId="273"/>
            <ac:spMk id="24" creationId="{00000000-0000-0000-0000-000000000000}"/>
          </ac:spMkLst>
        </pc:spChg>
        <pc:spChg chg="add mod">
          <ac:chgData name="mohamed Alywa" userId="5eb53c361333d4c9" providerId="LiveId" clId="{5F2B34DC-6748-43ED-BAC2-34DBA55EE264}" dt="2025-11-08T19:40:07.298" v="1043" actId="1036"/>
          <ac:spMkLst>
            <pc:docMk/>
            <pc:sldMk cId="0" sldId="273"/>
            <ac:spMk id="24" creationId="{83EA7592-B30A-4269-831A-2CC2800ED94A}"/>
          </ac:spMkLst>
        </pc:spChg>
        <pc:spChg chg="mod">
          <ac:chgData name="mohamed Alywa" userId="5eb53c361333d4c9" providerId="LiveId" clId="{5F2B34DC-6748-43ED-BAC2-34DBA55EE264}" dt="2025-11-08T17:15:57.671" v="518"/>
          <ac:spMkLst>
            <pc:docMk/>
            <pc:sldMk cId="0" sldId="273"/>
            <ac:spMk id="26" creationId="{00000000-0000-0000-0000-000000000000}"/>
          </ac:spMkLst>
        </pc:spChg>
        <pc:spChg chg="add mod ord">
          <ac:chgData name="mohamed Alywa" userId="5eb53c361333d4c9" providerId="LiveId" clId="{5F2B34DC-6748-43ED-BAC2-34DBA55EE264}" dt="2025-11-08T19:23:29.631" v="903" actId="14100"/>
          <ac:spMkLst>
            <pc:docMk/>
            <pc:sldMk cId="0" sldId="273"/>
            <ac:spMk id="27" creationId="{E7CCE0A0-B4E2-481B-8241-7A2C5B516293}"/>
          </ac:spMkLst>
        </pc:spChg>
        <pc:grpChg chg="del mod">
          <ac:chgData name="mohamed Alywa" userId="5eb53c361333d4c9" providerId="LiveId" clId="{5F2B34DC-6748-43ED-BAC2-34DBA55EE264}" dt="2025-11-08T16:14:38.553" v="253" actId="478"/>
          <ac:grpSpMkLst>
            <pc:docMk/>
            <pc:sldMk cId="0" sldId="273"/>
            <ac:grpSpMk id="21" creationId="{00000000-0000-0000-0000-000000000000}"/>
          </ac:grpSpMkLst>
        </pc:grpChg>
        <pc:picChg chg="add mod modCrop">
          <ac:chgData name="mohamed Alywa" userId="5eb53c361333d4c9" providerId="LiveId" clId="{5F2B34DC-6748-43ED-BAC2-34DBA55EE264}" dt="2025-11-08T19:25:29.301" v="959" actId="14100"/>
          <ac:picMkLst>
            <pc:docMk/>
            <pc:sldMk cId="0" sldId="273"/>
            <ac:picMk id="7" creationId="{E752DF2B-BFBC-4D86-8187-494C3A808F4A}"/>
          </ac:picMkLst>
        </pc:picChg>
        <pc:picChg chg="add mod modCrop">
          <ac:chgData name="mohamed Alywa" userId="5eb53c361333d4c9" providerId="LiveId" clId="{5F2B34DC-6748-43ED-BAC2-34DBA55EE264}" dt="2025-11-08T19:25:17.416" v="956" actId="1038"/>
          <ac:picMkLst>
            <pc:docMk/>
            <pc:sldMk cId="0" sldId="273"/>
            <ac:picMk id="20" creationId="{2873EA88-17C8-4E76-9AA6-2B8FB7EE8B0F}"/>
          </ac:picMkLst>
        </pc:picChg>
        <pc:picChg chg="add del mod">
          <ac:chgData name="mohamed Alywa" userId="5eb53c361333d4c9" providerId="LiveId" clId="{5F2B34DC-6748-43ED-BAC2-34DBA55EE264}" dt="2025-11-08T19:22:50.294" v="894" actId="478"/>
          <ac:picMkLst>
            <pc:docMk/>
            <pc:sldMk cId="0" sldId="273"/>
            <ac:picMk id="28" creationId="{F6B3EF0F-AF2B-41B0-9B43-E77A5BBCCE82}"/>
          </ac:picMkLst>
        </pc:picChg>
      </pc:sldChg>
      <pc:sldChg chg="addSp modSp add del mod ord">
        <pc:chgData name="mohamed Alywa" userId="5eb53c361333d4c9" providerId="LiveId" clId="{5F2B34DC-6748-43ED-BAC2-34DBA55EE264}" dt="2025-11-08T19:03:19.433" v="869" actId="1076"/>
        <pc:sldMkLst>
          <pc:docMk/>
          <pc:sldMk cId="0" sldId="274"/>
        </pc:sldMkLst>
        <pc:spChg chg="mod">
          <ac:chgData name="mohamed Alywa" userId="5eb53c361333d4c9" providerId="LiveId" clId="{5F2B34DC-6748-43ED-BAC2-34DBA55EE264}" dt="2025-11-08T19:03:19.433" v="869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9:02:50.056" v="863" actId="2710"/>
          <ac:spMkLst>
            <pc:docMk/>
            <pc:sldMk cId="0" sldId="274"/>
            <ac:spMk id="3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5:53.213" v="517"/>
          <ac:spMkLst>
            <pc:docMk/>
            <pc:sldMk cId="0" sldId="274"/>
            <ac:spMk id="15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1:43.105" v="478" actId="404"/>
          <ac:spMkLst>
            <pc:docMk/>
            <pc:sldMk cId="0" sldId="274"/>
            <ac:spMk id="18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1:46.330" v="479" actId="404"/>
          <ac:spMkLst>
            <pc:docMk/>
            <pc:sldMk cId="0" sldId="274"/>
            <ac:spMk id="20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1:30.729" v="475" actId="404"/>
          <ac:spMkLst>
            <pc:docMk/>
            <pc:sldMk cId="0" sldId="274"/>
            <ac:spMk id="22" creationId="{1E0B1D6B-6842-4CDF-83E7-83E6235870B8}"/>
          </ac:spMkLst>
        </pc:spChg>
        <pc:spChg chg="mod">
          <ac:chgData name="mohamed Alywa" userId="5eb53c361333d4c9" providerId="LiveId" clId="{5F2B34DC-6748-43ED-BAC2-34DBA55EE264}" dt="2025-11-08T17:11:33.801" v="476" actId="404"/>
          <ac:spMkLst>
            <pc:docMk/>
            <pc:sldMk cId="0" sldId="274"/>
            <ac:spMk id="23" creationId="{3D1854CA-7161-4037-A88D-E88CDAF8DC40}"/>
          </ac:spMkLst>
        </pc:spChg>
        <pc:spChg chg="mod">
          <ac:chgData name="mohamed Alywa" userId="5eb53c361333d4c9" providerId="LiveId" clId="{5F2B34DC-6748-43ED-BAC2-34DBA55EE264}" dt="2025-11-08T19:03:14.022" v="868" actId="1036"/>
          <ac:spMkLst>
            <pc:docMk/>
            <pc:sldMk cId="0" sldId="274"/>
            <ac:spMk id="25" creationId="{00000000-0000-0000-0000-000000000000}"/>
          </ac:spMkLst>
        </pc:spChg>
        <pc:grpChg chg="mod">
          <ac:chgData name="mohamed Alywa" userId="5eb53c361333d4c9" providerId="LiveId" clId="{5F2B34DC-6748-43ED-BAC2-34DBA55EE264}" dt="2025-11-08T19:03:03.477" v="864" actId="1076"/>
          <ac:grpSpMkLst>
            <pc:docMk/>
            <pc:sldMk cId="0" sldId="274"/>
            <ac:grpSpMk id="8" creationId="{00000000-0000-0000-0000-000000000000}"/>
          </ac:grpSpMkLst>
        </pc:grpChg>
        <pc:grpChg chg="add mod">
          <ac:chgData name="mohamed Alywa" userId="5eb53c361333d4c9" providerId="LiveId" clId="{5F2B34DC-6748-43ED-BAC2-34DBA55EE264}" dt="2025-11-08T19:03:06.718" v="865" actId="1076"/>
          <ac:grpSpMkLst>
            <pc:docMk/>
            <pc:sldMk cId="0" sldId="274"/>
            <ac:grpSpMk id="19" creationId="{60F2666F-6FDE-47E6-9240-0EFE1543F288}"/>
          </ac:grpSpMkLst>
        </pc:grpChg>
        <pc:cxnChg chg="mod">
          <ac:chgData name="mohamed Alywa" userId="5eb53c361333d4c9" providerId="LiveId" clId="{5F2B34DC-6748-43ED-BAC2-34DBA55EE264}" dt="2025-11-08T16:45:18.152" v="394"/>
          <ac:cxnSpMkLst>
            <pc:docMk/>
            <pc:sldMk cId="0" sldId="274"/>
            <ac:cxnSpMk id="21" creationId="{665D660A-9DCF-43D4-807E-2BB4583D1757}"/>
          </ac:cxnSpMkLst>
        </pc:cxnChg>
      </pc:sldChg>
      <pc:sldChg chg="addSp delSp modSp mod ord modClrScheme chgLayout">
        <pc:chgData name="mohamed Alywa" userId="5eb53c361333d4c9" providerId="LiveId" clId="{5F2B34DC-6748-43ED-BAC2-34DBA55EE264}" dt="2025-11-08T19:43:05.701" v="1067" actId="1076"/>
        <pc:sldMkLst>
          <pc:docMk/>
          <pc:sldMk cId="0" sldId="275"/>
        </pc:sldMkLst>
        <pc:spChg chg="mod ord">
          <ac:chgData name="mohamed Alywa" userId="5eb53c361333d4c9" providerId="LiveId" clId="{5F2B34DC-6748-43ED-BAC2-34DBA55EE264}" dt="2025-11-08T19:03:26.669" v="870" actId="1076"/>
          <ac:spMkLst>
            <pc:docMk/>
            <pc:sldMk cId="0" sldId="275"/>
            <ac:spMk id="2" creationId="{00000000-0000-0000-0000-000000000000}"/>
          </ac:spMkLst>
        </pc:spChg>
        <pc:spChg chg="add del">
          <ac:chgData name="mohamed Alywa" userId="5eb53c361333d4c9" providerId="LiveId" clId="{5F2B34DC-6748-43ED-BAC2-34DBA55EE264}" dt="2025-11-08T15:42:50.232" v="61"/>
          <ac:spMkLst>
            <pc:docMk/>
            <pc:sldMk cId="0" sldId="275"/>
            <ac:spMk id="3" creationId="{6918AC3B-DB69-4A34-BFD2-98E80EF731BD}"/>
          </ac:spMkLst>
        </pc:spChg>
        <pc:spChg chg="add del">
          <ac:chgData name="mohamed Alywa" userId="5eb53c361333d4c9" providerId="LiveId" clId="{5F2B34DC-6748-43ED-BAC2-34DBA55EE264}" dt="2025-11-08T15:42:50.232" v="61"/>
          <ac:spMkLst>
            <pc:docMk/>
            <pc:sldMk cId="0" sldId="275"/>
            <ac:spMk id="4" creationId="{F2A72893-4487-4B47-8971-E50166520F09}"/>
          </ac:spMkLst>
        </pc:spChg>
        <pc:spChg chg="add del mod ord">
          <ac:chgData name="mohamed Alywa" userId="5eb53c361333d4c9" providerId="LiveId" clId="{5F2B34DC-6748-43ED-BAC2-34DBA55EE264}" dt="2025-11-08T18:51:31.962" v="769" actId="27636"/>
          <ac:spMkLst>
            <pc:docMk/>
            <pc:sldMk cId="0" sldId="275"/>
            <ac:spMk id="5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5:45.275" v="515"/>
          <ac:spMkLst>
            <pc:docMk/>
            <pc:sldMk cId="0" sldId="275"/>
            <ac:spMk id="7" creationId="{00000000-0000-0000-0000-000000000000}"/>
          </ac:spMkLst>
        </pc:spChg>
        <pc:spChg chg="add del">
          <ac:chgData name="mohamed Alywa" userId="5eb53c361333d4c9" providerId="LiveId" clId="{5F2B34DC-6748-43ED-BAC2-34DBA55EE264}" dt="2025-11-08T15:42:50.232" v="61"/>
          <ac:spMkLst>
            <pc:docMk/>
            <pc:sldMk cId="0" sldId="275"/>
            <ac:spMk id="8" creationId="{351424F8-1CE4-48DC-BA01-0257DDB05F36}"/>
          </ac:spMkLst>
        </pc:spChg>
        <pc:spChg chg="mod">
          <ac:chgData name="mohamed Alywa" userId="5eb53c361333d4c9" providerId="LiveId" clId="{5F2B34DC-6748-43ED-BAC2-34DBA55EE264}" dt="2025-11-08T15:40:23.079" v="54" actId="1076"/>
          <ac:spMkLst>
            <pc:docMk/>
            <pc:sldMk cId="0" sldId="275"/>
            <ac:spMk id="10" creationId="{00000000-0000-0000-0000-000000000000}"/>
          </ac:spMkLst>
        </pc:spChg>
        <pc:spChg chg="mod ord">
          <ac:chgData name="mohamed Alywa" userId="5eb53c361333d4c9" providerId="LiveId" clId="{5F2B34DC-6748-43ED-BAC2-34DBA55EE264}" dt="2025-11-08T18:50:37.326" v="752" actId="700"/>
          <ac:spMkLst>
            <pc:docMk/>
            <pc:sldMk cId="0" sldId="275"/>
            <ac:spMk id="13" creationId="{00000000-0000-0000-0000-000000000000}"/>
          </ac:spMkLst>
        </pc:spChg>
        <pc:spChg chg="add del mod">
          <ac:chgData name="mohamed Alywa" userId="5eb53c361333d4c9" providerId="LiveId" clId="{5F2B34DC-6748-43ED-BAC2-34DBA55EE264}" dt="2025-11-08T15:59:02.912" v="204"/>
          <ac:spMkLst>
            <pc:docMk/>
            <pc:sldMk cId="0" sldId="275"/>
            <ac:spMk id="15" creationId="{864F055F-5273-4967-8BD8-BFC4FE8D97DE}"/>
          </ac:spMkLst>
        </pc:spChg>
        <pc:spChg chg="add del mod">
          <ac:chgData name="mohamed Alywa" userId="5eb53c361333d4c9" providerId="LiveId" clId="{5F2B34DC-6748-43ED-BAC2-34DBA55EE264}" dt="2025-11-08T15:59:02.912" v="204"/>
          <ac:spMkLst>
            <pc:docMk/>
            <pc:sldMk cId="0" sldId="275"/>
            <ac:spMk id="17" creationId="{26D82A89-0F50-4CA1-8ABA-D5F23442D606}"/>
          </ac:spMkLst>
        </pc:spChg>
        <pc:spChg chg="mod">
          <ac:chgData name="mohamed Alywa" userId="5eb53c361333d4c9" providerId="LiveId" clId="{5F2B34DC-6748-43ED-BAC2-34DBA55EE264}" dt="2025-11-08T15:58:27.681" v="193"/>
          <ac:spMkLst>
            <pc:docMk/>
            <pc:sldMk cId="0" sldId="275"/>
            <ac:spMk id="21" creationId="{EA917C81-96E5-4AB2-A1DE-0217C2CBFF76}"/>
          </ac:spMkLst>
        </pc:spChg>
        <pc:spChg chg="add del mod ord">
          <ac:chgData name="mohamed Alywa" userId="5eb53c361333d4c9" providerId="LiveId" clId="{5F2B34DC-6748-43ED-BAC2-34DBA55EE264}" dt="2025-11-08T18:50:49.155" v="756" actId="931"/>
          <ac:spMkLst>
            <pc:docMk/>
            <pc:sldMk cId="0" sldId="275"/>
            <ac:spMk id="22" creationId="{0B5A144A-2AB0-4481-BB23-C6D2A332C1CF}"/>
          </ac:spMkLst>
        </pc:spChg>
        <pc:spChg chg="mod">
          <ac:chgData name="mohamed Alywa" userId="5eb53c361333d4c9" providerId="LiveId" clId="{5F2B34DC-6748-43ED-BAC2-34DBA55EE264}" dt="2025-11-08T15:58:27.681" v="193"/>
          <ac:spMkLst>
            <pc:docMk/>
            <pc:sldMk cId="0" sldId="275"/>
            <ac:spMk id="22" creationId="{37F7C77C-D022-4012-938B-B9B74A9E2AFF}"/>
          </ac:spMkLst>
        </pc:spChg>
        <pc:spChg chg="add del mod">
          <ac:chgData name="mohamed Alywa" userId="5eb53c361333d4c9" providerId="LiveId" clId="{5F2B34DC-6748-43ED-BAC2-34DBA55EE264}" dt="2025-11-08T15:59:02.912" v="204"/>
          <ac:spMkLst>
            <pc:docMk/>
            <pc:sldMk cId="0" sldId="275"/>
            <ac:spMk id="23" creationId="{2C099B20-0F56-4676-8C3A-BFE7A6744B81}"/>
          </ac:spMkLst>
        </pc:spChg>
        <pc:spChg chg="add del mod">
          <ac:chgData name="mohamed Alywa" userId="5eb53c361333d4c9" providerId="LiveId" clId="{5F2B34DC-6748-43ED-BAC2-34DBA55EE264}" dt="2025-11-08T15:58:46.211" v="198" actId="478"/>
          <ac:spMkLst>
            <pc:docMk/>
            <pc:sldMk cId="0" sldId="275"/>
            <ac:spMk id="24" creationId="{52B1C288-33CA-4294-B1C6-5A40651AEC57}"/>
          </ac:spMkLst>
        </pc:spChg>
        <pc:spChg chg="add del mod">
          <ac:chgData name="mohamed Alywa" userId="5eb53c361333d4c9" providerId="LiveId" clId="{5F2B34DC-6748-43ED-BAC2-34DBA55EE264}" dt="2025-11-08T15:58:49.441" v="200" actId="478"/>
          <ac:spMkLst>
            <pc:docMk/>
            <pc:sldMk cId="0" sldId="275"/>
            <ac:spMk id="25" creationId="{03EB45E6-0044-43D0-BC8F-FFED1B1E370D}"/>
          </ac:spMkLst>
        </pc:spChg>
        <pc:spChg chg="add del">
          <ac:chgData name="mohamed Alywa" userId="5eb53c361333d4c9" providerId="LiveId" clId="{5F2B34DC-6748-43ED-BAC2-34DBA55EE264}" dt="2025-11-08T16:01:20.360" v="219"/>
          <ac:spMkLst>
            <pc:docMk/>
            <pc:sldMk cId="0" sldId="275"/>
            <ac:spMk id="26" creationId="{0B938D44-55D2-47CB-854A-DEFD8A48C615}"/>
          </ac:spMkLst>
        </pc:spChg>
        <pc:spChg chg="add del">
          <ac:chgData name="mohamed Alywa" userId="5eb53c361333d4c9" providerId="LiveId" clId="{5F2B34DC-6748-43ED-BAC2-34DBA55EE264}" dt="2025-11-08T16:01:20.360" v="219"/>
          <ac:spMkLst>
            <pc:docMk/>
            <pc:sldMk cId="0" sldId="275"/>
            <ac:spMk id="28" creationId="{03EA9A79-9EC9-4512-8376-2E10B24009D5}"/>
          </ac:spMkLst>
        </pc:spChg>
        <pc:spChg chg="add mod">
          <ac:chgData name="mohamed Alywa" userId="5eb53c361333d4c9" providerId="LiveId" clId="{5F2B34DC-6748-43ED-BAC2-34DBA55EE264}" dt="2025-11-08T19:43:02.165" v="1066" actId="1076"/>
          <ac:spMkLst>
            <pc:docMk/>
            <pc:sldMk cId="0" sldId="275"/>
            <ac:spMk id="28" creationId="{CF7E75BF-7C76-43B4-BBED-05D2907C6541}"/>
          </ac:spMkLst>
        </pc:spChg>
        <pc:spChg chg="add del">
          <ac:chgData name="mohamed Alywa" userId="5eb53c361333d4c9" providerId="LiveId" clId="{5F2B34DC-6748-43ED-BAC2-34DBA55EE264}" dt="2025-11-08T16:01:20.360" v="219"/>
          <ac:spMkLst>
            <pc:docMk/>
            <pc:sldMk cId="0" sldId="275"/>
            <ac:spMk id="29" creationId="{1B74A33F-F4B5-48E2-B883-AFF389695BE8}"/>
          </ac:spMkLst>
        </pc:spChg>
        <pc:spChg chg="add mod">
          <ac:chgData name="mohamed Alywa" userId="5eb53c361333d4c9" providerId="LiveId" clId="{5F2B34DC-6748-43ED-BAC2-34DBA55EE264}" dt="2025-11-08T19:43:05.701" v="1067" actId="1076"/>
          <ac:spMkLst>
            <pc:docMk/>
            <pc:sldMk cId="0" sldId="275"/>
            <ac:spMk id="30" creationId="{DD0A0AC5-E2FC-4885-8772-90760283123A}"/>
          </ac:spMkLst>
        </pc:spChg>
        <pc:spChg chg="add mod">
          <ac:chgData name="mohamed Alywa" userId="5eb53c361333d4c9" providerId="LiveId" clId="{5F2B34DC-6748-43ED-BAC2-34DBA55EE264}" dt="2025-11-08T19:40:01.598" v="1040" actId="1036"/>
          <ac:spMkLst>
            <pc:docMk/>
            <pc:sldMk cId="0" sldId="275"/>
            <ac:spMk id="31" creationId="{FC7DAAE1-0499-4326-A861-495430B2C032}"/>
          </ac:spMkLst>
        </pc:spChg>
        <pc:grpChg chg="add del mod">
          <ac:chgData name="mohamed Alywa" userId="5eb53c361333d4c9" providerId="LiveId" clId="{5F2B34DC-6748-43ED-BAC2-34DBA55EE264}" dt="2025-11-08T15:58:29.082" v="194"/>
          <ac:grpSpMkLst>
            <pc:docMk/>
            <pc:sldMk cId="0" sldId="275"/>
            <ac:grpSpMk id="18" creationId="{C937E311-4CD0-4580-A1FE-BBF1A1AC92BC}"/>
          </ac:grpSpMkLst>
        </pc:grpChg>
        <pc:picChg chg="add del mod ord">
          <ac:chgData name="mohamed Alywa" userId="5eb53c361333d4c9" providerId="LiveId" clId="{5F2B34DC-6748-43ED-BAC2-34DBA55EE264}" dt="2025-11-08T18:44:52.639" v="731" actId="478"/>
          <ac:picMkLst>
            <pc:docMk/>
            <pc:sldMk cId="0" sldId="275"/>
            <ac:picMk id="4" creationId="{8B831194-065B-4128-9E46-2E80C0C10621}"/>
          </ac:picMkLst>
        </pc:picChg>
        <pc:picChg chg="add del mod ord">
          <ac:chgData name="mohamed Alywa" userId="5eb53c361333d4c9" providerId="LiveId" clId="{5F2B34DC-6748-43ED-BAC2-34DBA55EE264}" dt="2025-11-08T18:46:50.521" v="742" actId="478"/>
          <ac:picMkLst>
            <pc:docMk/>
            <pc:sldMk cId="0" sldId="275"/>
            <ac:picMk id="15" creationId="{AC020792-513F-4D94-A3D6-5A1DAF7776DB}"/>
          </ac:picMkLst>
        </pc:picChg>
        <pc:picChg chg="add del mod">
          <ac:chgData name="mohamed Alywa" userId="5eb53c361333d4c9" providerId="LiveId" clId="{5F2B34DC-6748-43ED-BAC2-34DBA55EE264}" dt="2025-11-08T18:47:58.863" v="749" actId="478"/>
          <ac:picMkLst>
            <pc:docMk/>
            <pc:sldMk cId="0" sldId="275"/>
            <ac:picMk id="18" creationId="{3F6C65BC-8FD9-4EBB-91F1-C2E20502A57B}"/>
          </ac:picMkLst>
        </pc:picChg>
        <pc:picChg chg="add del mod">
          <ac:chgData name="mohamed Alywa" userId="5eb53c361333d4c9" providerId="LiveId" clId="{5F2B34DC-6748-43ED-BAC2-34DBA55EE264}" dt="2025-11-08T18:50:42.527" v="755" actId="478"/>
          <ac:picMkLst>
            <pc:docMk/>
            <pc:sldMk cId="0" sldId="275"/>
            <ac:picMk id="21" creationId="{3B518F51-2FB2-4A81-BA17-28247EC05B86}"/>
          </ac:picMkLst>
        </pc:picChg>
        <pc:picChg chg="add mod">
          <ac:chgData name="mohamed Alywa" userId="5eb53c361333d4c9" providerId="LiveId" clId="{5F2B34DC-6748-43ED-BAC2-34DBA55EE264}" dt="2025-11-08T18:51:37.126" v="770" actId="1076"/>
          <ac:picMkLst>
            <pc:docMk/>
            <pc:sldMk cId="0" sldId="275"/>
            <ac:picMk id="24" creationId="{BD7C7DC2-5AB8-431E-BF6A-98AD674DE421}"/>
          </ac:picMkLst>
        </pc:picChg>
        <pc:picChg chg="add mod">
          <ac:chgData name="mohamed Alywa" userId="5eb53c361333d4c9" providerId="LiveId" clId="{5F2B34DC-6748-43ED-BAC2-34DBA55EE264}" dt="2025-11-08T18:53:19.672" v="793" actId="1038"/>
          <ac:picMkLst>
            <pc:docMk/>
            <pc:sldMk cId="0" sldId="275"/>
            <ac:picMk id="26" creationId="{B92F462A-C2EB-49A0-A97E-EFA29488688E}"/>
          </ac:picMkLst>
        </pc:picChg>
        <pc:cxnChg chg="mod">
          <ac:chgData name="mohamed Alywa" userId="5eb53c361333d4c9" providerId="LiveId" clId="{5F2B34DC-6748-43ED-BAC2-34DBA55EE264}" dt="2025-11-08T15:58:27.681" v="193"/>
          <ac:cxnSpMkLst>
            <pc:docMk/>
            <pc:sldMk cId="0" sldId="275"/>
            <ac:cxnSpMk id="20" creationId="{A5D93BA1-7381-4C37-9465-711EBC3C6F6E}"/>
          </ac:cxnSpMkLst>
        </pc:cxnChg>
      </pc:sldChg>
      <pc:sldChg chg="modSp add mod">
        <pc:chgData name="mohamed Alywa" userId="5eb53c361333d4c9" providerId="LiveId" clId="{5F2B34DC-6748-43ED-BAC2-34DBA55EE264}" dt="2025-11-08T19:03:32.334" v="871" actId="1076"/>
        <pc:sldMkLst>
          <pc:docMk/>
          <pc:sldMk cId="886275778" sldId="276"/>
        </pc:sldMkLst>
        <pc:spChg chg="mod">
          <ac:chgData name="mohamed Alywa" userId="5eb53c361333d4c9" providerId="LiveId" clId="{5F2B34DC-6748-43ED-BAC2-34DBA55EE264}" dt="2025-11-08T19:03:32.334" v="871" actId="1076"/>
          <ac:spMkLst>
            <pc:docMk/>
            <pc:sldMk cId="886275778" sldId="276"/>
            <ac:spMk id="2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8:30:29.850" v="705" actId="20577"/>
          <ac:spMkLst>
            <pc:docMk/>
            <pc:sldMk cId="886275778" sldId="276"/>
            <ac:spMk id="19" creationId="{00000000-0000-0000-0000-000000000000}"/>
          </ac:spMkLst>
        </pc:spChg>
      </pc:sldChg>
      <pc:sldChg chg="del">
        <pc:chgData name="mohamed Alywa" userId="5eb53c361333d4c9" providerId="LiveId" clId="{5F2B34DC-6748-43ED-BAC2-34DBA55EE264}" dt="2025-11-08T17:15:27.289" v="513" actId="2696"/>
        <pc:sldMkLst>
          <pc:docMk/>
          <pc:sldMk cId="2688889549" sldId="276"/>
        </pc:sldMkLst>
      </pc:sldChg>
      <pc:sldChg chg="add del">
        <pc:chgData name="mohamed Alywa" userId="5eb53c361333d4c9" providerId="LiveId" clId="{5F2B34DC-6748-43ED-BAC2-34DBA55EE264}" dt="2025-11-08T19:27:19.750" v="962" actId="2696"/>
        <pc:sldMkLst>
          <pc:docMk/>
          <pc:sldMk cId="2688889549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08/12/2025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08/12/2025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katek.com/en/" TargetMode="External"/><Relationship Id="rId2" Type="http://schemas.openxmlformats.org/officeDocument/2006/relationships/hyperlink" Target="https://www.deltaww.com/en-US/inde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indfarmbop.com/medium-voltage-power-cables-in-wind-farms-an-introduc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/>
              <a:t>Weekly report: </a:t>
            </a:r>
            <a:r>
              <a:rPr lang="en-US" altLang="it-IT" sz="4000" dirty="0"/>
              <a:t>Storage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/>
          </a:bodyPr>
          <a:lstStyle/>
          <a:p>
            <a:r>
              <a:rPr lang="en-GB" altLang="it-IT" sz="2000" dirty="0"/>
              <a:t>11</a:t>
            </a:r>
            <a:r>
              <a:rPr lang="it-IT" sz="2000" dirty="0"/>
              <a:t>th week – </a:t>
            </a:r>
            <a:r>
              <a:rPr lang="en-GB" altLang="it-IT" sz="2000" dirty="0"/>
              <a:t>12</a:t>
            </a:r>
            <a:r>
              <a:rPr lang="it-IT" sz="2000" dirty="0"/>
              <a:t>th Presentation</a:t>
            </a:r>
          </a:p>
          <a:p>
            <a:r>
              <a:rPr lang="it-IT" sz="2000" dirty="0"/>
              <a:t>Date: </a:t>
            </a:r>
            <a:r>
              <a:rPr lang="en-US" altLang="it-IT" sz="2000" dirty="0"/>
              <a:t>09 </a:t>
            </a:r>
            <a:r>
              <a:rPr lang="it-IT" sz="2000" dirty="0"/>
              <a:t>/</a:t>
            </a:r>
            <a:r>
              <a:rPr lang="en-US" altLang="it-IT" sz="2000" dirty="0"/>
              <a:t>12</a:t>
            </a:r>
            <a:r>
              <a:rPr lang="it-IT" sz="2000" dirty="0"/>
              <a:t>/2025</a:t>
            </a:r>
          </a:p>
          <a:p>
            <a:r>
              <a:rPr lang="it-IT" sz="2000" dirty="0"/>
              <a:t>Supervisor: Dr. </a:t>
            </a:r>
            <a:r>
              <a:rPr lang="en-US" sz="2000" dirty="0"/>
              <a:t>Laurence </a:t>
            </a:r>
            <a:r>
              <a:rPr lang="en-US" sz="2000" dirty="0" err="1"/>
              <a:t>Alhrshy</a:t>
            </a:r>
            <a:endParaRPr lang="en-GB" sz="2000" dirty="0"/>
          </a:p>
        </p:txBody>
      </p:sp>
      <p:pic>
        <p:nvPicPr>
          <p:cNvPr id="8" name="Picture 8" descr="Hochschule Flensburg (Fachhochschule) –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2454216" y="460966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  <a:r>
              <a:rPr lang="en-US" altLang="de-DE" dirty="0"/>
              <a:t>Mohamed Ahmed</a:t>
            </a:r>
          </a:p>
        </p:txBody>
      </p:sp>
      <p:sp>
        <p:nvSpPr>
          <p:cNvPr id="34" name="Free-form: Shape 13"/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/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/>
          <p:cNvSpPr/>
          <p:nvPr/>
        </p:nvSpPr>
        <p:spPr>
          <a:xfrm>
            <a:off x="31410" y="5935177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698" y="5340555"/>
            <a:ext cx="1753782" cy="13136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77213" y="6492562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9979" y="6552895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09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29235" y="1938020"/>
            <a:ext cx="11332845" cy="4011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800" dirty="0">
                <a:solidFill>
                  <a:srgbClr val="FF0000"/>
                </a:solidFill>
              </a:rPr>
              <a:t>Content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br>
              <a:rPr lang="ar-EG" dirty="0"/>
            </a:br>
            <a:endParaRPr lang="it-IT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sym typeface="+mn-ea"/>
              </a:rPr>
              <a:t>Product specification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Cable Sizing</a:t>
            </a:r>
            <a:endParaRPr lang="en-US" sz="1800" b="1" dirty="0"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Equations Used in cable calculation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Converter Dimensioning (MA)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References</a:t>
            </a:r>
          </a:p>
          <a:p>
            <a:endParaRPr lang="it-IT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BF12EA-F715-40DC-BD56-61AD50D1C9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024" y="2139277"/>
            <a:ext cx="6372664" cy="3356453"/>
          </a:xfr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9979" y="6552895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09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F42EB3-F490-47FF-B6CA-3B844A7A93E6}"/>
              </a:ext>
            </a:extLst>
          </p:cNvPr>
          <p:cNvSpPr txBox="1"/>
          <p:nvPr/>
        </p:nvSpPr>
        <p:spPr>
          <a:xfrm>
            <a:off x="5298379" y="5568951"/>
            <a:ext cx="6139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deltaww.com/</a:t>
            </a:r>
            <a:r>
              <a:rPr lang="en-US" sz="1400" dirty="0" err="1"/>
              <a:t>en</a:t>
            </a:r>
            <a:r>
              <a:rPr lang="en-US" sz="1400" dirty="0"/>
              <a:t>-US/index</a:t>
            </a:r>
            <a:r>
              <a:rPr lang="ar-EG" sz="1400" dirty="0"/>
              <a:t> </a:t>
            </a:r>
            <a:r>
              <a:rPr lang="en-GB" sz="1400" dirty="0"/>
              <a:t>,</a:t>
            </a:r>
            <a:r>
              <a:rPr lang="en-US" sz="1400" dirty="0"/>
              <a:t> 08/11/2025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BD0EF25-9C31-465D-A782-00E58F9E1039}"/>
              </a:ext>
            </a:extLst>
          </p:cNvPr>
          <p:cNvSpPr txBox="1">
            <a:spLocks/>
          </p:cNvSpPr>
          <p:nvPr/>
        </p:nvSpPr>
        <p:spPr>
          <a:xfrm>
            <a:off x="2877213" y="6492562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63483" y="1401679"/>
            <a:ext cx="11218984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328" y="19838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GB" sz="2400" b="1" dirty="0">
                <a:sym typeface="+mn-ea"/>
              </a:rPr>
              <a:t>Product specification</a:t>
            </a:r>
            <a:endParaRPr lang="en-US" sz="2400" b="1" dirty="0">
              <a:sym typeface="+mn-ea"/>
            </a:endParaRP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7CCE0A0-B4E2-481B-8241-7A2C5B516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3484" y="1859329"/>
            <a:ext cx="5708716" cy="3596992"/>
          </a:xfrm>
        </p:spPr>
        <p:txBody>
          <a:bodyPr>
            <a:normAutofit/>
          </a:bodyPr>
          <a:lstStyle/>
          <a:p>
            <a:r>
              <a:rPr lang="en-GB" sz="2000" dirty="0"/>
              <a:t>Using two Delta 40 ft containers will be sufficient to accommodate the curtailed energy. </a:t>
            </a:r>
          </a:p>
          <a:p>
            <a:r>
              <a:rPr lang="en-GB" sz="2000" dirty="0"/>
              <a:t>Each container provides a storage capacity of 1.641 MWh and a maximum power output of 2 MW, resulting in a total capacity of approximately 3.282 MWh </a:t>
            </a:r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52DF2B-BFBC-4D86-8187-494C3A808F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48"/>
          <a:stretch/>
        </p:blipFill>
        <p:spPr>
          <a:xfrm>
            <a:off x="7190889" y="1840672"/>
            <a:ext cx="4351077" cy="3085681"/>
          </a:xfr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6" name="TextBox 14"/>
          <p:cNvSpPr txBox="1"/>
          <p:nvPr/>
        </p:nvSpPr>
        <p:spPr>
          <a:xfrm>
            <a:off x="1029979" y="6552895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09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85A80-F3B0-4628-8327-6B5620D1EDF3}"/>
              </a:ext>
            </a:extLst>
          </p:cNvPr>
          <p:cNvSpPr txBox="1"/>
          <p:nvPr/>
        </p:nvSpPr>
        <p:spPr>
          <a:xfrm>
            <a:off x="6788064" y="5009653"/>
            <a:ext cx="5640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deltaww.com/en-US/products</a:t>
            </a:r>
            <a:r>
              <a:rPr lang="en-US" sz="1400"/>
              <a:t>/Energy-Storage-Systems ,</a:t>
            </a:r>
            <a:r>
              <a:rPr lang="en-US" sz="1400" dirty="0"/>
              <a:t>08/11/2025</a:t>
            </a:r>
          </a:p>
        </p:txBody>
      </p:sp>
      <p:pic>
        <p:nvPicPr>
          <p:cNvPr id="20" name="Content Placeholder 6">
            <a:extLst>
              <a:ext uri="{FF2B5EF4-FFF2-40B4-BE49-F238E27FC236}">
                <a16:creationId xmlns:a16="http://schemas.microsoft.com/office/drawing/2014/main" id="{2873EA88-17C8-4E76-9AA6-2B8FB7EE8B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" t="-3310" r="52078"/>
          <a:stretch/>
        </p:blipFill>
        <p:spPr>
          <a:xfrm>
            <a:off x="1579580" y="3689888"/>
            <a:ext cx="3950464" cy="272919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CE071CE-BDDF-4EE8-9D14-6D4A28A69B33}"/>
              </a:ext>
            </a:extLst>
          </p:cNvPr>
          <p:cNvSpPr/>
          <p:nvPr/>
        </p:nvSpPr>
        <p:spPr>
          <a:xfrm>
            <a:off x="9713167" y="2140708"/>
            <a:ext cx="1707502" cy="1379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3EA7592-B30A-4269-831A-2CC2800ED94A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-form: Shape 13">
            <a:extLst>
              <a:ext uri="{FF2B5EF4-FFF2-40B4-BE49-F238E27FC236}">
                <a16:creationId xmlns:a16="http://schemas.microsoft.com/office/drawing/2014/main" id="{62854C19-DC01-4C7A-849E-B5DA2C16962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1D2BFB16-D15F-663C-B1F3-E4A68A5BC70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85080771"/>
                  </p:ext>
                </p:extLst>
              </p:nvPr>
            </p:nvGraphicFramePr>
            <p:xfrm>
              <a:off x="758247" y="1645920"/>
              <a:ext cx="10671325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2498">
                      <a:extLst>
                        <a:ext uri="{9D8B030D-6E8A-4147-A177-3AD203B41FA5}">
                          <a16:colId xmlns:a16="http://schemas.microsoft.com/office/drawing/2014/main" val="3089374068"/>
                        </a:ext>
                      </a:extLst>
                    </a:gridCol>
                    <a:gridCol w="1002498">
                      <a:extLst>
                        <a:ext uri="{9D8B030D-6E8A-4147-A177-3AD203B41FA5}">
                          <a16:colId xmlns:a16="http://schemas.microsoft.com/office/drawing/2014/main" val="3376315464"/>
                        </a:ext>
                      </a:extLst>
                    </a:gridCol>
                    <a:gridCol w="715337">
                      <a:extLst>
                        <a:ext uri="{9D8B030D-6E8A-4147-A177-3AD203B41FA5}">
                          <a16:colId xmlns:a16="http://schemas.microsoft.com/office/drawing/2014/main" val="2167059249"/>
                        </a:ext>
                      </a:extLst>
                    </a:gridCol>
                    <a:gridCol w="799948">
                      <a:extLst>
                        <a:ext uri="{9D8B030D-6E8A-4147-A177-3AD203B41FA5}">
                          <a16:colId xmlns:a16="http://schemas.microsoft.com/office/drawing/2014/main" val="2406857485"/>
                        </a:ext>
                      </a:extLst>
                    </a:gridCol>
                    <a:gridCol w="953783">
                      <a:extLst>
                        <a:ext uri="{9D8B030D-6E8A-4147-A177-3AD203B41FA5}">
                          <a16:colId xmlns:a16="http://schemas.microsoft.com/office/drawing/2014/main" val="2846351072"/>
                        </a:ext>
                      </a:extLst>
                    </a:gridCol>
                    <a:gridCol w="930708">
                      <a:extLst>
                        <a:ext uri="{9D8B030D-6E8A-4147-A177-3AD203B41FA5}">
                          <a16:colId xmlns:a16="http://schemas.microsoft.com/office/drawing/2014/main" val="1598260866"/>
                        </a:ext>
                      </a:extLst>
                    </a:gridCol>
                    <a:gridCol w="822359">
                      <a:extLst>
                        <a:ext uri="{9D8B030D-6E8A-4147-A177-3AD203B41FA5}">
                          <a16:colId xmlns:a16="http://schemas.microsoft.com/office/drawing/2014/main" val="3753996775"/>
                        </a:ext>
                      </a:extLst>
                    </a:gridCol>
                    <a:gridCol w="771405">
                      <a:extLst>
                        <a:ext uri="{9D8B030D-6E8A-4147-A177-3AD203B41FA5}">
                          <a16:colId xmlns:a16="http://schemas.microsoft.com/office/drawing/2014/main" val="1116262388"/>
                        </a:ext>
                      </a:extLst>
                    </a:gridCol>
                    <a:gridCol w="771405">
                      <a:extLst>
                        <a:ext uri="{9D8B030D-6E8A-4147-A177-3AD203B41FA5}">
                          <a16:colId xmlns:a16="http://schemas.microsoft.com/office/drawing/2014/main" val="3569040207"/>
                        </a:ext>
                      </a:extLst>
                    </a:gridCol>
                    <a:gridCol w="603866">
                      <a:extLst>
                        <a:ext uri="{9D8B030D-6E8A-4147-A177-3AD203B41FA5}">
                          <a16:colId xmlns:a16="http://schemas.microsoft.com/office/drawing/2014/main" val="2252205006"/>
                        </a:ext>
                      </a:extLst>
                    </a:gridCol>
                    <a:gridCol w="692262">
                      <a:extLst>
                        <a:ext uri="{9D8B030D-6E8A-4147-A177-3AD203B41FA5}">
                          <a16:colId xmlns:a16="http://schemas.microsoft.com/office/drawing/2014/main" val="2046991794"/>
                        </a:ext>
                      </a:extLst>
                    </a:gridCol>
                    <a:gridCol w="692262">
                      <a:extLst>
                        <a:ext uri="{9D8B030D-6E8A-4147-A177-3AD203B41FA5}">
                          <a16:colId xmlns:a16="http://schemas.microsoft.com/office/drawing/2014/main" val="1888952749"/>
                        </a:ext>
                      </a:extLst>
                    </a:gridCol>
                    <a:gridCol w="912994">
                      <a:extLst>
                        <a:ext uri="{9D8B030D-6E8A-4147-A177-3AD203B41FA5}">
                          <a16:colId xmlns:a16="http://schemas.microsoft.com/office/drawing/2014/main" val="7250411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Options</a:t>
                          </a:r>
                          <a:endParaRPr lang="en-US" sz="1600" b="1" i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b="1" i="0" dirty="0">
                              <a:latin typeface="+mn-lt"/>
                            </a:rPr>
                            <a:t>Power Capacity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Maximum 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Minimum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Maximum Current (I)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Tollerated cable losses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Max.Power losses (P</a:t>
                          </a:r>
                          <a:r>
                            <a:rPr lang="en-US" sz="1400" b="1" i="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+mn-lt"/>
                            </a:rPr>
                            <a:t>l</a:t>
                          </a:r>
                          <a:r>
                            <a:rPr lang="en-US" sz="1400" b="1" i="0" dirty="0">
                              <a:latin typeface="+mn-lt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Max.operating Temperature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0" kern="1200" smtClean="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𝛝</m:t>
                              </m:r>
                            </m:oMath>
                          </a14:m>
                          <a:r>
                            <a:rPr lang="el-GR" sz="1400" b="1" i="0" dirty="0">
                              <a:latin typeface="+mn-lt"/>
                            </a:rPr>
                            <a:t>)</a:t>
                          </a:r>
                          <a:endParaRPr lang="en-US" sz="1400" b="1" i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length (l)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0" kern="120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sz="1400" b="1" i="0" kern="120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1" i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b="0" i="0" kern="120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sz="1800" b="0" i="0" kern="120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0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𝐀</m:t>
                                </m:r>
                              </m:oMath>
                            </m:oMathPara>
                          </a14:m>
                          <a:endParaRPr lang="en-US" sz="1400" b="1" i="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4310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1. Use of one 40ft Container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1.641MWh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2MW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716 Vdc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2793.3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40KW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35°C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Copper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170m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5,126m</a:t>
                          </a:r>
                          <a:r>
                            <a:rPr lang="el-GR" sz="1400" b="0" dirty="0"/>
                            <a:t>Ω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4,829m</a:t>
                          </a:r>
                          <a:r>
                            <a:rPr lang="el-GR" sz="1400" b="0" dirty="0"/>
                            <a:t>Ω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dirty="0"/>
                            <a:t>630,15mm</a:t>
                          </a:r>
                          <a:r>
                            <a:rPr lang="en-US" sz="1400" b="0" i="0" baseline="300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04152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2.Reducing Cable cross section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1.641MWh</a:t>
                          </a:r>
                        </a:p>
                        <a:p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2MW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716 Vdc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2793.3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4%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80KW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Avg = 28°C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Copper</a:t>
                          </a:r>
                        </a:p>
                        <a:p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170m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10,253m</a:t>
                          </a:r>
                          <a:r>
                            <a:rPr lang="el-GR" sz="1400" b="0" dirty="0"/>
                            <a:t>Ω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9,927m</a:t>
                          </a:r>
                          <a:r>
                            <a:rPr lang="el-GR" sz="1400" b="0" dirty="0"/>
                            <a:t>Ω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306,54mm</a:t>
                          </a:r>
                          <a:r>
                            <a:rPr lang="en-US" sz="1400" b="0" strike="noStrike" baseline="30000" dirty="0"/>
                            <a:t>2</a:t>
                          </a:r>
                          <a:r>
                            <a:rPr lang="en-US" sz="1400" b="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5633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3. Use two of 40ft Containers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3.282 MWh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4MW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Each 306,54mm</a:t>
                          </a:r>
                          <a:r>
                            <a:rPr lang="en-US" sz="1400" b="0" strike="noStrike" baseline="30000" dirty="0"/>
                            <a:t>2</a:t>
                          </a:r>
                          <a:r>
                            <a:rPr lang="en-US" sz="1400" b="0" dirty="0"/>
                            <a:t> </a:t>
                          </a:r>
                        </a:p>
                        <a:p>
                          <a:endParaRPr lang="en-US" sz="1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223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1D2BFB16-D15F-663C-B1F3-E4A68A5BC70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85080771"/>
                  </p:ext>
                </p:extLst>
              </p:nvPr>
            </p:nvGraphicFramePr>
            <p:xfrm>
              <a:off x="758247" y="1645920"/>
              <a:ext cx="10671325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2498">
                      <a:extLst>
                        <a:ext uri="{9D8B030D-6E8A-4147-A177-3AD203B41FA5}">
                          <a16:colId xmlns:a16="http://schemas.microsoft.com/office/drawing/2014/main" val="3089374068"/>
                        </a:ext>
                      </a:extLst>
                    </a:gridCol>
                    <a:gridCol w="1002498">
                      <a:extLst>
                        <a:ext uri="{9D8B030D-6E8A-4147-A177-3AD203B41FA5}">
                          <a16:colId xmlns:a16="http://schemas.microsoft.com/office/drawing/2014/main" val="3376315464"/>
                        </a:ext>
                      </a:extLst>
                    </a:gridCol>
                    <a:gridCol w="715337">
                      <a:extLst>
                        <a:ext uri="{9D8B030D-6E8A-4147-A177-3AD203B41FA5}">
                          <a16:colId xmlns:a16="http://schemas.microsoft.com/office/drawing/2014/main" val="2167059249"/>
                        </a:ext>
                      </a:extLst>
                    </a:gridCol>
                    <a:gridCol w="799948">
                      <a:extLst>
                        <a:ext uri="{9D8B030D-6E8A-4147-A177-3AD203B41FA5}">
                          <a16:colId xmlns:a16="http://schemas.microsoft.com/office/drawing/2014/main" val="2406857485"/>
                        </a:ext>
                      </a:extLst>
                    </a:gridCol>
                    <a:gridCol w="953783">
                      <a:extLst>
                        <a:ext uri="{9D8B030D-6E8A-4147-A177-3AD203B41FA5}">
                          <a16:colId xmlns:a16="http://schemas.microsoft.com/office/drawing/2014/main" val="2846351072"/>
                        </a:ext>
                      </a:extLst>
                    </a:gridCol>
                    <a:gridCol w="930708">
                      <a:extLst>
                        <a:ext uri="{9D8B030D-6E8A-4147-A177-3AD203B41FA5}">
                          <a16:colId xmlns:a16="http://schemas.microsoft.com/office/drawing/2014/main" val="1598260866"/>
                        </a:ext>
                      </a:extLst>
                    </a:gridCol>
                    <a:gridCol w="822359">
                      <a:extLst>
                        <a:ext uri="{9D8B030D-6E8A-4147-A177-3AD203B41FA5}">
                          <a16:colId xmlns:a16="http://schemas.microsoft.com/office/drawing/2014/main" val="3753996775"/>
                        </a:ext>
                      </a:extLst>
                    </a:gridCol>
                    <a:gridCol w="771405">
                      <a:extLst>
                        <a:ext uri="{9D8B030D-6E8A-4147-A177-3AD203B41FA5}">
                          <a16:colId xmlns:a16="http://schemas.microsoft.com/office/drawing/2014/main" val="1116262388"/>
                        </a:ext>
                      </a:extLst>
                    </a:gridCol>
                    <a:gridCol w="771405">
                      <a:extLst>
                        <a:ext uri="{9D8B030D-6E8A-4147-A177-3AD203B41FA5}">
                          <a16:colId xmlns:a16="http://schemas.microsoft.com/office/drawing/2014/main" val="3569040207"/>
                        </a:ext>
                      </a:extLst>
                    </a:gridCol>
                    <a:gridCol w="603866">
                      <a:extLst>
                        <a:ext uri="{9D8B030D-6E8A-4147-A177-3AD203B41FA5}">
                          <a16:colId xmlns:a16="http://schemas.microsoft.com/office/drawing/2014/main" val="2252205006"/>
                        </a:ext>
                      </a:extLst>
                    </a:gridCol>
                    <a:gridCol w="692262">
                      <a:extLst>
                        <a:ext uri="{9D8B030D-6E8A-4147-A177-3AD203B41FA5}">
                          <a16:colId xmlns:a16="http://schemas.microsoft.com/office/drawing/2014/main" val="2046991794"/>
                        </a:ext>
                      </a:extLst>
                    </a:gridCol>
                    <a:gridCol w="692262">
                      <a:extLst>
                        <a:ext uri="{9D8B030D-6E8A-4147-A177-3AD203B41FA5}">
                          <a16:colId xmlns:a16="http://schemas.microsoft.com/office/drawing/2014/main" val="1888952749"/>
                        </a:ext>
                      </a:extLst>
                    </a:gridCol>
                    <a:gridCol w="912994">
                      <a:extLst>
                        <a:ext uri="{9D8B030D-6E8A-4147-A177-3AD203B41FA5}">
                          <a16:colId xmlns:a16="http://schemas.microsoft.com/office/drawing/2014/main" val="725041153"/>
                        </a:ext>
                      </a:extLst>
                    </a:gridCol>
                  </a:tblGrid>
                  <a:tr h="1158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Options</a:t>
                          </a:r>
                          <a:endParaRPr lang="en-US" sz="1600" b="1" i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b="1" i="0" dirty="0">
                              <a:latin typeface="+mn-lt"/>
                            </a:rPr>
                            <a:t>Power Capacity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Maximum 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Minimum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Maximum Current (I)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Tollerated cable losses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Max.Power losses (P</a:t>
                          </a:r>
                          <a:r>
                            <a:rPr lang="en-US" sz="1400" b="1" i="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+mn-lt"/>
                            </a:rPr>
                            <a:t>l</a:t>
                          </a:r>
                          <a:r>
                            <a:rPr lang="en-US" sz="1400" b="1" i="0" dirty="0">
                              <a:latin typeface="+mn-lt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11905" t="-1579" r="-482540" b="-20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i="0" dirty="0">
                              <a:latin typeface="+mn-lt"/>
                            </a:rPr>
                            <a:t>length (l)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06140" t="-1579" r="-235088" b="-20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17699" t="-1579" r="-137168" b="-20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68000" t="-1579" r="-3333" b="-209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431057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1. Use of one 40ft Container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1.641MWh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2MW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716 Vdc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2793.3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40KW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35°C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Copper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170m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5,126m</a:t>
                          </a:r>
                          <a:r>
                            <a:rPr lang="el-GR" sz="1400" b="0" dirty="0"/>
                            <a:t>Ω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4,829m</a:t>
                          </a:r>
                          <a:r>
                            <a:rPr lang="el-GR" sz="1400" b="0" dirty="0"/>
                            <a:t>Ω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dirty="0"/>
                            <a:t>630,15mm</a:t>
                          </a:r>
                          <a:r>
                            <a:rPr lang="en-US" sz="1400" b="0" i="0" baseline="300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0415275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2.Reducing Cable cross section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1.641MWh</a:t>
                          </a:r>
                        </a:p>
                        <a:p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2MW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716 Vdc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2793.3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4%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80KW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Avg = 28°C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Copper</a:t>
                          </a:r>
                        </a:p>
                        <a:p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170m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10,253m</a:t>
                          </a:r>
                          <a:r>
                            <a:rPr lang="el-GR" sz="1400" b="0" dirty="0"/>
                            <a:t>Ω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9,927m</a:t>
                          </a:r>
                          <a:r>
                            <a:rPr lang="el-GR" sz="1400" b="0" dirty="0"/>
                            <a:t>Ω</a:t>
                          </a: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306,54mm</a:t>
                          </a:r>
                          <a:r>
                            <a:rPr lang="en-US" sz="1400" b="0" strike="noStrike" baseline="30000" dirty="0"/>
                            <a:t>2</a:t>
                          </a:r>
                          <a:r>
                            <a:rPr lang="en-US" sz="1400" b="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5633540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3. Use two of 40ft Containers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/>
                            <a:t>3.282 MWh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4MW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-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Each 306,54mm</a:t>
                          </a:r>
                          <a:r>
                            <a:rPr lang="en-US" sz="1400" b="0" strike="noStrike" baseline="30000" dirty="0"/>
                            <a:t>2</a:t>
                          </a:r>
                          <a:r>
                            <a:rPr lang="en-US" sz="1400" b="0" dirty="0"/>
                            <a:t> </a:t>
                          </a:r>
                        </a:p>
                        <a:p>
                          <a:endParaRPr lang="en-US" sz="1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2232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F735DE-E73F-4BCF-8696-0B7C7394C0F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>
            <a:extLst>
              <a:ext uri="{FF2B5EF4-FFF2-40B4-BE49-F238E27FC236}">
                <a16:creationId xmlns:a16="http://schemas.microsoft.com/office/drawing/2014/main" id="{E8D3551C-0503-42F2-ACA7-7CC70DA6DB53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7C954-DCA7-434F-AB53-5A1122736EA9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05B63-815C-48E4-AC02-7A5976FE096B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F1B151-2850-4D23-941A-B2863259B8F7}"/>
              </a:ext>
            </a:extLst>
          </p:cNvPr>
          <p:cNvSpPr txBox="1"/>
          <p:nvPr/>
        </p:nvSpPr>
        <p:spPr>
          <a:xfrm>
            <a:off x="1029979" y="6552895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09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40D52FE-7309-4870-A31E-D4026682EB48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9C246CCC-2495-42C1-BE10-1CDA705C66C8}"/>
              </a:ext>
            </a:extLst>
          </p:cNvPr>
          <p:cNvSpPr txBox="1">
            <a:spLocks/>
          </p:cNvSpPr>
          <p:nvPr/>
        </p:nvSpPr>
        <p:spPr>
          <a:xfrm>
            <a:off x="473536" y="13340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2400" b="1" dirty="0"/>
              <a:t>Cable Sizing</a:t>
            </a:r>
            <a:endParaRPr lang="en-US" sz="2400" b="1" dirty="0">
              <a:sym typeface="+mn-ea"/>
            </a:endParaRPr>
          </a:p>
        </p:txBody>
      </p:sp>
      <p:sp>
        <p:nvSpPr>
          <p:cNvPr id="26" name="Free-form: Shape 13">
            <a:extLst>
              <a:ext uri="{FF2B5EF4-FFF2-40B4-BE49-F238E27FC236}">
                <a16:creationId xmlns:a16="http://schemas.microsoft.com/office/drawing/2014/main" id="{2F942A73-EA70-4BE6-8653-157C1E192430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-form: Shape 13">
            <a:extLst>
              <a:ext uri="{FF2B5EF4-FFF2-40B4-BE49-F238E27FC236}">
                <a16:creationId xmlns:a16="http://schemas.microsoft.com/office/drawing/2014/main" id="{682BCA1D-D636-40C1-B13F-DABF71BF1331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1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53408-87F5-9DE2-1971-06B2A1197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2926" y="1334783"/>
                <a:ext cx="10515600" cy="4351338"/>
              </a:xfrm>
            </p:spPr>
            <p:txBody>
              <a:bodyPr/>
              <a:lstStyle/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600" b="0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𝜗</m:t>
                        </m:r>
                      </m:sub>
                    </m:sSub>
                  </m:oMath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𝜗</m:t>
                        </m:r>
                      </m:sub>
                    </m:sSub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20</m:t>
                        </m:r>
                      </m:sub>
                    </m:sSub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∗(1+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20</m:t>
                        </m:r>
                      </m:sub>
                    </m:sSub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∗</m:t>
                    </m:r>
                    <m:d>
                      <m:d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𝜗</m:t>
                        </m:r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−20°</m:t>
                        </m:r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</m:d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20</m:t>
                        </m:r>
                      </m:sub>
                    </m:sSub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𝜗</m:t>
                            </m:r>
                          </m:sub>
                        </m:sSub>
                      </m:num>
                      <m:den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(1+</m:t>
                        </m:r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20</m:t>
                            </m:r>
                          </m:sub>
                        </m:s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∗</m:t>
                        </m:r>
                        <m:d>
                          <m:d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𝜗</m:t>
                            </m:r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−20°</m:t>
                            </m:r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</m:d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600" i="1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20</m:t>
                        </m:r>
                      </m:sub>
                    </m:sSub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𝜚</m:t>
                        </m:r>
                      </m:e>
                      <m: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20,</m:t>
                        </m:r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𝐶𝑢</m:t>
                        </m:r>
                      </m:sub>
                    </m:sSub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∗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num>
                      <m:den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 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𝜚</m:t>
                        </m:r>
                      </m:e>
                      <m:sub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20,</m:t>
                        </m:r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𝐶𝑢</m:t>
                        </m:r>
                      </m:sub>
                    </m:sSub>
                    <m:r>
                      <a:rPr lang="en-US" sz="1600" b="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∗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num>
                      <m:den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20</m:t>
                            </m:r>
                          </m:sub>
                        </m:sSub>
                      </m:den>
                    </m:f>
                  </m:oMath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53408-87F5-9DE2-1971-06B2A1197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2926" y="1334783"/>
                <a:ext cx="10515600" cy="4351338"/>
              </a:xfrm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B6F5A353-9898-4414-BC8F-6256F95A707F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D259D36-CFDB-4935-AC26-D6E964E6E59B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3AA55942-A317-483B-8010-6348C014D18E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hteck 17">
            <a:extLst>
              <a:ext uri="{FF2B5EF4-FFF2-40B4-BE49-F238E27FC236}">
                <a16:creationId xmlns:a16="http://schemas.microsoft.com/office/drawing/2014/main" id="{EFE2FAAF-0546-44D9-849C-06724FB44B6A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36DC9F-5EF7-46FB-8279-38AF78E4DD57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2C3E0E-326C-4568-9FF7-A51D17C69D38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F44D207-B66D-4B79-958E-3FB0116ADA5A}"/>
              </a:ext>
            </a:extLst>
          </p:cNvPr>
          <p:cNvSpPr txBox="1"/>
          <p:nvPr/>
        </p:nvSpPr>
        <p:spPr>
          <a:xfrm>
            <a:off x="1029979" y="6552895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09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6E57418-F74C-4671-9FDF-7C6D15A5ED92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863AB6D6-6235-4C2D-A714-329688BA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806" y="531699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Equations Used: (from electrical lecture)</a:t>
            </a:r>
            <a:br>
              <a:rPr lang="en-US" sz="2400" b="1" dirty="0"/>
            </a:br>
            <a:endParaRPr lang="en-US" sz="2400" b="1" dirty="0">
              <a:sym typeface="+mn-e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101CC0-298B-4907-A912-CD11A1934CD6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03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63483" y="1401679"/>
            <a:ext cx="11218984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328" y="19838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Converter Dimensioning (MA)</a:t>
            </a:r>
            <a:endParaRPr lang="en-US" sz="2400" b="1" dirty="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ntent Placeholder 9">
                <a:extLst>
                  <a:ext uri="{FF2B5EF4-FFF2-40B4-BE49-F238E27FC236}">
                    <a16:creationId xmlns:a16="http://schemas.microsoft.com/office/drawing/2014/main" id="{E7CCE0A0-B4E2-481B-8241-7A2C5B51629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09532" y="1395586"/>
                <a:ext cx="6619055" cy="4398724"/>
              </a:xfrm>
            </p:spPr>
            <p:txBody>
              <a:bodyPr>
                <a:normAutofit/>
              </a:bodyPr>
              <a:lstStyle/>
              <a:p>
                <a:pPr marL="57150" indent="-285750">
                  <a:buFont typeface="Wingdings" panose="05000000000000000000" pitchFamily="2" charset="2"/>
                  <a:buChar char="q"/>
                </a:pPr>
                <a:r>
                  <a:rPr lang="en-US" sz="1800" b="1" dirty="0"/>
                  <a:t>Power Rating</a:t>
                </a:r>
              </a:p>
              <a:p>
                <a:pPr lvl="1"/>
                <a:r>
                  <a:rPr lang="en-US" sz="1800" dirty="0"/>
                  <a:t>Rated WT power: 5 MW</a:t>
                </a:r>
              </a:p>
              <a:p>
                <a:pPr lvl="1"/>
                <a:r>
                  <a:rPr lang="en-US" sz="1800" dirty="0"/>
                  <a:t>Maximum BESS power: 4 MW</a:t>
                </a:r>
              </a:p>
              <a:p>
                <a:pPr lvl="1"/>
                <a:r>
                  <a:rPr lang="en-US" sz="1800" dirty="0"/>
                  <a:t>Converter must handle maximum system power = 5 MW</a:t>
                </a:r>
              </a:p>
              <a:p>
                <a:pPr lvl="1"/>
                <a:r>
                  <a:rPr lang="en-US" sz="1800" dirty="0"/>
                  <a:t>Adding 10% safety margin:</a:t>
                </a:r>
                <a:br>
                  <a:rPr lang="en-US" sz="1800" dirty="0"/>
                </a:br>
                <a:r>
                  <a:rPr lang="en-US" sz="1800" dirty="0"/>
                  <a:t>Converter Power Rating = 5 MW × 1.10 = 5.5 MW</a:t>
                </a:r>
                <a:endParaRPr lang="ar-EG" sz="1800" dirty="0"/>
              </a:p>
              <a:p>
                <a:pPr marL="0">
                  <a:buFont typeface="Arial" panose="020B0604020202020204" pitchFamily="34" charset="0"/>
                  <a:buChar char="•"/>
                </a:pPr>
                <a:endParaRPr lang="ar-EG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800" b="1" dirty="0"/>
                  <a:t>Current Rating</a:t>
                </a:r>
                <a:r>
                  <a:rPr lang="ar-EG" sz="1800" b="1" dirty="0"/>
                  <a:t>:</a:t>
                </a:r>
                <a:endParaRPr lang="en-US" sz="1800" b="1" dirty="0"/>
              </a:p>
              <a:p>
                <a:pPr lvl="1"/>
                <a:r>
                  <a:rPr lang="en-US" sz="1800" dirty="0"/>
                  <a:t>DC-link voltage: 765.34 V</a:t>
                </a:r>
              </a:p>
              <a:p>
                <a:pPr lvl="1"/>
                <a:r>
                  <a:rPr lang="en-US" sz="1800" dirty="0"/>
                  <a:t>Current calculated using:</a:t>
                </a:r>
                <a:endParaRPr lang="ar-EG" sz="1800" dirty="0"/>
              </a:p>
              <a:p>
                <a:pPr marL="457200" lvl="1" indent="0">
                  <a:buNone/>
                </a:pPr>
                <a:r>
                  <a:rPr lang="ar-EG" sz="1200" dirty="0"/>
                  <a:t>  </a:t>
                </a:r>
                <a:r>
                  <a:rPr lang="ar-EG" sz="1600" dirty="0"/>
                  <a:t>   </a:t>
                </a:r>
                <a:r>
                  <a:rPr lang="en-GB" sz="1600" dirty="0"/>
                  <a:t> I=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/>
                          <m:t>5,500,000</m:t>
                        </m:r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/>
                          <m:t>765.34 </m:t>
                        </m:r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den>
                    </m:f>
                  </m:oMath>
                </a14:m>
                <a:r>
                  <a:rPr lang="en-US" sz="650" dirty="0"/>
                  <a:t>  </a:t>
                </a:r>
                <a:r>
                  <a:rPr lang="en-US" sz="1600" dirty="0"/>
                  <a:t>=  7158𝐴 </a:t>
                </a:r>
                <a:br>
                  <a:rPr lang="en-US" sz="650" dirty="0"/>
                </a:br>
                <a:endParaRPr lang="en-US" sz="1000" dirty="0"/>
              </a:p>
            </p:txBody>
          </p:sp>
        </mc:Choice>
        <mc:Fallback>
          <p:sp>
            <p:nvSpPr>
              <p:cNvPr id="27" name="Content Placeholder 9">
                <a:extLst>
                  <a:ext uri="{FF2B5EF4-FFF2-40B4-BE49-F238E27FC236}">
                    <a16:creationId xmlns:a16="http://schemas.microsoft.com/office/drawing/2014/main" id="{E7CCE0A0-B4E2-481B-8241-7A2C5B5162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09532" y="1395586"/>
                <a:ext cx="6619055" cy="4398724"/>
              </a:xfrm>
              <a:blipFill>
                <a:blip r:embed="rId2"/>
                <a:stretch>
                  <a:fillRect l="-645" t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6" name="TextBox 14"/>
          <p:cNvSpPr txBox="1"/>
          <p:nvPr/>
        </p:nvSpPr>
        <p:spPr>
          <a:xfrm>
            <a:off x="1029979" y="6552895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09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3EA7592-B30A-4269-831A-2CC2800ED94A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82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328" y="19838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Converter Dimensioning (MA)</a:t>
            </a:r>
            <a:endParaRPr lang="en-US" sz="2400" b="1" dirty="0">
              <a:sym typeface="+mn-ea"/>
            </a:endParaRP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7CCE0A0-B4E2-481B-8241-7A2C5B516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532" y="1395586"/>
            <a:ext cx="6619055" cy="439872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650" dirty="0"/>
            </a:br>
            <a:endParaRPr lang="en-US" sz="1000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26" name="TextBox 14"/>
          <p:cNvSpPr txBox="1"/>
          <p:nvPr/>
        </p:nvSpPr>
        <p:spPr>
          <a:xfrm>
            <a:off x="1029979" y="6552895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09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12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3EA7592-B30A-4269-831A-2CC2800ED94A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D71B30E-1B0E-4450-9B30-E6A6769AF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712737"/>
              </p:ext>
            </p:extLst>
          </p:nvPr>
        </p:nvGraphicFramePr>
        <p:xfrm>
          <a:off x="1588846" y="1674197"/>
          <a:ext cx="8525538" cy="2491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2769">
                  <a:extLst>
                    <a:ext uri="{9D8B030D-6E8A-4147-A177-3AD203B41FA5}">
                      <a16:colId xmlns:a16="http://schemas.microsoft.com/office/drawing/2014/main" val="1745466053"/>
                    </a:ext>
                  </a:extLst>
                </a:gridCol>
                <a:gridCol w="4262769">
                  <a:extLst>
                    <a:ext uri="{9D8B030D-6E8A-4147-A177-3AD203B41FA5}">
                      <a16:colId xmlns:a16="http://schemas.microsoft.com/office/drawing/2014/main" val="388738252"/>
                    </a:ext>
                  </a:extLst>
                </a:gridCol>
              </a:tblGrid>
              <a:tr h="492779">
                <a:tc>
                  <a:txBody>
                    <a:bodyPr/>
                    <a:lstStyle/>
                    <a:p>
                      <a:r>
                        <a:rPr lang="en-US" dirty="0"/>
                        <a:t>Parameter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469912"/>
                  </a:ext>
                </a:extLst>
              </a:tr>
              <a:tr h="499624">
                <a:tc>
                  <a:txBody>
                    <a:bodyPr/>
                    <a:lstStyle/>
                    <a:p>
                      <a:r>
                        <a:rPr lang="en-US" dirty="0"/>
                        <a:t>Power Rating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 MW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773985"/>
                  </a:ext>
                </a:extLst>
              </a:tr>
              <a:tr h="499624">
                <a:tc>
                  <a:txBody>
                    <a:bodyPr/>
                    <a:lstStyle/>
                    <a:p>
                      <a:r>
                        <a:rPr lang="en-US" dirty="0"/>
                        <a:t>Current Rating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7185 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11613"/>
                  </a:ext>
                </a:extLst>
              </a:tr>
              <a:tr h="499624">
                <a:tc>
                  <a:txBody>
                    <a:bodyPr/>
                    <a:lstStyle/>
                    <a:p>
                      <a:r>
                        <a:rPr lang="en-US" dirty="0"/>
                        <a:t>DC Voltage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765.34 V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590645"/>
                  </a:ext>
                </a:extLst>
              </a:tr>
              <a:tr h="499624">
                <a:tc>
                  <a:txBody>
                    <a:bodyPr/>
                    <a:lstStyle/>
                    <a:p>
                      <a:r>
                        <a:rPr lang="en-US" dirty="0"/>
                        <a:t>Safety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052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451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63482" y="1401680"/>
            <a:ext cx="11239919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  <a:hlinkClick r:id="rId2"/>
              </a:rPr>
              <a:t>https://www.deltaww.com/en-US/index</a:t>
            </a:r>
            <a:endParaRPr lang="en-US" dirty="0">
              <a:sym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  <a:hlinkClick r:id="rId3"/>
              </a:rPr>
              <a:t>https://www.elkatek.com/en/</a:t>
            </a:r>
            <a:endParaRPr lang="en-US" dirty="0">
              <a:sym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hlinkClick r:id="rId4"/>
              </a:rPr>
              <a:t>https://www.windfarmbop.com/medium-voltage-power-cables-in-wind-farms-an-introduction/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>
              <a:sym typeface="+mn-ea"/>
            </a:endParaRPr>
          </a:p>
          <a:p>
            <a:pPr>
              <a:lnSpc>
                <a:spcPct val="200000"/>
              </a:lnSpc>
            </a:pPr>
            <a:br>
              <a:rPr lang="en-US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98230" y="370993"/>
            <a:ext cx="10036690" cy="71272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References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0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53492" y="6580056"/>
            <a:ext cx="438631" cy="2588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9549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7726" y="6552895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it-IT" sz="1200" dirty="0">
                <a:solidFill>
                  <a:schemeClr val="bg1"/>
                </a:solidFill>
              </a:rPr>
              <a:t>11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ar-EG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322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505</Words>
  <Application>Microsoft Office PowerPoint</Application>
  <PresentationFormat>Widescreen</PresentationFormat>
  <Paragraphs>146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Custom Design</vt:lpstr>
      <vt:lpstr>Weekly report: Storage System</vt:lpstr>
      <vt:lpstr>PowerPoint Presentation</vt:lpstr>
      <vt:lpstr>Product specification</vt:lpstr>
      <vt:lpstr>PowerPoint Presentation</vt:lpstr>
      <vt:lpstr>Equations Used: (from electrical lecture) </vt:lpstr>
      <vt:lpstr>Converter Dimensioning (MA)</vt:lpstr>
      <vt:lpstr>Converter Dimensioning (MA)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mohamed Alywa</cp:lastModifiedBy>
  <cp:revision>65</cp:revision>
  <dcterms:created xsi:type="dcterms:W3CDTF">2025-07-21T13:11:00Z</dcterms:created>
  <dcterms:modified xsi:type="dcterms:W3CDTF">2025-12-08T17:12:25Z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2F57D44E6381456FBAA078C14AE94E08_13</vt:lpwstr>
  </property>
  <property fmtid="{D5CDD505-2E9C-101B-9397-08002B2CF9AE}" pid="3" name="KSOProductBuildVer">
    <vt:lpwstr>1033-12.2.0.23131</vt:lpwstr>
  </property>
</Properties>
</file>