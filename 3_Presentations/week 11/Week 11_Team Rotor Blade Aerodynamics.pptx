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5"/>
  </p:notesMasterIdLst>
  <p:handoutMasterIdLst>
    <p:handoutMasterId r:id="rId16"/>
  </p:handoutMasterIdLst>
  <p:sldIdLst>
    <p:sldId id="270" r:id="rId4"/>
    <p:sldId id="259" r:id="rId5"/>
    <p:sldId id="284" r:id="rId6"/>
    <p:sldId id="304" r:id="rId7"/>
    <p:sldId id="305" r:id="rId8"/>
    <p:sldId id="296" r:id="rId9"/>
    <p:sldId id="301" r:id="rId10"/>
    <p:sldId id="307" r:id="rId11"/>
    <p:sldId id="306" r:id="rId12"/>
    <p:sldId id="302" r:id="rId13"/>
    <p:sldId id="29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/>
        </p14:section>
        <p14:section name="Title, main slides" id="{B26F6679-C236-4D3D-BC2F-CAE5ED400718}">
          <p14:sldIdLst>
            <p14:sldId id="259"/>
            <p14:sldId id="284"/>
            <p14:sldId id="304"/>
            <p14:sldId id="305"/>
            <p14:sldId id="296"/>
            <p14:sldId id="301"/>
            <p14:sldId id="307"/>
            <p14:sldId id="306"/>
            <p14:sldId id="302"/>
          </p14:sldIdLst>
        </p14:section>
        <p14:section name="Bibliography" id="{2ECB0A3B-7D16-4F98-AD6A-5308DF7BF078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A1A4EA-B859-4A63-8BED-6481E6DDFB77}" v="33" dt="2025-12-07T22:26:20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3" d="100"/>
          <a:sy n="83" d="100"/>
        </p:scale>
        <p:origin x="595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arp Pathak" userId="4a92b423ed8c55cf" providerId="LiveId" clId="{8CD35AB5-3580-4BDC-947D-96F75907F7B2}"/>
    <pc:docChg chg="undo custSel addSld delSld modSld sldOrd modSection">
      <pc:chgData name="Kandarp Pathak" userId="4a92b423ed8c55cf" providerId="LiveId" clId="{8CD35AB5-3580-4BDC-947D-96F75907F7B2}" dt="2025-12-07T22:27:06.510" v="6607" actId="14100"/>
      <pc:docMkLst>
        <pc:docMk/>
      </pc:docMkLst>
      <pc:sldChg chg="modSp mod ord">
        <pc:chgData name="Kandarp Pathak" userId="4a92b423ed8c55cf" providerId="LiveId" clId="{8CD35AB5-3580-4BDC-947D-96F75907F7B2}" dt="2025-12-07T21:44:09.280" v="5926" actId="20577"/>
        <pc:sldMkLst>
          <pc:docMk/>
          <pc:sldMk cId="1106553756" sldId="259"/>
        </pc:sldMkLst>
        <pc:spChg chg="mod">
          <ac:chgData name="Kandarp Pathak" userId="4a92b423ed8c55cf" providerId="LiveId" clId="{8CD35AB5-3580-4BDC-947D-96F75907F7B2}" dt="2025-12-07T15:44:09.278" v="5865" actId="20577"/>
          <ac:spMkLst>
            <pc:docMk/>
            <pc:sldMk cId="1106553756" sldId="259"/>
            <ac:spMk id="4" creationId="{00000000-0000-0000-0000-000000000000}"/>
          </ac:spMkLst>
        </pc:spChg>
        <pc:spChg chg="mod">
          <ac:chgData name="Kandarp Pathak" userId="4a92b423ed8c55cf" providerId="LiveId" clId="{8CD35AB5-3580-4BDC-947D-96F75907F7B2}" dt="2025-12-07T21:44:01.948" v="5903" actId="20577"/>
          <ac:spMkLst>
            <pc:docMk/>
            <pc:sldMk cId="1106553756" sldId="259"/>
            <ac:spMk id="8" creationId="{9982188D-DB72-4CAF-98D5-DE22407E3D28}"/>
          </ac:spMkLst>
        </pc:spChg>
        <pc:spChg chg="mod">
          <ac:chgData name="Kandarp Pathak" userId="4a92b423ed8c55cf" providerId="LiveId" clId="{8CD35AB5-3580-4BDC-947D-96F75907F7B2}" dt="2025-11-23T19:58:31.725" v="4436" actId="14100"/>
          <ac:spMkLst>
            <pc:docMk/>
            <pc:sldMk cId="1106553756" sldId="259"/>
            <ac:spMk id="11" creationId="{8F11D7F1-39D2-6CD0-A45E-2199A3CF9435}"/>
          </ac:spMkLst>
        </pc:spChg>
        <pc:spChg chg="mod">
          <ac:chgData name="Kandarp Pathak" userId="4a92b423ed8c55cf" providerId="LiveId" clId="{8CD35AB5-3580-4BDC-947D-96F75907F7B2}" dt="2025-12-07T21:44:09.280" v="5926" actId="20577"/>
          <ac:spMkLst>
            <pc:docMk/>
            <pc:sldMk cId="1106553756" sldId="259"/>
            <ac:spMk id="13" creationId="{132D16E5-6BE7-8FC8-CFB3-81C918BB45F1}"/>
          </ac:spMkLst>
        </pc:spChg>
      </pc:sldChg>
      <pc:sldChg chg="delSp modSp mod">
        <pc:chgData name="Kandarp Pathak" userId="4a92b423ed8c55cf" providerId="LiveId" clId="{8CD35AB5-3580-4BDC-947D-96F75907F7B2}" dt="2025-12-07T15:42:42.808" v="5852" actId="20577"/>
        <pc:sldMkLst>
          <pc:docMk/>
          <pc:sldMk cId="1515102388" sldId="270"/>
        </pc:sldMkLst>
        <pc:spChg chg="mod">
          <ac:chgData name="Kandarp Pathak" userId="4a92b423ed8c55cf" providerId="LiveId" clId="{8CD35AB5-3580-4BDC-947D-96F75907F7B2}" dt="2025-11-23T19:46:51.731" v="4292" actId="14100"/>
          <ac:spMkLst>
            <pc:docMk/>
            <pc:sldMk cId="1515102388" sldId="270"/>
            <ac:spMk id="8" creationId="{7FF1E788-369D-9A8F-8F84-AD852E9D2EDA}"/>
          </ac:spMkLst>
        </pc:spChg>
        <pc:spChg chg="mod">
          <ac:chgData name="Kandarp Pathak" userId="4a92b423ed8c55cf" providerId="LiveId" clId="{8CD35AB5-3580-4BDC-947D-96F75907F7B2}" dt="2025-12-07T15:42:25.011" v="5827" actId="20577"/>
          <ac:spMkLst>
            <pc:docMk/>
            <pc:sldMk cId="1515102388" sldId="270"/>
            <ac:spMk id="10" creationId="{277A63BB-08BE-619B-2533-3CC69CC19E93}"/>
          </ac:spMkLst>
        </pc:spChg>
        <pc:spChg chg="mod">
          <ac:chgData name="Kandarp Pathak" userId="4a92b423ed8c55cf" providerId="LiveId" clId="{8CD35AB5-3580-4BDC-947D-96F75907F7B2}" dt="2025-11-23T19:48:22.671" v="4396" actId="20577"/>
          <ac:spMkLst>
            <pc:docMk/>
            <pc:sldMk cId="1515102388" sldId="270"/>
            <ac:spMk id="11" creationId="{6C33708F-5C1C-4DEB-9893-96704EE48E03}"/>
          </ac:spMkLst>
        </pc:spChg>
        <pc:spChg chg="mod">
          <ac:chgData name="Kandarp Pathak" userId="4a92b423ed8c55cf" providerId="LiveId" clId="{8CD35AB5-3580-4BDC-947D-96F75907F7B2}" dt="2025-12-07T15:42:42.808" v="5852" actId="20577"/>
          <ac:spMkLst>
            <pc:docMk/>
            <pc:sldMk cId="1515102388" sldId="270"/>
            <ac:spMk id="12" creationId="{55185CE4-A5C3-45EC-B552-A42597EFE5E0}"/>
          </ac:spMkLst>
        </pc:spChg>
        <pc:spChg chg="mod">
          <ac:chgData name="Kandarp Pathak" userId="4a92b423ed8c55cf" providerId="LiveId" clId="{8CD35AB5-3580-4BDC-947D-96F75907F7B2}" dt="2025-12-07T15:42:16.658" v="5825" actId="20577"/>
          <ac:spMkLst>
            <pc:docMk/>
            <pc:sldMk cId="1515102388" sldId="270"/>
            <ac:spMk id="13" creationId="{132D16E5-6BE7-8FC8-CFB3-81C918BB45F1}"/>
          </ac:spMkLst>
        </pc:spChg>
        <pc:spChg chg="mod">
          <ac:chgData name="Kandarp Pathak" userId="4a92b423ed8c55cf" providerId="LiveId" clId="{8CD35AB5-3580-4BDC-947D-96F75907F7B2}" dt="2025-12-07T15:42:30.110" v="5829" actId="20577"/>
          <ac:spMkLst>
            <pc:docMk/>
            <pc:sldMk cId="1515102388" sldId="270"/>
            <ac:spMk id="14" creationId="{417D587D-76A0-4058-87DA-7E769D5E55A9}"/>
          </ac:spMkLst>
        </pc:spChg>
      </pc:sldChg>
      <pc:sldChg chg="addSp delSp modSp mod ord">
        <pc:chgData name="Kandarp Pathak" userId="4a92b423ed8c55cf" providerId="LiveId" clId="{8CD35AB5-3580-4BDC-947D-96F75907F7B2}" dt="2025-12-07T22:00:43.767" v="6163" actId="14100"/>
        <pc:sldMkLst>
          <pc:docMk/>
          <pc:sldMk cId="1469653946" sldId="284"/>
        </pc:sldMkLst>
        <pc:spChg chg="add del mod">
          <ac:chgData name="Kandarp Pathak" userId="4a92b423ed8c55cf" providerId="LiveId" clId="{8CD35AB5-3580-4BDC-947D-96F75907F7B2}" dt="2025-12-07T15:47:43.573" v="5866" actId="478"/>
          <ac:spMkLst>
            <pc:docMk/>
            <pc:sldMk cId="1469653946" sldId="284"/>
            <ac:spMk id="4" creationId="{4861B443-0B49-739C-2B1C-1D11E25FEB4F}"/>
          </ac:spMkLst>
        </pc:spChg>
        <pc:spChg chg="add mod">
          <ac:chgData name="Kandarp Pathak" userId="4a92b423ed8c55cf" providerId="LiveId" clId="{8CD35AB5-3580-4BDC-947D-96F75907F7B2}" dt="2025-12-07T22:00:16.243" v="6159" actId="115"/>
          <ac:spMkLst>
            <pc:docMk/>
            <pc:sldMk cId="1469653946" sldId="284"/>
            <ac:spMk id="5" creationId="{2A7E3AAF-2F90-ECF2-57B6-A8E9CED38904}"/>
          </ac:spMkLst>
        </pc:spChg>
        <pc:spChg chg="add mod">
          <ac:chgData name="Kandarp Pathak" userId="4a92b423ed8c55cf" providerId="LiveId" clId="{8CD35AB5-3580-4BDC-947D-96F75907F7B2}" dt="2025-12-07T22:00:37.683" v="6162" actId="14100"/>
          <ac:spMkLst>
            <pc:docMk/>
            <pc:sldMk cId="1469653946" sldId="284"/>
            <ac:spMk id="7" creationId="{3D45C6E0-030E-9594-F2CF-F7B2B39B8D29}"/>
          </ac:spMkLst>
        </pc:spChg>
        <pc:spChg chg="mod">
          <ac:chgData name="Kandarp Pathak" userId="4a92b423ed8c55cf" providerId="LiveId" clId="{8CD35AB5-3580-4BDC-947D-96F75907F7B2}" dt="2025-12-07T15:44:02.259" v="5859" actId="20577"/>
          <ac:spMkLst>
            <pc:docMk/>
            <pc:sldMk cId="1469653946" sldId="284"/>
            <ac:spMk id="10" creationId="{35FA2C05-348A-9313-F717-360C5F4032C6}"/>
          </ac:spMkLst>
        </pc:spChg>
        <pc:spChg chg="mod">
          <ac:chgData name="Kandarp Pathak" userId="4a92b423ed8c55cf" providerId="LiveId" clId="{8CD35AB5-3580-4BDC-947D-96F75907F7B2}" dt="2025-11-23T19:59:18.728" v="4463" actId="14100"/>
          <ac:spMkLst>
            <pc:docMk/>
            <pc:sldMk cId="1469653946" sldId="284"/>
            <ac:spMk id="11" creationId="{8F11D7F1-39D2-6CD0-A45E-2199A3CF9435}"/>
          </ac:spMkLst>
        </pc:spChg>
        <pc:spChg chg="mod">
          <ac:chgData name="Kandarp Pathak" userId="4a92b423ed8c55cf" providerId="LiveId" clId="{8CD35AB5-3580-4BDC-947D-96F75907F7B2}" dt="2025-12-07T21:44:23.303" v="5949" actId="20577"/>
          <ac:spMkLst>
            <pc:docMk/>
            <pc:sldMk cId="1469653946" sldId="284"/>
            <ac:spMk id="12" creationId="{132D16E5-6BE7-8FC8-CFB3-81C918BB45F1}"/>
          </ac:spMkLst>
        </pc:spChg>
        <pc:spChg chg="mod">
          <ac:chgData name="Kandarp Pathak" userId="4a92b423ed8c55cf" providerId="LiveId" clId="{8CD35AB5-3580-4BDC-947D-96F75907F7B2}" dt="2025-12-07T21:44:26.481" v="5951" actId="20577"/>
          <ac:spMkLst>
            <pc:docMk/>
            <pc:sldMk cId="1469653946" sldId="284"/>
            <ac:spMk id="16" creationId="{1A85B8DA-23F3-4768-8FBE-B758843AF63C}"/>
          </ac:spMkLst>
        </pc:spChg>
        <pc:picChg chg="add mod">
          <ac:chgData name="Kandarp Pathak" userId="4a92b423ed8c55cf" providerId="LiveId" clId="{8CD35AB5-3580-4BDC-947D-96F75907F7B2}" dt="2025-12-07T22:00:43.767" v="6163" actId="14100"/>
          <ac:picMkLst>
            <pc:docMk/>
            <pc:sldMk cId="1469653946" sldId="284"/>
            <ac:picMk id="3" creationId="{7C2BD007-FC97-78C1-A662-560629D3F0E4}"/>
          </ac:picMkLst>
        </pc:picChg>
        <pc:picChg chg="del">
          <ac:chgData name="Kandarp Pathak" userId="4a92b423ed8c55cf" providerId="LiveId" clId="{8CD35AB5-3580-4BDC-947D-96F75907F7B2}" dt="2025-12-07T15:43:04.149" v="5853" actId="478"/>
          <ac:picMkLst>
            <pc:docMk/>
            <pc:sldMk cId="1469653946" sldId="284"/>
            <ac:picMk id="8" creationId="{E76F726C-01D3-D42D-7BCF-DA1C3EED3A20}"/>
          </ac:picMkLst>
        </pc:picChg>
      </pc:sldChg>
      <pc:sldChg chg="addSp delSp modSp add mod ord">
        <pc:chgData name="Kandarp Pathak" userId="4a92b423ed8c55cf" providerId="LiveId" clId="{8CD35AB5-3580-4BDC-947D-96F75907F7B2}" dt="2025-12-07T21:47:22.932" v="6089" actId="20577"/>
        <pc:sldMkLst>
          <pc:docMk/>
          <pc:sldMk cId="2462744162" sldId="295"/>
        </pc:sldMkLst>
        <pc:spChg chg="add mod">
          <ac:chgData name="Kandarp Pathak" userId="4a92b423ed8c55cf" providerId="LiveId" clId="{8CD35AB5-3580-4BDC-947D-96F75907F7B2}" dt="2025-12-07T21:47:22.932" v="6089" actId="20577"/>
          <ac:spMkLst>
            <pc:docMk/>
            <pc:sldMk cId="2462744162" sldId="295"/>
            <ac:spMk id="4" creationId="{77693C0B-6526-C4D4-FCC1-931F741AED90}"/>
          </ac:spMkLst>
        </pc:spChg>
        <pc:spChg chg="mod">
          <ac:chgData name="Kandarp Pathak" userId="4a92b423ed8c55cf" providerId="LiveId" clId="{8CD35AB5-3580-4BDC-947D-96F75907F7B2}" dt="2025-12-07T21:45:49.183" v="6032" actId="20577"/>
          <ac:spMkLst>
            <pc:docMk/>
            <pc:sldMk cId="2462744162" sldId="295"/>
            <ac:spMk id="10" creationId="{0A37090C-7749-16F9-501E-6104E0EC5591}"/>
          </ac:spMkLst>
        </pc:spChg>
        <pc:spChg chg="mod">
          <ac:chgData name="Kandarp Pathak" userId="4a92b423ed8c55cf" providerId="LiveId" clId="{8CD35AB5-3580-4BDC-947D-96F75907F7B2}" dt="2025-11-23T20:10:54.413" v="4716" actId="14100"/>
          <ac:spMkLst>
            <pc:docMk/>
            <pc:sldMk cId="2462744162" sldId="295"/>
            <ac:spMk id="14" creationId="{58FE4F8B-7E21-40B8-1C54-A5EE8116A84D}"/>
          </ac:spMkLst>
        </pc:spChg>
        <pc:spChg chg="mod">
          <ac:chgData name="Kandarp Pathak" userId="4a92b423ed8c55cf" providerId="LiveId" clId="{8CD35AB5-3580-4BDC-947D-96F75907F7B2}" dt="2025-12-07T21:45:56.829" v="6059" actId="20577"/>
          <ac:spMkLst>
            <pc:docMk/>
            <pc:sldMk cId="2462744162" sldId="295"/>
            <ac:spMk id="15" creationId="{FD893080-6DAE-DA86-12D0-34A77F409673}"/>
          </ac:spMkLst>
        </pc:spChg>
      </pc:sldChg>
      <pc:sldChg chg="addSp delSp modSp add mod">
        <pc:chgData name="Kandarp Pathak" userId="4a92b423ed8c55cf" providerId="LiveId" clId="{8CD35AB5-3580-4BDC-947D-96F75907F7B2}" dt="2025-12-07T22:08:05.049" v="6219" actId="1076"/>
        <pc:sldMkLst>
          <pc:docMk/>
          <pc:sldMk cId="841049168" sldId="296"/>
        </pc:sldMkLst>
        <pc:spChg chg="add del mod">
          <ac:chgData name="Kandarp Pathak" userId="4a92b423ed8c55cf" providerId="LiveId" clId="{8CD35AB5-3580-4BDC-947D-96F75907F7B2}" dt="2025-11-09T14:31:07.319" v="2824" actId="1076"/>
          <ac:spMkLst>
            <pc:docMk/>
            <pc:sldMk cId="841049168" sldId="296"/>
            <ac:spMk id="2" creationId="{04498A4F-33D9-D9D9-56A2-065D6CCBB619}"/>
          </ac:spMkLst>
        </pc:spChg>
        <pc:spChg chg="mod">
          <ac:chgData name="Kandarp Pathak" userId="4a92b423ed8c55cf" providerId="LiveId" clId="{8CD35AB5-3580-4BDC-947D-96F75907F7B2}" dt="2025-11-09T14:31:07.319" v="2824" actId="1076"/>
          <ac:spMkLst>
            <pc:docMk/>
            <pc:sldMk cId="841049168" sldId="296"/>
            <ac:spMk id="6" creationId="{26CAE4E5-9171-994A-2764-15DA4FC44BE8}"/>
          </ac:spMkLst>
        </pc:spChg>
        <pc:spChg chg="add mod">
          <ac:chgData name="Kandarp Pathak" userId="4a92b423ed8c55cf" providerId="LiveId" clId="{8CD35AB5-3580-4BDC-947D-96F75907F7B2}" dt="2025-12-07T22:05:24.755" v="6206" actId="20577"/>
          <ac:spMkLst>
            <pc:docMk/>
            <pc:sldMk cId="841049168" sldId="296"/>
            <ac:spMk id="7" creationId="{86ACD087-9743-8A09-96B5-CA7F2EBEE137}"/>
          </ac:spMkLst>
        </pc:spChg>
        <pc:spChg chg="add mod">
          <ac:chgData name="Kandarp Pathak" userId="4a92b423ed8c55cf" providerId="LiveId" clId="{8CD35AB5-3580-4BDC-947D-96F75907F7B2}" dt="2025-11-17T17:43:21.671" v="3616" actId="14100"/>
          <ac:spMkLst>
            <pc:docMk/>
            <pc:sldMk cId="841049168" sldId="296"/>
            <ac:spMk id="8" creationId="{76EF2121-66B0-4082-A2E9-A1C5B3DAE4D2}"/>
          </ac:spMkLst>
        </pc:spChg>
        <pc:spChg chg="mod">
          <ac:chgData name="Kandarp Pathak" userId="4a92b423ed8c55cf" providerId="LiveId" clId="{8CD35AB5-3580-4BDC-947D-96F75907F7B2}" dt="2025-11-23T19:59:37.353" v="4487" actId="14100"/>
          <ac:spMkLst>
            <pc:docMk/>
            <pc:sldMk cId="841049168" sldId="296"/>
            <ac:spMk id="11" creationId="{67009BC6-9FB4-4475-E975-1D09260757F8}"/>
          </ac:spMkLst>
        </pc:spChg>
        <pc:spChg chg="mod">
          <ac:chgData name="Kandarp Pathak" userId="4a92b423ed8c55cf" providerId="LiveId" clId="{8CD35AB5-3580-4BDC-947D-96F75907F7B2}" dt="2025-12-07T21:44:37.712" v="5976" actId="20577"/>
          <ac:spMkLst>
            <pc:docMk/>
            <pc:sldMk cId="841049168" sldId="296"/>
            <ac:spMk id="12" creationId="{2C2EE7FC-FA2B-329E-7606-1DE35E2AB4A0}"/>
          </ac:spMkLst>
        </pc:spChg>
        <pc:spChg chg="add mod">
          <ac:chgData name="Kandarp Pathak" userId="4a92b423ed8c55cf" providerId="LiveId" clId="{8CD35AB5-3580-4BDC-947D-96F75907F7B2}" dt="2025-11-17T17:55:44.339" v="4058" actId="20577"/>
          <ac:spMkLst>
            <pc:docMk/>
            <pc:sldMk cId="841049168" sldId="296"/>
            <ac:spMk id="13" creationId="{029D49DC-4A90-2A51-B484-2801541870C9}"/>
          </ac:spMkLst>
        </pc:spChg>
        <pc:spChg chg="mod">
          <ac:chgData name="Kandarp Pathak" userId="4a92b423ed8c55cf" providerId="LiveId" clId="{8CD35AB5-3580-4BDC-947D-96F75907F7B2}" dt="2025-12-07T21:44:40.353" v="5978" actId="20577"/>
          <ac:spMkLst>
            <pc:docMk/>
            <pc:sldMk cId="841049168" sldId="296"/>
            <ac:spMk id="16" creationId="{D0149319-9B3A-E7D3-2DF7-107D97204BF3}"/>
          </ac:spMkLst>
        </pc:spChg>
        <pc:picChg chg="add del mod">
          <ac:chgData name="Kandarp Pathak" userId="4a92b423ed8c55cf" providerId="LiveId" clId="{8CD35AB5-3580-4BDC-947D-96F75907F7B2}" dt="2025-12-07T22:06:11.728" v="6211" actId="478"/>
          <ac:picMkLst>
            <pc:docMk/>
            <pc:sldMk cId="841049168" sldId="296"/>
            <ac:picMk id="4" creationId="{08BF6BF9-EB0E-F889-03D3-3148BDC0FDA9}"/>
          </ac:picMkLst>
        </pc:picChg>
        <pc:picChg chg="add del">
          <ac:chgData name="Kandarp Pathak" userId="4a92b423ed8c55cf" providerId="LiveId" clId="{8CD35AB5-3580-4BDC-947D-96F75907F7B2}" dt="2025-12-07T22:05:38.427" v="6207" actId="478"/>
          <ac:picMkLst>
            <pc:docMk/>
            <pc:sldMk cId="841049168" sldId="296"/>
            <ac:picMk id="5" creationId="{3649523E-765C-56F3-F392-B6AA38CCEFA4}"/>
          </ac:picMkLst>
        </pc:picChg>
        <pc:picChg chg="add del mod">
          <ac:chgData name="Kandarp Pathak" userId="4a92b423ed8c55cf" providerId="LiveId" clId="{8CD35AB5-3580-4BDC-947D-96F75907F7B2}" dt="2025-12-07T22:06:53.085" v="6213" actId="478"/>
          <ac:picMkLst>
            <pc:docMk/>
            <pc:sldMk cId="841049168" sldId="296"/>
            <ac:picMk id="10" creationId="{93F6C97C-9BBE-412B-D64C-63CE532060F6}"/>
          </ac:picMkLst>
        </pc:picChg>
        <pc:picChg chg="add mod">
          <ac:chgData name="Kandarp Pathak" userId="4a92b423ed8c55cf" providerId="LiveId" clId="{8CD35AB5-3580-4BDC-947D-96F75907F7B2}" dt="2025-12-07T22:07:34.843" v="6216" actId="1076"/>
          <ac:picMkLst>
            <pc:docMk/>
            <pc:sldMk cId="841049168" sldId="296"/>
            <ac:picMk id="15" creationId="{C6E4FF5E-FBC9-693B-C0AD-5320ABE20017}"/>
          </ac:picMkLst>
        </pc:picChg>
        <pc:picChg chg="add mod">
          <ac:chgData name="Kandarp Pathak" userId="4a92b423ed8c55cf" providerId="LiveId" clId="{8CD35AB5-3580-4BDC-947D-96F75907F7B2}" dt="2025-12-07T22:08:05.049" v="6219" actId="1076"/>
          <ac:picMkLst>
            <pc:docMk/>
            <pc:sldMk cId="841049168" sldId="296"/>
            <ac:picMk id="18" creationId="{A283F055-8488-C1B7-B104-995414CBE08A}"/>
          </ac:picMkLst>
        </pc:picChg>
      </pc:sldChg>
      <pc:sldChg chg="addSp delSp modSp add mod">
        <pc:chgData name="Kandarp Pathak" userId="4a92b423ed8c55cf" providerId="LiveId" clId="{8CD35AB5-3580-4BDC-947D-96F75907F7B2}" dt="2025-12-07T22:27:06.510" v="6607" actId="14100"/>
        <pc:sldMkLst>
          <pc:docMk/>
          <pc:sldMk cId="881374087" sldId="301"/>
        </pc:sldMkLst>
        <pc:spChg chg="add del mod">
          <ac:chgData name="Kandarp Pathak" userId="4a92b423ed8c55cf" providerId="LiveId" clId="{8CD35AB5-3580-4BDC-947D-96F75907F7B2}" dt="2025-12-07T21:45:12.985" v="6003" actId="478"/>
          <ac:spMkLst>
            <pc:docMk/>
            <pc:sldMk cId="881374087" sldId="301"/>
            <ac:spMk id="7" creationId="{BD7EA81E-7981-EF8C-AB78-F8B93C4751EF}"/>
          </ac:spMkLst>
        </pc:spChg>
        <pc:spChg chg="mod">
          <ac:chgData name="Kandarp Pathak" userId="4a92b423ed8c55cf" providerId="LiveId" clId="{8CD35AB5-3580-4BDC-947D-96F75907F7B2}" dt="2025-11-17T18:02:20.465" v="4179" actId="20577"/>
          <ac:spMkLst>
            <pc:docMk/>
            <pc:sldMk cId="881374087" sldId="301"/>
            <ac:spMk id="8" creationId="{3B29AF67-D8DB-61F8-A2EF-8435C6C3274B}"/>
          </ac:spMkLst>
        </pc:spChg>
        <pc:spChg chg="add mod">
          <ac:chgData name="Kandarp Pathak" userId="4a92b423ed8c55cf" providerId="LiveId" clId="{8CD35AB5-3580-4BDC-947D-96F75907F7B2}" dt="2025-11-17T18:05:56.556" v="4257" actId="1076"/>
          <ac:spMkLst>
            <pc:docMk/>
            <pc:sldMk cId="881374087" sldId="301"/>
            <ac:spMk id="9" creationId="{A13141EE-9693-DFA0-D5DB-EF9D02DBDF5C}"/>
          </ac:spMkLst>
        </pc:spChg>
        <pc:spChg chg="add mod">
          <ac:chgData name="Kandarp Pathak" userId="4a92b423ed8c55cf" providerId="LiveId" clId="{8CD35AB5-3580-4BDC-947D-96F75907F7B2}" dt="2025-12-07T22:24:04.065" v="6424" actId="1076"/>
          <ac:spMkLst>
            <pc:docMk/>
            <pc:sldMk cId="881374087" sldId="301"/>
            <ac:spMk id="10" creationId="{32F7277A-822D-BE9B-8D66-9B2D33C86B14}"/>
          </ac:spMkLst>
        </pc:spChg>
        <pc:spChg chg="mod">
          <ac:chgData name="Kandarp Pathak" userId="4a92b423ed8c55cf" providerId="LiveId" clId="{8CD35AB5-3580-4BDC-947D-96F75907F7B2}" dt="2025-11-23T20:10:18.671" v="4670" actId="14100"/>
          <ac:spMkLst>
            <pc:docMk/>
            <pc:sldMk cId="881374087" sldId="301"/>
            <ac:spMk id="11" creationId="{C4251492-7431-20EB-DCFC-39D21B666D6B}"/>
          </ac:spMkLst>
        </pc:spChg>
        <pc:spChg chg="mod">
          <ac:chgData name="Kandarp Pathak" userId="4a92b423ed8c55cf" providerId="LiveId" clId="{8CD35AB5-3580-4BDC-947D-96F75907F7B2}" dt="2025-12-07T21:44:55.209" v="6001" actId="20577"/>
          <ac:spMkLst>
            <pc:docMk/>
            <pc:sldMk cId="881374087" sldId="301"/>
            <ac:spMk id="12" creationId="{7F501998-E1F5-ECD6-0B78-CAEF42E01E8E}"/>
          </ac:spMkLst>
        </pc:spChg>
        <pc:spChg chg="add mod">
          <ac:chgData name="Kandarp Pathak" userId="4a92b423ed8c55cf" providerId="LiveId" clId="{8CD35AB5-3580-4BDC-947D-96F75907F7B2}" dt="2025-12-07T22:27:06.510" v="6607" actId="14100"/>
          <ac:spMkLst>
            <pc:docMk/>
            <pc:sldMk cId="881374087" sldId="301"/>
            <ac:spMk id="13" creationId="{37773D3E-87F9-C93C-1891-FF84D90A40BB}"/>
          </ac:spMkLst>
        </pc:spChg>
        <pc:spChg chg="mod">
          <ac:chgData name="Kandarp Pathak" userId="4a92b423ed8c55cf" providerId="LiveId" clId="{8CD35AB5-3580-4BDC-947D-96F75907F7B2}" dt="2025-12-07T21:45:17.477" v="6005" actId="20577"/>
          <ac:spMkLst>
            <pc:docMk/>
            <pc:sldMk cId="881374087" sldId="301"/>
            <ac:spMk id="16" creationId="{12457EFC-A06B-CA9D-FB0A-7C79C55BFD26}"/>
          </ac:spMkLst>
        </pc:spChg>
        <pc:picChg chg="del">
          <ac:chgData name="Kandarp Pathak" userId="4a92b423ed8c55cf" providerId="LiveId" clId="{8CD35AB5-3580-4BDC-947D-96F75907F7B2}" dt="2025-12-07T22:08:18.002" v="6220" actId="478"/>
          <ac:picMkLst>
            <pc:docMk/>
            <pc:sldMk cId="881374087" sldId="301"/>
            <ac:picMk id="4" creationId="{9649212D-7027-9730-BB03-58CC3F5C14F1}"/>
          </ac:picMkLst>
        </pc:picChg>
        <pc:picChg chg="add mod">
          <ac:chgData name="Kandarp Pathak" userId="4a92b423ed8c55cf" providerId="LiveId" clId="{8CD35AB5-3580-4BDC-947D-96F75907F7B2}" dt="2025-12-07T22:09:10.096" v="6223" actId="1076"/>
          <ac:picMkLst>
            <pc:docMk/>
            <pc:sldMk cId="881374087" sldId="301"/>
            <ac:picMk id="5" creationId="{B1DD37D7-6698-ECBB-69A2-9CE7175464BA}"/>
          </ac:picMkLst>
        </pc:picChg>
      </pc:sldChg>
      <pc:sldChg chg="addSp delSp modSp add mod">
        <pc:chgData name="Kandarp Pathak" userId="4a92b423ed8c55cf" providerId="LiveId" clId="{8CD35AB5-3580-4BDC-947D-96F75907F7B2}" dt="2025-12-07T22:14:32.173" v="6243" actId="1076"/>
        <pc:sldMkLst>
          <pc:docMk/>
          <pc:sldMk cId="1177604339" sldId="302"/>
        </pc:sldMkLst>
        <pc:spChg chg="mod">
          <ac:chgData name="Kandarp Pathak" userId="4a92b423ed8c55cf" providerId="LiveId" clId="{8CD35AB5-3580-4BDC-947D-96F75907F7B2}" dt="2025-11-30T12:20:20.241" v="5485" actId="20577"/>
          <ac:spMkLst>
            <pc:docMk/>
            <pc:sldMk cId="1177604339" sldId="302"/>
            <ac:spMk id="8" creationId="{6081BDAC-7796-EB03-8D78-A898AA9C480E}"/>
          </ac:spMkLst>
        </pc:spChg>
        <pc:spChg chg="mod">
          <ac:chgData name="Kandarp Pathak" userId="4a92b423ed8c55cf" providerId="LiveId" clId="{8CD35AB5-3580-4BDC-947D-96F75907F7B2}" dt="2025-12-07T22:13:55.398" v="6240" actId="20577"/>
          <ac:spMkLst>
            <pc:docMk/>
            <pc:sldMk cId="1177604339" sldId="302"/>
            <ac:spMk id="9" creationId="{AD08033F-BA40-374D-5601-2BA0740ECCB0}"/>
          </ac:spMkLst>
        </pc:spChg>
        <pc:spChg chg="mod">
          <ac:chgData name="Kandarp Pathak" userId="4a92b423ed8c55cf" providerId="LiveId" clId="{8CD35AB5-3580-4BDC-947D-96F75907F7B2}" dt="2025-11-23T20:10:35.906" v="4693" actId="14100"/>
          <ac:spMkLst>
            <pc:docMk/>
            <pc:sldMk cId="1177604339" sldId="302"/>
            <ac:spMk id="11" creationId="{C6FEFC4C-DEEC-9CD3-D14A-201788081F82}"/>
          </ac:spMkLst>
        </pc:spChg>
        <pc:spChg chg="mod">
          <ac:chgData name="Kandarp Pathak" userId="4a92b423ed8c55cf" providerId="LiveId" clId="{8CD35AB5-3580-4BDC-947D-96F75907F7B2}" dt="2025-12-07T21:45:41.056" v="6028" actId="20577"/>
          <ac:spMkLst>
            <pc:docMk/>
            <pc:sldMk cId="1177604339" sldId="302"/>
            <ac:spMk id="12" creationId="{6E69854D-7207-B98C-9E8B-CFC3ADDF092F}"/>
          </ac:spMkLst>
        </pc:spChg>
        <pc:spChg chg="mod">
          <ac:chgData name="Kandarp Pathak" userId="4a92b423ed8c55cf" providerId="LiveId" clId="{8CD35AB5-3580-4BDC-947D-96F75907F7B2}" dt="2025-12-07T21:45:44.168" v="6030" actId="20577"/>
          <ac:spMkLst>
            <pc:docMk/>
            <pc:sldMk cId="1177604339" sldId="302"/>
            <ac:spMk id="16" creationId="{7D9300B2-B9C4-0ACE-6617-80942965BF27}"/>
          </ac:spMkLst>
        </pc:spChg>
        <pc:spChg chg="add del mod">
          <ac:chgData name="Kandarp Pathak" userId="4a92b423ed8c55cf" providerId="LiveId" clId="{8CD35AB5-3580-4BDC-947D-96F75907F7B2}" dt="2025-12-07T22:10:28.339" v="6230" actId="478"/>
          <ac:spMkLst>
            <pc:docMk/>
            <pc:sldMk cId="1177604339" sldId="302"/>
            <ac:spMk id="18" creationId="{857346DD-79E1-6557-5799-819FCACFF6F3}"/>
          </ac:spMkLst>
        </pc:spChg>
        <pc:picChg chg="del">
          <ac:chgData name="Kandarp Pathak" userId="4a92b423ed8c55cf" providerId="LiveId" clId="{8CD35AB5-3580-4BDC-947D-96F75907F7B2}" dt="2025-12-07T22:09:44.551" v="6224" actId="478"/>
          <ac:picMkLst>
            <pc:docMk/>
            <pc:sldMk cId="1177604339" sldId="302"/>
            <ac:picMk id="4" creationId="{D7CEE6E4-1073-E005-58BD-E2EAFE1652A9}"/>
          </ac:picMkLst>
        </pc:picChg>
        <pc:picChg chg="add mod">
          <ac:chgData name="Kandarp Pathak" userId="4a92b423ed8c55cf" providerId="LiveId" clId="{8CD35AB5-3580-4BDC-947D-96F75907F7B2}" dt="2025-12-07T22:10:13.052" v="6228" actId="1076"/>
          <ac:picMkLst>
            <pc:docMk/>
            <pc:sldMk cId="1177604339" sldId="302"/>
            <ac:picMk id="5" creationId="{36E623B6-E5B2-9E62-C953-5636F213F807}"/>
          </ac:picMkLst>
        </pc:picChg>
        <pc:picChg chg="add mod">
          <ac:chgData name="Kandarp Pathak" userId="4a92b423ed8c55cf" providerId="LiveId" clId="{8CD35AB5-3580-4BDC-947D-96F75907F7B2}" dt="2025-12-07T22:13:37.204" v="6238" actId="1076"/>
          <ac:picMkLst>
            <pc:docMk/>
            <pc:sldMk cId="1177604339" sldId="302"/>
            <ac:picMk id="10" creationId="{CD035740-4B95-349F-288F-AE9D342B878B}"/>
          </ac:picMkLst>
        </pc:picChg>
        <pc:picChg chg="add mod">
          <ac:chgData name="Kandarp Pathak" userId="4a92b423ed8c55cf" providerId="LiveId" clId="{8CD35AB5-3580-4BDC-947D-96F75907F7B2}" dt="2025-12-07T22:14:32.173" v="6243" actId="1076"/>
          <ac:picMkLst>
            <pc:docMk/>
            <pc:sldMk cId="1177604339" sldId="302"/>
            <ac:picMk id="14" creationId="{14C84323-B32B-CEF7-645D-DD273C60FEFC}"/>
          </ac:picMkLst>
        </pc:picChg>
      </pc:sldChg>
      <pc:sldChg chg="addSp delSp modSp add del mod">
        <pc:chgData name="Kandarp Pathak" userId="4a92b423ed8c55cf" providerId="LiveId" clId="{8CD35AB5-3580-4BDC-947D-96F75907F7B2}" dt="2025-12-07T22:11:03.781" v="6233" actId="2696"/>
        <pc:sldMkLst>
          <pc:docMk/>
          <pc:sldMk cId="596638379" sldId="303"/>
        </pc:sldMkLst>
        <pc:picChg chg="del">
          <ac:chgData name="Kandarp Pathak" userId="4a92b423ed8c55cf" providerId="LiveId" clId="{8CD35AB5-3580-4BDC-947D-96F75907F7B2}" dt="2025-12-07T22:10:56.542" v="6231" actId="478"/>
          <ac:picMkLst>
            <pc:docMk/>
            <pc:sldMk cId="596638379" sldId="303"/>
            <ac:picMk id="7" creationId="{0CA8C1FE-C0AE-1F8D-9B2B-F885FB4E39B8}"/>
          </ac:picMkLst>
        </pc:picChg>
        <pc:picChg chg="del">
          <ac:chgData name="Kandarp Pathak" userId="4a92b423ed8c55cf" providerId="LiveId" clId="{8CD35AB5-3580-4BDC-947D-96F75907F7B2}" dt="2025-12-07T22:10:58.241" v="6232" actId="478"/>
          <ac:picMkLst>
            <pc:docMk/>
            <pc:sldMk cId="596638379" sldId="303"/>
            <ac:picMk id="13" creationId="{99D6934B-18DA-C980-BDDC-AABACA655097}"/>
          </ac:picMkLst>
        </pc:picChg>
      </pc:sldChg>
      <pc:sldChg chg="addSp delSp modSp mod">
        <pc:chgData name="Kandarp Pathak" userId="4a92b423ed8c55cf" providerId="LiveId" clId="{8CD35AB5-3580-4BDC-947D-96F75907F7B2}" dt="2025-12-07T22:24:55.822" v="6482" actId="14100"/>
        <pc:sldMkLst>
          <pc:docMk/>
          <pc:sldMk cId="2380107289" sldId="304"/>
        </pc:sldMkLst>
        <pc:spChg chg="mod">
          <ac:chgData name="Kandarp Pathak" userId="4a92b423ed8c55cf" providerId="LiveId" clId="{8CD35AB5-3580-4BDC-947D-96F75907F7B2}" dt="2025-12-07T22:23:05.097" v="6393" actId="20577"/>
          <ac:spMkLst>
            <pc:docMk/>
            <pc:sldMk cId="2380107289" sldId="304"/>
            <ac:spMk id="2" creationId="{0C7DE498-5524-601B-CAF2-CC7AAAABB69E}"/>
          </ac:spMkLst>
        </pc:spChg>
        <pc:spChg chg="add del">
          <ac:chgData name="Kandarp Pathak" userId="4a92b423ed8c55cf" providerId="LiveId" clId="{8CD35AB5-3580-4BDC-947D-96F75907F7B2}" dt="2025-12-07T21:43:43.190" v="5876" actId="21"/>
          <ac:spMkLst>
            <pc:docMk/>
            <pc:sldMk cId="2380107289" sldId="304"/>
            <ac:spMk id="4" creationId="{22537827-D93D-1003-7A37-A39B11FB4F6D}"/>
          </ac:spMkLst>
        </pc:spChg>
        <pc:spChg chg="del mod">
          <ac:chgData name="Kandarp Pathak" userId="4a92b423ed8c55cf" providerId="LiveId" clId="{8CD35AB5-3580-4BDC-947D-96F75907F7B2}" dt="2025-12-07T15:47:59.812" v="5870" actId="21"/>
          <ac:spMkLst>
            <pc:docMk/>
            <pc:sldMk cId="2380107289" sldId="304"/>
            <ac:spMk id="5" creationId="{1D3B948D-ED9B-1614-B33F-B63E1F8559C3}"/>
          </ac:spMkLst>
        </pc:spChg>
        <pc:spChg chg="mod">
          <ac:chgData name="Kandarp Pathak" userId="4a92b423ed8c55cf" providerId="LiveId" clId="{8CD35AB5-3580-4BDC-947D-96F75907F7B2}" dt="2025-12-07T21:43:52.773" v="5899" actId="20577"/>
          <ac:spMkLst>
            <pc:docMk/>
            <pc:sldMk cId="2380107289" sldId="304"/>
            <ac:spMk id="12" creationId="{07D8B4C3-A3CF-07C6-474A-F85FBC145567}"/>
          </ac:spMkLst>
        </pc:spChg>
        <pc:spChg chg="mod">
          <ac:chgData name="Kandarp Pathak" userId="4a92b423ed8c55cf" providerId="LiveId" clId="{8CD35AB5-3580-4BDC-947D-96F75907F7B2}" dt="2025-12-07T21:43:56.350" v="5901" actId="20577"/>
          <ac:spMkLst>
            <pc:docMk/>
            <pc:sldMk cId="2380107289" sldId="304"/>
            <ac:spMk id="16" creationId="{9D7CF4C9-95FE-ADCC-05A6-834DEC20A94B}"/>
          </ac:spMkLst>
        </pc:spChg>
        <pc:picChg chg="del">
          <ac:chgData name="Kandarp Pathak" userId="4a92b423ed8c55cf" providerId="LiveId" clId="{8CD35AB5-3580-4BDC-947D-96F75907F7B2}" dt="2025-12-07T15:47:49.211" v="5867" actId="478"/>
          <ac:picMkLst>
            <pc:docMk/>
            <pc:sldMk cId="2380107289" sldId="304"/>
            <ac:picMk id="3" creationId="{D87F8C3B-3916-72BA-DA59-817C2047B3BF}"/>
          </ac:picMkLst>
        </pc:picChg>
        <pc:picChg chg="add mod">
          <ac:chgData name="Kandarp Pathak" userId="4a92b423ed8c55cf" providerId="LiveId" clId="{8CD35AB5-3580-4BDC-947D-96F75907F7B2}" dt="2025-12-07T22:24:55.822" v="6482" actId="14100"/>
          <ac:picMkLst>
            <pc:docMk/>
            <pc:sldMk cId="2380107289" sldId="304"/>
            <ac:picMk id="8" creationId="{B0214CC4-BE12-6426-8E90-F2A660B53E47}"/>
          </ac:picMkLst>
        </pc:picChg>
        <pc:picChg chg="add mod">
          <ac:chgData name="Kandarp Pathak" userId="4a92b423ed8c55cf" providerId="LiveId" clId="{8CD35AB5-3580-4BDC-947D-96F75907F7B2}" dt="2025-12-07T21:50:21.192" v="6108" actId="1076"/>
          <ac:picMkLst>
            <pc:docMk/>
            <pc:sldMk cId="2380107289" sldId="304"/>
            <ac:picMk id="10" creationId="{48B2ABE3-D8A6-17B7-8C04-2F5B63952FF5}"/>
          </ac:picMkLst>
        </pc:picChg>
      </pc:sldChg>
      <pc:sldChg chg="addSp delSp modSp add mod">
        <pc:chgData name="Kandarp Pathak" userId="4a92b423ed8c55cf" providerId="LiveId" clId="{8CD35AB5-3580-4BDC-947D-96F75907F7B2}" dt="2025-12-07T22:22:51.265" v="6377" actId="20577"/>
        <pc:sldMkLst>
          <pc:docMk/>
          <pc:sldMk cId="1526143803" sldId="305"/>
        </pc:sldMkLst>
        <pc:spChg chg="mod">
          <ac:chgData name="Kandarp Pathak" userId="4a92b423ed8c55cf" providerId="LiveId" clId="{8CD35AB5-3580-4BDC-947D-96F75907F7B2}" dt="2025-12-07T22:22:51.265" v="6377" actId="20577"/>
          <ac:spMkLst>
            <pc:docMk/>
            <pc:sldMk cId="1526143803" sldId="305"/>
            <ac:spMk id="2" creationId="{D07269E5-F335-3687-8A73-C29C131320B2}"/>
          </ac:spMkLst>
        </pc:spChg>
        <pc:picChg chg="add mod">
          <ac:chgData name="Kandarp Pathak" userId="4a92b423ed8c55cf" providerId="LiveId" clId="{8CD35AB5-3580-4BDC-947D-96F75907F7B2}" dt="2025-12-07T21:52:03.542" v="6124" actId="1076"/>
          <ac:picMkLst>
            <pc:docMk/>
            <pc:sldMk cId="1526143803" sldId="305"/>
            <ac:picMk id="5" creationId="{30B51CBF-A67D-52E0-542F-1D6E78E5E2F4}"/>
          </ac:picMkLst>
        </pc:picChg>
        <pc:picChg chg="del">
          <ac:chgData name="Kandarp Pathak" userId="4a92b423ed8c55cf" providerId="LiveId" clId="{8CD35AB5-3580-4BDC-947D-96F75907F7B2}" dt="2025-12-07T21:50:47.157" v="6116" actId="478"/>
          <ac:picMkLst>
            <pc:docMk/>
            <pc:sldMk cId="1526143803" sldId="305"/>
            <ac:picMk id="8" creationId="{0150EBA6-E8F3-F1A2-5EE7-D8C072754A9C}"/>
          </ac:picMkLst>
        </pc:picChg>
        <pc:picChg chg="add mod">
          <ac:chgData name="Kandarp Pathak" userId="4a92b423ed8c55cf" providerId="LiveId" clId="{8CD35AB5-3580-4BDC-947D-96F75907F7B2}" dt="2025-12-07T22:22:44.939" v="6361" actId="1076"/>
          <ac:picMkLst>
            <pc:docMk/>
            <pc:sldMk cId="1526143803" sldId="305"/>
            <ac:picMk id="9" creationId="{0D0B7806-8568-A071-892C-4C9451C62D68}"/>
          </ac:picMkLst>
        </pc:picChg>
        <pc:picChg chg="del">
          <ac:chgData name="Kandarp Pathak" userId="4a92b423ed8c55cf" providerId="LiveId" clId="{8CD35AB5-3580-4BDC-947D-96F75907F7B2}" dt="2025-12-07T21:50:49.101" v="6117" actId="478"/>
          <ac:picMkLst>
            <pc:docMk/>
            <pc:sldMk cId="1526143803" sldId="305"/>
            <ac:picMk id="10" creationId="{9B01E1B7-9702-C2C8-CB42-FBA54D7048BE}"/>
          </ac:picMkLst>
        </pc:picChg>
      </pc:sldChg>
      <pc:sldChg chg="addSp delSp modSp add mod">
        <pc:chgData name="Kandarp Pathak" userId="4a92b423ed8c55cf" providerId="LiveId" clId="{8CD35AB5-3580-4BDC-947D-96F75907F7B2}" dt="2025-12-07T22:20:10.830" v="6356" actId="255"/>
        <pc:sldMkLst>
          <pc:docMk/>
          <pc:sldMk cId="2425384859" sldId="306"/>
        </pc:sldMkLst>
        <pc:spChg chg="add del mod">
          <ac:chgData name="Kandarp Pathak" userId="4a92b423ed8c55cf" providerId="LiveId" clId="{8CD35AB5-3580-4BDC-947D-96F75907F7B2}" dt="2025-12-07T22:17:04.116" v="6253"/>
          <ac:spMkLst>
            <pc:docMk/>
            <pc:sldMk cId="2425384859" sldId="306"/>
            <ac:spMk id="3" creationId="{0E1F8354-C476-53F3-343B-C372C8C31480}"/>
          </ac:spMkLst>
        </pc:spChg>
        <pc:spChg chg="add">
          <ac:chgData name="Kandarp Pathak" userId="4a92b423ed8c55cf" providerId="LiveId" clId="{8CD35AB5-3580-4BDC-947D-96F75907F7B2}" dt="2025-12-07T22:16:58.965" v="6251"/>
          <ac:spMkLst>
            <pc:docMk/>
            <pc:sldMk cId="2425384859" sldId="306"/>
            <ac:spMk id="4" creationId="{C93AE7CC-457D-1D56-8734-DDD83858F8DB}"/>
          </ac:spMkLst>
        </pc:spChg>
        <pc:spChg chg="add">
          <ac:chgData name="Kandarp Pathak" userId="4a92b423ed8c55cf" providerId="LiveId" clId="{8CD35AB5-3580-4BDC-947D-96F75907F7B2}" dt="2025-12-07T22:16:58.965" v="6251"/>
          <ac:spMkLst>
            <pc:docMk/>
            <pc:sldMk cId="2425384859" sldId="306"/>
            <ac:spMk id="7" creationId="{D11972BF-A019-C72B-F29B-24F4BCA79DA9}"/>
          </ac:spMkLst>
        </pc:spChg>
        <pc:spChg chg="mod">
          <ac:chgData name="Kandarp Pathak" userId="4a92b423ed8c55cf" providerId="LiveId" clId="{8CD35AB5-3580-4BDC-947D-96F75907F7B2}" dt="2025-12-07T22:17:51.276" v="6335" actId="20577"/>
          <ac:spMkLst>
            <pc:docMk/>
            <pc:sldMk cId="2425384859" sldId="306"/>
            <ac:spMk id="8" creationId="{CC27597A-5C4C-9CF1-44FF-A3C318FA9DE5}"/>
          </ac:spMkLst>
        </pc:spChg>
        <pc:spChg chg="del mod">
          <ac:chgData name="Kandarp Pathak" userId="4a92b423ed8c55cf" providerId="LiveId" clId="{8CD35AB5-3580-4BDC-947D-96F75907F7B2}" dt="2025-12-07T22:15:00.350" v="6249" actId="478"/>
          <ac:spMkLst>
            <pc:docMk/>
            <pc:sldMk cId="2425384859" sldId="306"/>
            <ac:spMk id="9" creationId="{6BB86D4F-98D5-8C06-0F99-424F0D699BD4}"/>
          </ac:spMkLst>
        </pc:spChg>
        <pc:spChg chg="add">
          <ac:chgData name="Kandarp Pathak" userId="4a92b423ed8c55cf" providerId="LiveId" clId="{8CD35AB5-3580-4BDC-947D-96F75907F7B2}" dt="2025-12-07T22:16:58.965" v="6251"/>
          <ac:spMkLst>
            <pc:docMk/>
            <pc:sldMk cId="2425384859" sldId="306"/>
            <ac:spMk id="13" creationId="{93C1F47F-001A-6EBD-95A3-C426A4B51734}"/>
          </ac:spMkLst>
        </pc:spChg>
        <pc:spChg chg="add">
          <ac:chgData name="Kandarp Pathak" userId="4a92b423ed8c55cf" providerId="LiveId" clId="{8CD35AB5-3580-4BDC-947D-96F75907F7B2}" dt="2025-12-07T22:16:58.965" v="6251"/>
          <ac:spMkLst>
            <pc:docMk/>
            <pc:sldMk cId="2425384859" sldId="306"/>
            <ac:spMk id="15" creationId="{788DE6F8-11D6-760D-511A-8493012C98F3}"/>
          </ac:spMkLst>
        </pc:spChg>
        <pc:spChg chg="add">
          <ac:chgData name="Kandarp Pathak" userId="4a92b423ed8c55cf" providerId="LiveId" clId="{8CD35AB5-3580-4BDC-947D-96F75907F7B2}" dt="2025-12-07T22:16:58.965" v="6251"/>
          <ac:spMkLst>
            <pc:docMk/>
            <pc:sldMk cId="2425384859" sldId="306"/>
            <ac:spMk id="17" creationId="{5105CC0C-EF6E-BC37-17BE-13CE2F92EAAE}"/>
          </ac:spMkLst>
        </pc:spChg>
        <pc:spChg chg="add mod">
          <ac:chgData name="Kandarp Pathak" userId="4a92b423ed8c55cf" providerId="LiveId" clId="{8CD35AB5-3580-4BDC-947D-96F75907F7B2}" dt="2025-12-07T22:20:10.830" v="6356" actId="255"/>
          <ac:spMkLst>
            <pc:docMk/>
            <pc:sldMk cId="2425384859" sldId="306"/>
            <ac:spMk id="18" creationId="{3A484B21-DB52-8FC2-785D-BB6C6F963DBE}"/>
          </ac:spMkLst>
        </pc:spChg>
        <pc:spChg chg="add">
          <ac:chgData name="Kandarp Pathak" userId="4a92b423ed8c55cf" providerId="LiveId" clId="{8CD35AB5-3580-4BDC-947D-96F75907F7B2}" dt="2025-12-07T22:17:14.820" v="6256"/>
          <ac:spMkLst>
            <pc:docMk/>
            <pc:sldMk cId="2425384859" sldId="306"/>
            <ac:spMk id="19" creationId="{C7DE8E1F-88CF-19AC-E831-7FE643F516C2}"/>
          </ac:spMkLst>
        </pc:spChg>
        <pc:spChg chg="add">
          <ac:chgData name="Kandarp Pathak" userId="4a92b423ed8c55cf" providerId="LiveId" clId="{8CD35AB5-3580-4BDC-947D-96F75907F7B2}" dt="2025-12-07T22:17:14.820" v="6256"/>
          <ac:spMkLst>
            <pc:docMk/>
            <pc:sldMk cId="2425384859" sldId="306"/>
            <ac:spMk id="20" creationId="{08F9C18B-1DD0-54B4-F314-E0795899183C}"/>
          </ac:spMkLst>
        </pc:spChg>
        <pc:spChg chg="add">
          <ac:chgData name="Kandarp Pathak" userId="4a92b423ed8c55cf" providerId="LiveId" clId="{8CD35AB5-3580-4BDC-947D-96F75907F7B2}" dt="2025-12-07T22:17:14.820" v="6256"/>
          <ac:spMkLst>
            <pc:docMk/>
            <pc:sldMk cId="2425384859" sldId="306"/>
            <ac:spMk id="21" creationId="{A42B6AF1-1831-7BD3-3064-1B17DFEAD5D5}"/>
          </ac:spMkLst>
        </pc:spChg>
        <pc:spChg chg="add">
          <ac:chgData name="Kandarp Pathak" userId="4a92b423ed8c55cf" providerId="LiveId" clId="{8CD35AB5-3580-4BDC-947D-96F75907F7B2}" dt="2025-12-07T22:17:14.820" v="6256"/>
          <ac:spMkLst>
            <pc:docMk/>
            <pc:sldMk cId="2425384859" sldId="306"/>
            <ac:spMk id="22" creationId="{307DD8D0-4AFC-CD9B-2A22-891CD729BCB8}"/>
          </ac:spMkLst>
        </pc:spChg>
        <pc:spChg chg="add">
          <ac:chgData name="Kandarp Pathak" userId="4a92b423ed8c55cf" providerId="LiveId" clId="{8CD35AB5-3580-4BDC-947D-96F75907F7B2}" dt="2025-12-07T22:17:14.820" v="6256"/>
          <ac:spMkLst>
            <pc:docMk/>
            <pc:sldMk cId="2425384859" sldId="306"/>
            <ac:spMk id="23" creationId="{50707C4E-A0A8-BD26-F451-03FAE56322A1}"/>
          </ac:spMkLst>
        </pc:spChg>
        <pc:picChg chg="del">
          <ac:chgData name="Kandarp Pathak" userId="4a92b423ed8c55cf" providerId="LiveId" clId="{8CD35AB5-3580-4BDC-947D-96F75907F7B2}" dt="2025-12-07T22:14:56.928" v="6247" actId="478"/>
          <ac:picMkLst>
            <pc:docMk/>
            <pc:sldMk cId="2425384859" sldId="306"/>
            <ac:picMk id="5" creationId="{05A0E638-A81B-3702-9FA0-78C6F1CCCB87}"/>
          </ac:picMkLst>
        </pc:picChg>
        <pc:picChg chg="del">
          <ac:chgData name="Kandarp Pathak" userId="4a92b423ed8c55cf" providerId="LiveId" clId="{8CD35AB5-3580-4BDC-947D-96F75907F7B2}" dt="2025-12-07T22:14:55.931" v="6246" actId="478"/>
          <ac:picMkLst>
            <pc:docMk/>
            <pc:sldMk cId="2425384859" sldId="306"/>
            <ac:picMk id="10" creationId="{5A6A81DC-5B7A-888D-279D-9BABBFE3966D}"/>
          </ac:picMkLst>
        </pc:picChg>
        <pc:picChg chg="del">
          <ac:chgData name="Kandarp Pathak" userId="4a92b423ed8c55cf" providerId="LiveId" clId="{8CD35AB5-3580-4BDC-947D-96F75907F7B2}" dt="2025-12-07T22:14:53.018" v="6245" actId="478"/>
          <ac:picMkLst>
            <pc:docMk/>
            <pc:sldMk cId="2425384859" sldId="306"/>
            <ac:picMk id="14" creationId="{05472B2E-AD3D-4FAB-594C-9A7CDD9424B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08/12/2025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726" y="2206093"/>
            <a:ext cx="11694695" cy="912598"/>
          </a:xfrm>
        </p:spPr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Rotor Blade Aerodynamics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Week number: 11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: 09.12.2025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Supervisor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it-IT" sz="2000" dirty="0"/>
              <a:t>Prof. Dr. rer.nat. Alois Schaffarczyk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64180" y="4665554"/>
            <a:ext cx="7751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/>
              <a:t>Team Members</a:t>
            </a:r>
            <a:r>
              <a:rPr lang="de-DE" sz="1600" dirty="0"/>
              <a:t>: </a:t>
            </a:r>
            <a:r>
              <a:rPr lang="en-GB" sz="1600" b="1" dirty="0"/>
              <a:t>Jay Pandya</a:t>
            </a:r>
            <a:r>
              <a:rPr lang="de-DE" sz="1600" dirty="0"/>
              <a:t>,</a:t>
            </a:r>
            <a:r>
              <a:rPr lang="en-GB" sz="1600" dirty="0"/>
              <a:t> Harsh Panchal, Kandarp Pathak, Daniyal Sikander </a:t>
            </a:r>
            <a:endParaRPr lang="de-DE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55185CE4-A5C3-45EC-B552-A42597EFE5E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4" name="Datumsplatzhalter 4">
            <a:extLst>
              <a:ext uri="{FF2B5EF4-FFF2-40B4-BE49-F238E27FC236}">
                <a16:creationId xmlns:a16="http://schemas.microsoft.com/office/drawing/2014/main" id="{417D587D-76A0-4058-87DA-7E769D5E55A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/>
              <a:t>List </a:t>
            </a:r>
            <a:r>
              <a:rPr lang="de-DE" sz="2400" b="1" dirty="0" err="1"/>
              <a:t>of</a:t>
            </a:r>
            <a:r>
              <a:rPr lang="de-DE" sz="2400" b="1" dirty="0"/>
              <a:t> </a:t>
            </a:r>
            <a:r>
              <a:rPr lang="de-DE" sz="2400" b="1" dirty="0" err="1"/>
              <a:t>contents</a:t>
            </a:r>
            <a:endParaRPr lang="de-DE" sz="2400" b="1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25698" y="785092"/>
            <a:ext cx="8959602" cy="20931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400000"/>
              </a:lnSpc>
              <a:buFont typeface="Arial" panose="020B0604020202020204" pitchFamily="34" charset="0"/>
              <a:buChar char="•"/>
            </a:pPr>
            <a:r>
              <a:rPr lang="en-US" dirty="0"/>
              <a:t>Blade Geometry</a:t>
            </a:r>
          </a:p>
          <a:p>
            <a:pPr marL="285750" indent="-285750">
              <a:lnSpc>
                <a:spcPct val="40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 Co-efficient Vs Tip speed ratio Graph</a:t>
            </a:r>
          </a:p>
          <a:p>
            <a:pPr marL="285750" indent="-285750">
              <a:lnSpc>
                <a:spcPct val="400000"/>
              </a:lnSpc>
              <a:buFont typeface="Arial" panose="020B0604020202020204" pitchFamily="34" charset="0"/>
              <a:buChar char="•"/>
            </a:pPr>
            <a:r>
              <a:rPr lang="en-US" dirty="0"/>
              <a:t>Power Vs Wind speed Graph</a:t>
            </a:r>
          </a:p>
          <a:p>
            <a:pPr marL="285750" indent="-285750">
              <a:lnSpc>
                <a:spcPct val="400000"/>
              </a:lnSpc>
              <a:buFont typeface="Arial" panose="020B0604020202020204" pitchFamily="34" charset="0"/>
              <a:buChar char="•"/>
            </a:pPr>
            <a:r>
              <a:rPr lang="en-US" dirty="0"/>
              <a:t>Radial Position vs Chord vs Twist Angle</a:t>
            </a:r>
          </a:p>
          <a:p>
            <a:pPr marL="285750" indent="-285750">
              <a:lnSpc>
                <a:spcPct val="400000"/>
              </a:lnSpc>
              <a:buFont typeface="Arial" panose="020B0604020202020204" pitchFamily="34" charset="0"/>
              <a:buChar char="•"/>
            </a:pPr>
            <a:r>
              <a:rPr lang="en-US" dirty="0"/>
              <a:t>Solid works Design </a:t>
            </a:r>
          </a:p>
          <a:p>
            <a:pPr marL="285750" indent="-285750">
              <a:lnSpc>
                <a:spcPct val="4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400000"/>
              </a:lnSpc>
            </a:pPr>
            <a:endParaRPr lang="en-US" dirty="0"/>
          </a:p>
          <a:p>
            <a:pPr>
              <a:lnSpc>
                <a:spcPct val="400000"/>
              </a:lnSpc>
            </a:pPr>
            <a:endParaRPr lang="en-US" dirty="0"/>
          </a:p>
          <a:p>
            <a:pPr>
              <a:lnSpc>
                <a:spcPct val="400000"/>
              </a:lnSpc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>
              <a:lnSpc>
                <a:spcPct val="400000"/>
              </a:lnSpc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83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 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9982188D-DB72-4CAF-98D5-DE22407E3D28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3704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1A85B8DA-23F3-4768-8FBE-B758843AF63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FA2C05-348A-9313-F717-360C5F4032C6}"/>
              </a:ext>
            </a:extLst>
          </p:cNvPr>
          <p:cNvSpPr txBox="1"/>
          <p:nvPr/>
        </p:nvSpPr>
        <p:spPr>
          <a:xfrm>
            <a:off x="1033398" y="803790"/>
            <a:ext cx="6042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Blade Geometry</a:t>
            </a:r>
          </a:p>
          <a:p>
            <a:endParaRPr lang="de-DE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E3AAF-2F90-ECF2-57B6-A8E9CED38904}"/>
              </a:ext>
            </a:extLst>
          </p:cNvPr>
          <p:cNvSpPr txBox="1"/>
          <p:nvPr/>
        </p:nvSpPr>
        <p:spPr>
          <a:xfrm>
            <a:off x="235658" y="1634787"/>
            <a:ext cx="45007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200" b="1" u="sng" dirty="0"/>
              <a:t>Geometry Distribution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/>
              <a:t>Chord</a:t>
            </a:r>
            <a:r>
              <a:rPr lang="en-US" sz="1200" dirty="0"/>
              <a:t> starts large at the root (</a:t>
            </a:r>
            <a:r>
              <a:rPr lang="en-US" sz="1200" b="1" dirty="0"/>
              <a:t>3.47–4.20 m</a:t>
            </a:r>
            <a:r>
              <a:rPr lang="en-US" sz="1200" dirty="0"/>
              <a:t>) and decreases steadily to </a:t>
            </a:r>
            <a:r>
              <a:rPr lang="en-US" sz="1200" b="1" dirty="0"/>
              <a:t>0.50 m</a:t>
            </a:r>
            <a:r>
              <a:rPr lang="en-US" sz="1200" dirty="0"/>
              <a:t> at the tip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/>
              <a:t>Twist angle</a:t>
            </a:r>
            <a:r>
              <a:rPr lang="en-US" sz="1200" dirty="0"/>
              <a:t> decreases from </a:t>
            </a:r>
            <a:r>
              <a:rPr lang="en-US" sz="1200" b="1" dirty="0"/>
              <a:t>18° at the root</a:t>
            </a:r>
            <a:r>
              <a:rPr lang="en-US" sz="1200" dirty="0"/>
              <a:t> to </a:t>
            </a:r>
            <a:r>
              <a:rPr lang="en-US" sz="1200" b="1" dirty="0"/>
              <a:t>0.1° at the tip</a:t>
            </a:r>
            <a:endParaRPr lang="en-US" sz="12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/>
              <a:t>Smooth geometric taper and twist profile consistent with typical HAWT aerodynamics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5C6E0-030E-9594-F2CF-F7B2B39B8D29}"/>
              </a:ext>
            </a:extLst>
          </p:cNvPr>
          <p:cNvSpPr txBox="1"/>
          <p:nvPr/>
        </p:nvSpPr>
        <p:spPr>
          <a:xfrm>
            <a:off x="163674" y="3053463"/>
            <a:ext cx="45007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1200" b="1" u="sng" dirty="0" err="1"/>
              <a:t>Airfoil</a:t>
            </a:r>
            <a:r>
              <a:rPr lang="en-IN" sz="1200" b="1" u="sng" dirty="0"/>
              <a:t> Strategy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Circular profile</a:t>
            </a:r>
            <a:r>
              <a:rPr lang="en-IN" sz="1200" dirty="0"/>
              <a:t> at the root (0–2.1 m) for structural robustness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D60B_V5</a:t>
            </a:r>
            <a:r>
              <a:rPr lang="en-IN" sz="1200" dirty="0"/>
              <a:t> </a:t>
            </a:r>
            <a:r>
              <a:rPr lang="en-IN" sz="1200" dirty="0" err="1"/>
              <a:t>airfoils</a:t>
            </a:r>
            <a:r>
              <a:rPr lang="en-IN" sz="1200" dirty="0"/>
              <a:t> from ~4–8 m (high-lift root/mid region)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DU40B / DU35 / DU30 / DU25 / DU21 series</a:t>
            </a:r>
            <a:r>
              <a:rPr lang="en-IN" sz="1200" dirty="0"/>
              <a:t> used throughout the mid-span for optimized lift-to-drag across Reynolds regimes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/>
              <a:t>NACA 63(3)-618</a:t>
            </a:r>
            <a:r>
              <a:rPr lang="en-IN" sz="1200" dirty="0"/>
              <a:t> at the blade tip for low drag and efficiency in clean flow</a:t>
            </a: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BE06369F-118D-D385-462E-A104D8EAC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407" y="1514763"/>
            <a:ext cx="6615084" cy="469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C832-ADB8-E51C-E77B-96CD6F95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386C7-34F1-D612-CB80-5FC65EDA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0827C7B-9F6F-4747-7FFE-1A8798C1031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3704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07D8B4C3-A3CF-07C6-474A-F85FBC145567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9D7CF4C9-95FE-ADCC-05A6-834DEC20A94B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37827-D93D-1003-7A37-A39B11FB4F6D}"/>
              </a:ext>
            </a:extLst>
          </p:cNvPr>
          <p:cNvSpPr txBox="1"/>
          <p:nvPr/>
        </p:nvSpPr>
        <p:spPr>
          <a:xfrm>
            <a:off x="4702629" y="5967446"/>
            <a:ext cx="2613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Source – Self Generated in Q-Blade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7DE498-5524-601B-CAF2-CC7AAAABB69E}"/>
              </a:ext>
            </a:extLst>
          </p:cNvPr>
          <p:cNvSpPr txBox="1"/>
          <p:nvPr/>
        </p:nvSpPr>
        <p:spPr>
          <a:xfrm>
            <a:off x="743198" y="752053"/>
            <a:ext cx="6042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Blade view</a:t>
            </a:r>
          </a:p>
          <a:p>
            <a:endParaRPr lang="de-DE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214CC4-BE12-6426-8E90-F2A660B53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13" y="1935355"/>
            <a:ext cx="6947874" cy="3841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B2ABE3-D8A6-17B7-8C04-2F5B63952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483" y="1365767"/>
            <a:ext cx="2914182" cy="486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107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ACAE1-A3DA-B26F-C67B-60397F2AE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17C7FD-D2E9-8713-F130-6CAC94C92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C4BFDBC1-6B09-F016-BA97-974691A94024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3704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E1F11D5-10E2-6B59-3FBA-29393E360C2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E65B8C25-8E7E-C8A7-9AC6-9B117A74E0D5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4047D-787C-CA97-FA2A-44893B2D60F1}"/>
              </a:ext>
            </a:extLst>
          </p:cNvPr>
          <p:cNvSpPr txBox="1"/>
          <p:nvPr/>
        </p:nvSpPr>
        <p:spPr>
          <a:xfrm>
            <a:off x="4702629" y="5967446"/>
            <a:ext cx="2613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Source – Self Generated in Q-Blade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7269E5-F335-3687-8A73-C29C131320B2}"/>
              </a:ext>
            </a:extLst>
          </p:cNvPr>
          <p:cNvSpPr txBox="1"/>
          <p:nvPr/>
        </p:nvSpPr>
        <p:spPr>
          <a:xfrm>
            <a:off x="743198" y="752053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Blade and Rotor view</a:t>
            </a:r>
            <a:endParaRPr lang="de-DE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B51CBF-A67D-52E0-542F-1D6E78E5E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243" y="1557908"/>
            <a:ext cx="4222488" cy="40712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0B7806-8568-A071-892C-4C9451C62D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98" y="2080276"/>
            <a:ext cx="5820915" cy="266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43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DF3F-BDDA-DA76-4A6F-CE8572BA6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CAE4E5-9171-994A-2764-15DA4FC4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7009BC6-9FB4-4475-E975-1D09260757F8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220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2C2EE7FC-FA2B-329E-7606-1DE35E2AB4A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D0149319-9B3A-E7D3-2DF7-107D97204BF3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498A4F-33D9-D9D9-56A2-065D6CCBB619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F2121-66B0-4082-A2E9-A1C5B3DAE4D2}"/>
              </a:ext>
            </a:extLst>
          </p:cNvPr>
          <p:cNvSpPr txBox="1"/>
          <p:nvPr/>
        </p:nvSpPr>
        <p:spPr>
          <a:xfrm>
            <a:off x="857247" y="787400"/>
            <a:ext cx="65767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Power Co-efficient Vs Tip speed ratio Graph</a:t>
            </a:r>
          </a:p>
          <a:p>
            <a:endParaRPr lang="en-US" sz="2400" b="1" dirty="0">
              <a:latin typeface="Calibary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ACD087-9743-8A09-96B5-CA7F2EBEE137}"/>
              </a:ext>
            </a:extLst>
          </p:cNvPr>
          <p:cNvSpPr txBox="1"/>
          <p:nvPr/>
        </p:nvSpPr>
        <p:spPr>
          <a:xfrm>
            <a:off x="1108815" y="1648268"/>
            <a:ext cx="41950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500" b="1" dirty="0"/>
              <a:t>1) Cp</a:t>
            </a:r>
            <a:r>
              <a:rPr lang="en-IN" sz="1500" b="0" dirty="0"/>
              <a:t> </a:t>
            </a:r>
            <a:r>
              <a:rPr lang="en-IN" sz="1500" dirty="0"/>
              <a:t>= 0.476 at </a:t>
            </a:r>
            <a:r>
              <a:rPr lang="en-IN" sz="1500" b="1" dirty="0"/>
              <a:t>TSR </a:t>
            </a:r>
            <a:r>
              <a:rPr lang="en-IN" sz="1500" dirty="0"/>
              <a:t>= 8.5, </a:t>
            </a:r>
            <a:r>
              <a:rPr lang="en-IN" sz="1500" b="1" dirty="0"/>
              <a:t>Pitch degree </a:t>
            </a:r>
            <a:r>
              <a:rPr lang="en-IN" sz="1500" dirty="0"/>
              <a:t>= 0</a:t>
            </a:r>
          </a:p>
          <a:p>
            <a:pPr algn="l"/>
            <a:endParaRPr lang="en-IN" sz="1500" dirty="0"/>
          </a:p>
          <a:p>
            <a:pPr algn="l"/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9D49DC-4A90-2A51-B484-2801541870C9}"/>
              </a:ext>
            </a:extLst>
          </p:cNvPr>
          <p:cNvSpPr txBox="1"/>
          <p:nvPr/>
        </p:nvSpPr>
        <p:spPr>
          <a:xfrm>
            <a:off x="4684816" y="6097979"/>
            <a:ext cx="2613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Source – Self Generated in Q-Blade</a:t>
            </a:r>
            <a:endParaRPr lang="en-IN" sz="12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red line on a white background">
            <a:extLst>
              <a:ext uri="{FF2B5EF4-FFF2-40B4-BE49-F238E27FC236}">
                <a16:creationId xmlns:a16="http://schemas.microsoft.com/office/drawing/2014/main" id="{C98A1C11-93E0-271D-9520-DF4E34E27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10" y="2594729"/>
            <a:ext cx="5347855" cy="3365710"/>
          </a:xfrm>
          <a:prstGeom prst="rect">
            <a:avLst/>
          </a:prstGeom>
        </p:spPr>
      </p:pic>
      <p:pic>
        <p:nvPicPr>
          <p:cNvPr id="9" name="Picture 8" descr="A red line graph">
            <a:extLst>
              <a:ext uri="{FF2B5EF4-FFF2-40B4-BE49-F238E27FC236}">
                <a16:creationId xmlns:a16="http://schemas.microsoft.com/office/drawing/2014/main" id="{F1FD1DE9-9B5B-0931-EAE9-EB03DA99F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102" y="2484582"/>
            <a:ext cx="5986898" cy="347585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3A9D54-0ADA-5A3B-61E2-827A7F67D593}"/>
              </a:ext>
            </a:extLst>
          </p:cNvPr>
          <p:cNvSpPr txBox="1"/>
          <p:nvPr/>
        </p:nvSpPr>
        <p:spPr>
          <a:xfrm>
            <a:off x="6546848" y="1680129"/>
            <a:ext cx="613756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500" b="1" dirty="0"/>
              <a:t>2) Cp </a:t>
            </a:r>
            <a:r>
              <a:rPr lang="en-IN" sz="1500" dirty="0"/>
              <a:t> = 0.487 at </a:t>
            </a:r>
            <a:r>
              <a:rPr lang="en-IN" sz="1500" b="1" dirty="0"/>
              <a:t>TSR </a:t>
            </a:r>
            <a:r>
              <a:rPr lang="en-IN" sz="1500" dirty="0"/>
              <a:t>= 8.5, </a:t>
            </a:r>
            <a:r>
              <a:rPr lang="en-IN" sz="1500" b="1" dirty="0"/>
              <a:t>Pitch Degree </a:t>
            </a:r>
            <a:r>
              <a:rPr lang="en-IN" sz="1500" dirty="0"/>
              <a:t>= -1.5</a:t>
            </a:r>
            <a:endParaRPr lang="en-IN" sz="1500" b="0" dirty="0"/>
          </a:p>
        </p:txBody>
      </p:sp>
    </p:spTree>
    <p:extLst>
      <p:ext uri="{BB962C8B-B14F-4D97-AF65-F5344CB8AC3E}">
        <p14:creationId xmlns:p14="http://schemas.microsoft.com/office/powerpoint/2010/main" val="84104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ED304-8F22-503A-A1EA-C4AFF233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B3D538-84EF-386B-56AE-7B81343D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C4251492-7431-20EB-DCFC-39D21B666D6B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23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7F501998-E1F5-ECD6-0B78-CAEF42E01E8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12457EFC-A06B-CA9D-FB0A-7C79C55BFD26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34BD8-B8DF-EA00-2FAB-ABF5C88FED38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9AF67-D8DB-61F8-A2EF-8435C6C3274B}"/>
              </a:ext>
            </a:extLst>
          </p:cNvPr>
          <p:cNvSpPr txBox="1"/>
          <p:nvPr/>
        </p:nvSpPr>
        <p:spPr>
          <a:xfrm>
            <a:off x="857248" y="787400"/>
            <a:ext cx="6042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Power Vs Wind speed Graph</a:t>
            </a:r>
          </a:p>
          <a:p>
            <a:endParaRPr lang="en-US" sz="2400" b="1" dirty="0">
              <a:latin typeface="Calibary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141EE-9693-DFA0-D5DB-EF9D02DBDF5C}"/>
              </a:ext>
            </a:extLst>
          </p:cNvPr>
          <p:cNvSpPr txBox="1"/>
          <p:nvPr/>
        </p:nvSpPr>
        <p:spPr>
          <a:xfrm>
            <a:off x="6622809" y="6186155"/>
            <a:ext cx="2613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Source – Self Generated in Q-Blade</a:t>
            </a:r>
            <a:endParaRPr lang="en-IN" sz="12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7277A-822D-BE9B-8D66-9B2D33C86B14}"/>
              </a:ext>
            </a:extLst>
          </p:cNvPr>
          <p:cNvSpPr txBox="1"/>
          <p:nvPr/>
        </p:nvSpPr>
        <p:spPr>
          <a:xfrm>
            <a:off x="1103829" y="2291938"/>
            <a:ext cx="1702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200" dirty="0">
                <a:solidFill>
                  <a:schemeClr val="bg1"/>
                </a:solidFill>
              </a:rPr>
              <a:t>Add some text</a:t>
            </a:r>
            <a:endParaRPr lang="en-IN" sz="1200" dirty="0"/>
          </a:p>
        </p:txBody>
      </p:sp>
      <p:pic>
        <p:nvPicPr>
          <p:cNvPr id="4" name="Picture 3" descr="A graph showing a line of colored lines">
            <a:extLst>
              <a:ext uri="{FF2B5EF4-FFF2-40B4-BE49-F238E27FC236}">
                <a16:creationId xmlns:a16="http://schemas.microsoft.com/office/drawing/2014/main" id="{C7D52DE2-45C6-7F32-B2B7-842B12C2F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74" y="1249064"/>
            <a:ext cx="8308953" cy="48174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F24951-FFEC-22D0-C049-F4A3B901C0A6}"/>
                  </a:ext>
                </a:extLst>
              </p:cNvPr>
              <p:cNvSpPr txBox="1"/>
              <p:nvPr/>
            </p:nvSpPr>
            <p:spPr>
              <a:xfrm>
                <a:off x="350755" y="1249064"/>
                <a:ext cx="2789610" cy="47339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l">
                  <a:buFont typeface="Wingdings" panose="05000000000000000000" pitchFamily="2" charset="2"/>
                  <a:buChar char="§"/>
                </a:pPr>
                <a:r>
                  <a:rPr lang="en-IN" sz="1200" b="1" dirty="0"/>
                  <a:t>Wind Speed </a:t>
                </a:r>
                <a:r>
                  <a:rPr lang="en-IN" sz="1200" dirty="0"/>
                  <a:t>= 10.0 m/s</a:t>
                </a:r>
              </a:p>
              <a:p>
                <a:pPr algn="l"/>
                <a:r>
                  <a:rPr lang="en-IN" sz="1200" b="1" dirty="0"/>
                  <a:t>             Rotational Speed </a:t>
                </a:r>
                <a:r>
                  <a:rPr lang="en-IN" sz="1200" dirty="0"/>
                  <a:t>=</a:t>
                </a:r>
                <a:r>
                  <a:rPr lang="en-IN" sz="1200" b="1" dirty="0"/>
                  <a:t> </a:t>
                </a:r>
                <a:r>
                  <a:rPr lang="en-IN" sz="1200" dirty="0"/>
                  <a:t>10.5</a:t>
                </a:r>
                <a:r>
                  <a:rPr lang="en-IN" sz="1200" b="1" dirty="0"/>
                  <a:t> </a:t>
                </a:r>
                <a:r>
                  <a:rPr lang="en-IN" sz="1200" dirty="0"/>
                  <a:t>1/min.</a:t>
                </a:r>
              </a:p>
              <a:p>
                <a:pPr algn="l"/>
                <a:r>
                  <a:rPr lang="en-IN" sz="1200" b="1" dirty="0"/>
                  <a:t>             Pitch angle = </a:t>
                </a:r>
                <a:r>
                  <a:rPr lang="en-IN" sz="1200" dirty="0"/>
                  <a:t>-5</a:t>
                </a:r>
                <a:endParaRPr lang="en-IN" sz="1200" b="1" dirty="0"/>
              </a:p>
              <a:p>
                <a:pPr algn="l"/>
                <a:r>
                  <a:rPr lang="en-IN" sz="1200" b="1" dirty="0"/>
                  <a:t>             Power</a:t>
                </a:r>
                <a:r>
                  <a:rPr lang="en-IN" sz="1200" dirty="0"/>
                  <a:t> = 5.530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200" b="0" i="1" smtClean="0">
                        <a:latin typeface="Cambria Math" panose="02040503050406030204" pitchFamily="18" charset="0"/>
                      </a:rPr>
                      <m:t>𝑊𝑎𝑡𝑡</m:t>
                    </m:r>
                  </m:oMath>
                </a14:m>
                <a:endParaRPr lang="en-IN" sz="1200" b="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IN" sz="1200" b="1" dirty="0"/>
                  <a:t>Wind Speed </a:t>
                </a:r>
                <a:r>
                  <a:rPr lang="en-IN" sz="1200" dirty="0"/>
                  <a:t>= 10.0 m/s</a:t>
                </a:r>
              </a:p>
              <a:p>
                <a:r>
                  <a:rPr lang="en-IN" sz="1200" b="1" dirty="0"/>
                  <a:t>             Rotational Speed </a:t>
                </a:r>
                <a:r>
                  <a:rPr lang="en-IN" sz="1200" dirty="0"/>
                  <a:t>=</a:t>
                </a:r>
                <a:r>
                  <a:rPr lang="en-IN" sz="1200" b="1" dirty="0"/>
                  <a:t> </a:t>
                </a:r>
                <a:r>
                  <a:rPr lang="en-IN" sz="1200" dirty="0"/>
                  <a:t>10.5</a:t>
                </a:r>
                <a:r>
                  <a:rPr lang="en-IN" sz="1200" b="1" dirty="0"/>
                  <a:t> </a:t>
                </a:r>
                <a:r>
                  <a:rPr lang="en-IN" sz="1200" dirty="0"/>
                  <a:t>1/min.</a:t>
                </a:r>
              </a:p>
              <a:p>
                <a:r>
                  <a:rPr lang="en-IN" sz="1200" b="1" dirty="0"/>
                  <a:t>            Pitch angle = </a:t>
                </a:r>
                <a:r>
                  <a:rPr lang="en-IN" sz="1200" dirty="0"/>
                  <a:t>-3</a:t>
                </a:r>
              </a:p>
              <a:p>
                <a:r>
                  <a:rPr lang="en-IN" sz="1200" b="1" dirty="0"/>
                  <a:t>            Power</a:t>
                </a:r>
                <a:r>
                  <a:rPr lang="en-IN" sz="1200" dirty="0"/>
                  <a:t> = 5.846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𝑊𝑎𝑡𝑡</m:t>
                    </m:r>
                  </m:oMath>
                </a14:m>
                <a:endParaRPr lang="en-IN" sz="12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IN" sz="1200" b="1" dirty="0"/>
                  <a:t>Wind Speed </a:t>
                </a:r>
                <a:r>
                  <a:rPr lang="en-IN" sz="1200" dirty="0"/>
                  <a:t>= 10.0 m/s</a:t>
                </a:r>
              </a:p>
              <a:p>
                <a:r>
                  <a:rPr lang="en-IN" sz="1200" b="1" dirty="0"/>
                  <a:t>          Rotational Speed </a:t>
                </a:r>
                <a:r>
                  <a:rPr lang="en-IN" sz="1200" dirty="0"/>
                  <a:t>=</a:t>
                </a:r>
                <a:r>
                  <a:rPr lang="en-IN" sz="1200" b="1" dirty="0"/>
                  <a:t> </a:t>
                </a:r>
                <a:r>
                  <a:rPr lang="en-IN" sz="1200" dirty="0"/>
                  <a:t>10.5</a:t>
                </a:r>
                <a:r>
                  <a:rPr lang="en-IN" sz="1200" b="1" dirty="0"/>
                  <a:t> </a:t>
                </a:r>
                <a:r>
                  <a:rPr lang="en-IN" sz="1200" dirty="0"/>
                  <a:t>1/min.</a:t>
                </a:r>
              </a:p>
              <a:p>
                <a:r>
                  <a:rPr lang="en-IN" sz="1200" b="1" dirty="0"/>
                  <a:t>          Pitch angle = </a:t>
                </a:r>
                <a:r>
                  <a:rPr lang="en-IN" sz="1200" dirty="0"/>
                  <a:t>-1</a:t>
                </a:r>
                <a:endParaRPr lang="en-IN" sz="1200" b="1" dirty="0"/>
              </a:p>
              <a:p>
                <a:r>
                  <a:rPr lang="en-IN" sz="1200" b="1" dirty="0"/>
                  <a:t>         Power</a:t>
                </a:r>
                <a:r>
                  <a:rPr lang="en-IN" sz="1200" dirty="0"/>
                  <a:t> = 5.997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𝑊𝑎𝑡𝑡</m:t>
                    </m:r>
                  </m:oMath>
                </a14:m>
                <a:endParaRPr lang="en-IN" sz="12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IN" sz="1200" b="1" dirty="0"/>
                  <a:t>Wind Speed </a:t>
                </a:r>
                <a:r>
                  <a:rPr lang="en-IN" sz="1200" dirty="0"/>
                  <a:t>= 10.0 m/s</a:t>
                </a:r>
              </a:p>
              <a:p>
                <a:r>
                  <a:rPr lang="en-IN" sz="1200" b="1" dirty="0"/>
                  <a:t>           Rotational Speed </a:t>
                </a:r>
                <a:r>
                  <a:rPr lang="en-IN" sz="1200" dirty="0"/>
                  <a:t>=</a:t>
                </a:r>
                <a:r>
                  <a:rPr lang="en-IN" sz="1200" b="1" dirty="0"/>
                  <a:t> </a:t>
                </a:r>
                <a:r>
                  <a:rPr lang="en-IN" sz="1200" dirty="0"/>
                  <a:t>10.5</a:t>
                </a:r>
                <a:r>
                  <a:rPr lang="en-IN" sz="1200" b="1" dirty="0"/>
                  <a:t> </a:t>
                </a:r>
                <a:r>
                  <a:rPr lang="en-IN" sz="1200" dirty="0"/>
                  <a:t>1/min.</a:t>
                </a:r>
              </a:p>
              <a:p>
                <a:r>
                  <a:rPr lang="en-IN" sz="1200" b="1" dirty="0"/>
                  <a:t>           Pitch angle = </a:t>
                </a:r>
                <a:r>
                  <a:rPr lang="en-IN" sz="1200" dirty="0"/>
                  <a:t>1</a:t>
                </a:r>
                <a:endParaRPr lang="en-IN" sz="1200" b="1" dirty="0"/>
              </a:p>
              <a:p>
                <a:r>
                  <a:rPr lang="en-IN" sz="1200" b="1" dirty="0"/>
                  <a:t>          Power</a:t>
                </a:r>
                <a:r>
                  <a:rPr lang="en-IN" sz="1200" dirty="0"/>
                  <a:t> = 5.754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𝑊𝑎𝑡𝑡</m:t>
                    </m:r>
                  </m:oMath>
                </a14:m>
                <a:endParaRPr lang="en-IN" sz="12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IN" sz="1200" b="1" dirty="0"/>
                  <a:t>Wind Speed </a:t>
                </a:r>
                <a:r>
                  <a:rPr lang="en-IN" sz="1200" dirty="0"/>
                  <a:t>= 10.0 m/s</a:t>
                </a:r>
              </a:p>
              <a:p>
                <a:r>
                  <a:rPr lang="en-IN" sz="1200" b="1" dirty="0"/>
                  <a:t>           Rotational Speed </a:t>
                </a:r>
                <a:r>
                  <a:rPr lang="en-IN" sz="1200" dirty="0"/>
                  <a:t>=</a:t>
                </a:r>
                <a:r>
                  <a:rPr lang="en-IN" sz="1200" b="1" dirty="0"/>
                  <a:t> </a:t>
                </a:r>
                <a:r>
                  <a:rPr lang="en-IN" sz="1200" dirty="0"/>
                  <a:t>10.5</a:t>
                </a:r>
                <a:r>
                  <a:rPr lang="en-IN" sz="1200" b="1" dirty="0"/>
                  <a:t> </a:t>
                </a:r>
                <a:r>
                  <a:rPr lang="en-IN" sz="1200" dirty="0"/>
                  <a:t>1/min.</a:t>
                </a:r>
              </a:p>
              <a:p>
                <a:r>
                  <a:rPr lang="en-IN" sz="1200" b="1" dirty="0"/>
                  <a:t>           Pitch angle = </a:t>
                </a:r>
                <a:r>
                  <a:rPr lang="en-IN" sz="1200" dirty="0"/>
                  <a:t>3</a:t>
                </a:r>
                <a:endParaRPr lang="en-IN" sz="1200" b="1" dirty="0"/>
              </a:p>
              <a:p>
                <a:r>
                  <a:rPr lang="en-IN" sz="1200" b="1" dirty="0"/>
                  <a:t>           Power</a:t>
                </a:r>
                <a:r>
                  <a:rPr lang="en-IN" sz="1200" dirty="0"/>
                  <a:t> = 5.214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𝑊𝑎𝑡𝑡</m:t>
                    </m:r>
                  </m:oMath>
                </a14:m>
                <a:endParaRPr lang="en-IN" sz="12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en-IN" sz="1200" b="1" dirty="0"/>
                  <a:t>Wind Speed </a:t>
                </a:r>
                <a:r>
                  <a:rPr lang="en-IN" sz="1200" dirty="0"/>
                  <a:t>= 10.0 m/s</a:t>
                </a:r>
              </a:p>
              <a:p>
                <a:r>
                  <a:rPr lang="en-IN" sz="1200" b="1" dirty="0"/>
                  <a:t>         Rotational Speed </a:t>
                </a:r>
                <a:r>
                  <a:rPr lang="en-IN" sz="1200" dirty="0"/>
                  <a:t>=</a:t>
                </a:r>
                <a:r>
                  <a:rPr lang="en-IN" sz="1200" b="1" dirty="0"/>
                  <a:t> </a:t>
                </a:r>
                <a:r>
                  <a:rPr lang="en-IN" sz="1200" dirty="0"/>
                  <a:t>10.5</a:t>
                </a:r>
                <a:r>
                  <a:rPr lang="en-IN" sz="1200" b="1" dirty="0"/>
                  <a:t> </a:t>
                </a:r>
                <a:r>
                  <a:rPr lang="en-IN" sz="1200" dirty="0"/>
                  <a:t>1/min.</a:t>
                </a:r>
              </a:p>
              <a:p>
                <a:r>
                  <a:rPr lang="en-IN" sz="1200" b="1" dirty="0"/>
                  <a:t>        Pitch angle = </a:t>
                </a:r>
                <a:r>
                  <a:rPr lang="en-IN" sz="1200" dirty="0"/>
                  <a:t>5</a:t>
                </a:r>
                <a:endParaRPr lang="en-IN" sz="1200" b="1" dirty="0"/>
              </a:p>
              <a:p>
                <a:r>
                  <a:rPr lang="en-IN" sz="1200" b="1" dirty="0"/>
                  <a:t>        Power</a:t>
                </a:r>
                <a:r>
                  <a:rPr lang="en-IN" sz="1200" dirty="0"/>
                  <a:t> = 4.347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1200" i="1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1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200" i="1">
                        <a:latin typeface="Cambria Math" panose="02040503050406030204" pitchFamily="18" charset="0"/>
                      </a:rPr>
                      <m:t>𝑊𝑎𝑡𝑡</m:t>
                    </m:r>
                  </m:oMath>
                </a14:m>
                <a:endParaRPr lang="en-IN" sz="1200" dirty="0"/>
              </a:p>
              <a:p>
                <a:pPr algn="l"/>
                <a:endParaRPr lang="en-IN" sz="12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F24951-FFEC-22D0-C049-F4A3B901C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755" y="1249064"/>
                <a:ext cx="2789610" cy="4733988"/>
              </a:xfrm>
              <a:prstGeom prst="rect">
                <a:avLst/>
              </a:prstGeom>
              <a:blipFill>
                <a:blip r:embed="rId3"/>
                <a:stretch>
                  <a:fillRect t="-1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374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4C441-236D-7E53-292B-07E437FD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1EF5C2-96E4-431B-45D1-54A49785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C6B9128A-1B01-8414-1B7F-ED91D888E699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2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E792C630-757E-F03C-B5DB-291B0B5BAE3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3A5E53B7-6B11-B6EF-68CB-BEA94C804C40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2EB552-E312-F6C7-7ECE-D1E8F8B07653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D4B20-7C2E-751D-D61C-804BB6E204FB}"/>
              </a:ext>
            </a:extLst>
          </p:cNvPr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ary"/>
              </a:rPr>
              <a:t>Radial Position vs Chord vs Twist Angle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531D33-916D-FD6D-991A-BAED5033D25A}"/>
              </a:ext>
            </a:extLst>
          </p:cNvPr>
          <p:cNvSpPr txBox="1"/>
          <p:nvPr/>
        </p:nvSpPr>
        <p:spPr>
          <a:xfrm>
            <a:off x="4452757" y="6322293"/>
            <a:ext cx="2873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Figures – Self Generated in </a:t>
            </a:r>
            <a:r>
              <a:rPr lang="en-IN" sz="1200" b="1" dirty="0" err="1"/>
              <a:t>Solidworks</a:t>
            </a:r>
            <a:r>
              <a:rPr lang="en-IN" sz="1200" b="1" dirty="0"/>
              <a:t> </a:t>
            </a:r>
            <a:endParaRPr lang="en-IN" sz="12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graph showing a curve">
            <a:extLst>
              <a:ext uri="{FF2B5EF4-FFF2-40B4-BE49-F238E27FC236}">
                <a16:creationId xmlns:a16="http://schemas.microsoft.com/office/drawing/2014/main" id="{54B4CC9A-C392-B19E-8DBE-9F9EDBC32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12" y="1731907"/>
            <a:ext cx="4865025" cy="3893126"/>
          </a:xfrm>
          <a:prstGeom prst="rect">
            <a:avLst/>
          </a:prstGeom>
        </p:spPr>
      </p:pic>
      <p:pic>
        <p:nvPicPr>
          <p:cNvPr id="17" name="Picture 16" descr="A graph showing the difference between a straight line and a straight line">
            <a:extLst>
              <a:ext uri="{FF2B5EF4-FFF2-40B4-BE49-F238E27FC236}">
                <a16:creationId xmlns:a16="http://schemas.microsoft.com/office/drawing/2014/main" id="{27C990D0-E613-7DDB-F701-998C70900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018" y="1731907"/>
            <a:ext cx="5602822" cy="389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20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FECA0-CDEC-6BF7-49A1-FFC85FC4E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207E00-F1D1-643B-C057-6358FFC5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716C6261-A345-79FB-2D46-96E27008421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2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59A70954-B5A4-0A56-DADF-DCBDE94E7FE5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FE938400-6733-1822-7A65-5F24C5171E61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A2D9F0-454C-D29B-003E-D7004E897332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7597A-5C4C-9CF1-44FF-A3C318FA9DE5}"/>
              </a:ext>
            </a:extLst>
          </p:cNvPr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Solid works design Procedure</a:t>
            </a:r>
            <a:endParaRPr lang="en-US" sz="2400" b="1" dirty="0">
              <a:latin typeface="Calibary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484B21-DB52-8FC2-785D-BB6C6F963DBE}"/>
              </a:ext>
            </a:extLst>
          </p:cNvPr>
          <p:cNvSpPr txBox="1"/>
          <p:nvPr/>
        </p:nvSpPr>
        <p:spPr>
          <a:xfrm>
            <a:off x="1175658" y="1989117"/>
            <a:ext cx="823553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1. Airfoil Preparation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Airfoil profiles have been imported using </a:t>
            </a:r>
            <a:r>
              <a:rPr lang="en-US" sz="1400" i="1" dirty="0"/>
              <a:t>Curve Through XYZ Points</a:t>
            </a:r>
            <a:r>
              <a:rPr lang="en-US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Each radial station has been assigned its corresponding airfoil.</a:t>
            </a:r>
          </a:p>
          <a:p>
            <a:r>
              <a:rPr lang="en-US" sz="1400" b="1" dirty="0"/>
              <a:t>2. Radial Plane Setup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Offset planes have been created at all </a:t>
            </a:r>
            <a:r>
              <a:rPr lang="en-US" sz="1400" b="1" dirty="0"/>
              <a:t>Pos [m]</a:t>
            </a:r>
            <a:r>
              <a:rPr lang="en-US" sz="1400" dirty="0"/>
              <a:t> locations.</a:t>
            </a:r>
          </a:p>
          <a:p>
            <a:r>
              <a:rPr lang="en-US" sz="1400" b="1" dirty="0"/>
              <a:t>3. Section Adjustment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Airfoils have been scaled to their </a:t>
            </a:r>
            <a:r>
              <a:rPr lang="en-US" sz="1400" b="1" dirty="0"/>
              <a:t>Chord</a:t>
            </a:r>
            <a:r>
              <a:rPr lang="en-US" sz="1400" dirty="0"/>
              <a:t> values.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Required </a:t>
            </a:r>
            <a:r>
              <a:rPr lang="en-US" sz="1400" b="1" dirty="0"/>
              <a:t>Twist</a:t>
            </a:r>
            <a:r>
              <a:rPr lang="en-US" sz="1400" dirty="0"/>
              <a:t> angles have been applied.</a:t>
            </a:r>
          </a:p>
          <a:p>
            <a:r>
              <a:rPr lang="en-US" sz="1400" b="1" dirty="0"/>
              <a:t>4. Section Placement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Airfoils have been positioned on their respective planes with aligned leading edges.</a:t>
            </a:r>
          </a:p>
          <a:p>
            <a:r>
              <a:rPr lang="en-US" sz="1400" b="1" dirty="0"/>
              <a:t>5. Blade Formation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 loft has been created through all sections.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Guide curves have been added for smooth leading and trailing edges.</a:t>
            </a:r>
          </a:p>
        </p:txBody>
      </p:sp>
    </p:spTree>
    <p:extLst>
      <p:ext uri="{BB962C8B-B14F-4D97-AF65-F5344CB8AC3E}">
        <p14:creationId xmlns:p14="http://schemas.microsoft.com/office/powerpoint/2010/main" val="2425384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F3322-649D-E7AE-4639-B16E1B74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57F172-8B68-3B71-E86A-C41EB739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10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C6FEFC4C-DEEC-9CD3-D14A-201788081F82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29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 / 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6E69854D-7207-B98C-9E8B-CFC3ADDF092F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7D9300B2-B9C4-0ACE-6617-80942965BF27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A30813-6F7B-B358-A32F-83DBA9875790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1BDAC-7796-EB03-8D78-A898AA9C480E}"/>
              </a:ext>
            </a:extLst>
          </p:cNvPr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Solid works Design</a:t>
            </a:r>
            <a:endParaRPr lang="en-US" sz="2400" b="1" dirty="0">
              <a:latin typeface="Calibary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08033F-BA40-374D-5601-2BA0740ECCB0}"/>
              </a:ext>
            </a:extLst>
          </p:cNvPr>
          <p:cNvSpPr txBox="1"/>
          <p:nvPr/>
        </p:nvSpPr>
        <p:spPr>
          <a:xfrm>
            <a:off x="4452757" y="6322293"/>
            <a:ext cx="2873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Figures – Self Generated in </a:t>
            </a:r>
            <a:r>
              <a:rPr lang="en-IN" sz="1200" b="1" dirty="0" err="1"/>
              <a:t>Solidworks</a:t>
            </a:r>
            <a:r>
              <a:rPr lang="en-IN" sz="1200" b="1" dirty="0"/>
              <a:t> </a:t>
            </a:r>
            <a:endParaRPr lang="en-IN" sz="12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623B6-E5B2-9E62-C953-5636F213F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750" y="1393245"/>
            <a:ext cx="4420072" cy="49826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035740-4B95-349F-288F-AE9D342B87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9843" y="1409762"/>
            <a:ext cx="2419350" cy="49826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C84323-B32B-CEF7-645D-DD273C60FE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46" y="2766429"/>
            <a:ext cx="4304805" cy="197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0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62CE-AB43-84F5-DB50-89747CFA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B3848A-7210-9FFE-60B0-0A48ECE2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11</a:t>
            </a:fld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5B650-5C12-DCEA-370A-74CD7B7770A0}"/>
              </a:ext>
            </a:extLst>
          </p:cNvPr>
          <p:cNvSpPr txBox="1"/>
          <p:nvPr/>
        </p:nvSpPr>
        <p:spPr>
          <a:xfrm>
            <a:off x="857249" y="787400"/>
            <a:ext cx="1930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Bibliography</a:t>
            </a:r>
            <a:endParaRPr lang="de-DE" sz="2400" b="1" dirty="0"/>
          </a:p>
        </p:txBody>
      </p:sp>
      <p:sp>
        <p:nvSpPr>
          <p:cNvPr id="14" name="Fußzeilenplatzhalter 5">
            <a:extLst>
              <a:ext uri="{FF2B5EF4-FFF2-40B4-BE49-F238E27FC236}">
                <a16:creationId xmlns:a16="http://schemas.microsoft.com/office/drawing/2014/main" id="{58FE4F8B-7E21-40B8-1C54-A5EE8116A84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238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 / Optimus Syria</a:t>
            </a:r>
          </a:p>
        </p:txBody>
      </p:sp>
      <p:sp>
        <p:nvSpPr>
          <p:cNvPr id="15" name="Textfeld 12">
            <a:extLst>
              <a:ext uri="{FF2B5EF4-FFF2-40B4-BE49-F238E27FC236}">
                <a16:creationId xmlns:a16="http://schemas.microsoft.com/office/drawing/2014/main" id="{FD893080-6DAE-DA86-12D0-34A77F409673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0A37090C-7749-16F9-501E-6104E0EC5591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09.12.2025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693C0B-6526-C4D4-FCC1-931F741AED90}"/>
              </a:ext>
            </a:extLst>
          </p:cNvPr>
          <p:cNvSpPr txBox="1"/>
          <p:nvPr/>
        </p:nvSpPr>
        <p:spPr>
          <a:xfrm>
            <a:off x="857249" y="1526416"/>
            <a:ext cx="6136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Self Generated Content in Q-Blade (04.12.2025) (21:30)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Self Generated Design in </a:t>
            </a:r>
            <a:r>
              <a:rPr lang="en-IN" dirty="0" err="1"/>
              <a:t>Solidwork</a:t>
            </a:r>
            <a:r>
              <a:rPr lang="en-IN" dirty="0"/>
              <a:t> ( 07.12.2025) (18:45)</a:t>
            </a:r>
          </a:p>
        </p:txBody>
      </p:sp>
    </p:spTree>
    <p:extLst>
      <p:ext uri="{BB962C8B-B14F-4D97-AF65-F5344CB8AC3E}">
        <p14:creationId xmlns:p14="http://schemas.microsoft.com/office/powerpoint/2010/main" val="246274416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4260</TotalTime>
  <Words>690</Words>
  <Application>Microsoft Office PowerPoint</Application>
  <PresentationFormat>Widescreen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Aptos</vt:lpstr>
      <vt:lpstr>Aptos (Textkörper)</vt:lpstr>
      <vt:lpstr>Aptos Display</vt:lpstr>
      <vt:lpstr>Arial</vt:lpstr>
      <vt:lpstr>Calibary</vt:lpstr>
      <vt:lpstr>Calibri</vt:lpstr>
      <vt:lpstr>Calibri Light</vt:lpstr>
      <vt:lpstr>Cambria Math</vt:lpstr>
      <vt:lpstr>Times New Roman</vt:lpstr>
      <vt:lpstr>Wingdings</vt:lpstr>
      <vt:lpstr>Presentation template_final</vt:lpstr>
      <vt:lpstr>Custom Design</vt:lpstr>
      <vt:lpstr>Benutzerdefiniertes Design</vt:lpstr>
      <vt:lpstr>Weekly report: Rotor Blade Aerodynamics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harsh panchal</cp:lastModifiedBy>
  <cp:revision>76</cp:revision>
  <dcterms:created xsi:type="dcterms:W3CDTF">2025-09-28T13:42:33Z</dcterms:created>
  <dcterms:modified xsi:type="dcterms:W3CDTF">2025-12-08T13:49:30Z</dcterms:modified>
</cp:coreProperties>
</file>