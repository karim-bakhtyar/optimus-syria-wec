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1" r:id="rId2"/>
    <p:sldMasterId id="2147483672" r:id="rId3"/>
  </p:sldMasterIdLst>
  <p:notesMasterIdLst>
    <p:notesMasterId r:id="rId13"/>
  </p:notesMasterIdLst>
  <p:handoutMasterIdLst>
    <p:handoutMasterId r:id="rId14"/>
  </p:handoutMasterIdLst>
  <p:sldIdLst>
    <p:sldId id="270" r:id="rId4"/>
    <p:sldId id="259" r:id="rId5"/>
    <p:sldId id="284" r:id="rId6"/>
    <p:sldId id="296" r:id="rId7"/>
    <p:sldId id="300" r:id="rId8"/>
    <p:sldId id="301" r:id="rId9"/>
    <p:sldId id="302" r:id="rId10"/>
    <p:sldId id="298" r:id="rId11"/>
    <p:sldId id="2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0"/>
          </p14:sldIdLst>
        </p14:section>
        <p14:section name="List of contents" id="{65043596-36B7-4360-BB5C-7A99EFAEC5C9}">
          <p14:sldIdLst>
            <p14:sldId id="259"/>
          </p14:sldIdLst>
        </p14:section>
        <p14:section name="Main slides" id="{B26F6679-C236-4D3D-BC2F-CAE5ED400718}">
          <p14:sldIdLst>
            <p14:sldId id="284"/>
            <p14:sldId id="296"/>
            <p14:sldId id="300"/>
            <p14:sldId id="301"/>
            <p14:sldId id="302"/>
            <p14:sldId id="298"/>
          </p14:sldIdLst>
        </p14:section>
        <p14:section name="Bibliography" id="{2ECB0A3B-7D16-4F98-AD6A-5308DF7BF078}">
          <p14:sldIdLst>
            <p14:sldId id="2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9BCABD-33AA-459D-B346-06C830A87B27}" v="11" dt="2025-11-09T14:51:32.0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arp Pathak" userId="4a92b423ed8c55cf" providerId="LiveId" clId="{8CD35AB5-3580-4BDC-947D-96F75907F7B2}"/>
    <pc:docChg chg="undo custSel addSld delSld modSld sldOrd modSection">
      <pc:chgData name="Kandarp Pathak" userId="4a92b423ed8c55cf" providerId="LiveId" clId="{8CD35AB5-3580-4BDC-947D-96F75907F7B2}" dt="2025-11-09T14:55:11.747" v="3163" actId="20577"/>
      <pc:docMkLst>
        <pc:docMk/>
      </pc:docMkLst>
      <pc:sldChg chg="modSp mod">
        <pc:chgData name="Kandarp Pathak" userId="4a92b423ed8c55cf" providerId="LiveId" clId="{8CD35AB5-3580-4BDC-947D-96F75907F7B2}" dt="2025-11-09T14:52:30.097" v="3003" actId="20577"/>
        <pc:sldMkLst>
          <pc:docMk/>
          <pc:sldMk cId="1106553756" sldId="259"/>
        </pc:sldMkLst>
        <pc:spChg chg="mod">
          <ac:chgData name="Kandarp Pathak" userId="4a92b423ed8c55cf" providerId="LiveId" clId="{8CD35AB5-3580-4BDC-947D-96F75907F7B2}" dt="2025-11-09T14:29:05.919" v="2783" actId="20577"/>
          <ac:spMkLst>
            <pc:docMk/>
            <pc:sldMk cId="1106553756" sldId="259"/>
            <ac:spMk id="4" creationId="{00000000-0000-0000-0000-000000000000}"/>
          </ac:spMkLst>
        </pc:spChg>
        <pc:spChg chg="mod">
          <ac:chgData name="Kandarp Pathak" userId="4a92b423ed8c55cf" providerId="LiveId" clId="{8CD35AB5-3580-4BDC-947D-96F75907F7B2}" dt="2025-11-09T14:52:30.097" v="3003" actId="20577"/>
          <ac:spMkLst>
            <pc:docMk/>
            <pc:sldMk cId="1106553756" sldId="259"/>
            <ac:spMk id="8" creationId="{9982188D-DB72-4CAF-98D5-DE22407E3D28}"/>
          </ac:spMkLst>
        </pc:spChg>
        <pc:spChg chg="mod">
          <ac:chgData name="Kandarp Pathak" userId="4a92b423ed8c55cf" providerId="LiveId" clId="{8CD35AB5-3580-4BDC-947D-96F75907F7B2}" dt="2025-10-26T14:27:32.662" v="148" actId="20577"/>
          <ac:spMkLst>
            <pc:docMk/>
            <pc:sldMk cId="1106553756" sldId="259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1-09T14:52:24.887" v="2999" actId="20577"/>
          <ac:spMkLst>
            <pc:docMk/>
            <pc:sldMk cId="1106553756" sldId="259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0-26T17:56:35.174" v="1449" actId="255"/>
          <ac:spMkLst>
            <pc:docMk/>
            <pc:sldMk cId="1106553756" sldId="259"/>
            <ac:spMk id="22" creationId="{C01C5AA7-5821-01BD-1AC8-74837347C777}"/>
          </ac:spMkLst>
        </pc:spChg>
      </pc:sldChg>
      <pc:sldChg chg="delSp modSp mod">
        <pc:chgData name="Kandarp Pathak" userId="4a92b423ed8c55cf" providerId="LiveId" clId="{8CD35AB5-3580-4BDC-947D-96F75907F7B2}" dt="2025-11-09T14:52:01.559" v="2981" actId="20577"/>
        <pc:sldMkLst>
          <pc:docMk/>
          <pc:sldMk cId="1515102388" sldId="270"/>
        </pc:sldMkLst>
        <pc:spChg chg="mod">
          <ac:chgData name="Kandarp Pathak" userId="4a92b423ed8c55cf" providerId="LiveId" clId="{8CD35AB5-3580-4BDC-947D-96F75907F7B2}" dt="2025-10-26T14:31:28.748" v="391" actId="20577"/>
          <ac:spMkLst>
            <pc:docMk/>
            <pc:sldMk cId="1515102388" sldId="270"/>
            <ac:spMk id="8" creationId="{7FF1E788-369D-9A8F-8F84-AD852E9D2EDA}"/>
          </ac:spMkLst>
        </pc:spChg>
        <pc:spChg chg="mod">
          <ac:chgData name="Kandarp Pathak" userId="4a92b423ed8c55cf" providerId="LiveId" clId="{8CD35AB5-3580-4BDC-947D-96F75907F7B2}" dt="2025-11-09T14:51:12.746" v="2951" actId="20577"/>
          <ac:spMkLst>
            <pc:docMk/>
            <pc:sldMk cId="1515102388" sldId="270"/>
            <ac:spMk id="10" creationId="{277A63BB-08BE-619B-2533-3CC69CC19E93}"/>
          </ac:spMkLst>
        </pc:spChg>
        <pc:spChg chg="mod">
          <ac:chgData name="Kandarp Pathak" userId="4a92b423ed8c55cf" providerId="LiveId" clId="{8CD35AB5-3580-4BDC-947D-96F75907F7B2}" dt="2025-10-26T14:26:48.436" v="95" actId="20577"/>
          <ac:spMkLst>
            <pc:docMk/>
            <pc:sldMk cId="1515102388" sldId="270"/>
            <ac:spMk id="11" creationId="{6C33708F-5C1C-4DEB-9893-96704EE48E03}"/>
          </ac:spMkLst>
        </pc:spChg>
        <pc:spChg chg="mod">
          <ac:chgData name="Kandarp Pathak" userId="4a92b423ed8c55cf" providerId="LiveId" clId="{8CD35AB5-3580-4BDC-947D-96F75907F7B2}" dt="2025-11-09T14:51:56.595" v="2978" actId="20577"/>
          <ac:spMkLst>
            <pc:docMk/>
            <pc:sldMk cId="1515102388" sldId="270"/>
            <ac:spMk id="12" creationId="{55185CE4-A5C3-45EC-B552-A42597EFE5E0}"/>
          </ac:spMkLst>
        </pc:spChg>
        <pc:spChg chg="mod">
          <ac:chgData name="Kandarp Pathak" userId="4a92b423ed8c55cf" providerId="LiveId" clId="{8CD35AB5-3580-4BDC-947D-96F75907F7B2}" dt="2025-11-09T14:51:34.325" v="2960" actId="20577"/>
          <ac:spMkLst>
            <pc:docMk/>
            <pc:sldMk cId="1515102388" sldId="270"/>
            <ac:spMk id="13" creationId="{132D16E5-6BE7-8FC8-CFB3-81C918BB45F1}"/>
          </ac:spMkLst>
        </pc:spChg>
        <pc:spChg chg="mod">
          <ac:chgData name="Kandarp Pathak" userId="4a92b423ed8c55cf" providerId="LiveId" clId="{8CD35AB5-3580-4BDC-947D-96F75907F7B2}" dt="2025-11-09T14:52:01.559" v="2981" actId="20577"/>
          <ac:spMkLst>
            <pc:docMk/>
            <pc:sldMk cId="1515102388" sldId="270"/>
            <ac:spMk id="14" creationId="{417D587D-76A0-4058-87DA-7E769D5E55A9}"/>
          </ac:spMkLst>
        </pc:spChg>
      </pc:sldChg>
      <pc:sldChg chg="addSp delSp modSp add del mod">
        <pc:chgData name="Kandarp Pathak" userId="4a92b423ed8c55cf" providerId="LiveId" clId="{8CD35AB5-3580-4BDC-947D-96F75907F7B2}" dt="2025-11-09T14:43:20.566" v="2915" actId="47"/>
        <pc:sldMkLst>
          <pc:docMk/>
          <pc:sldMk cId="2868459973" sldId="283"/>
        </pc:sldMkLst>
      </pc:sldChg>
      <pc:sldChg chg="addSp delSp modSp mod ord">
        <pc:chgData name="Kandarp Pathak" userId="4a92b423ed8c55cf" providerId="LiveId" clId="{8CD35AB5-3580-4BDC-947D-96F75907F7B2}" dt="2025-11-09T14:52:49.680" v="3025" actId="20577"/>
        <pc:sldMkLst>
          <pc:docMk/>
          <pc:sldMk cId="1469653946" sldId="284"/>
        </pc:sldMkLst>
        <pc:spChg chg="add del mod">
          <ac:chgData name="Kandarp Pathak" userId="4a92b423ed8c55cf" providerId="LiveId" clId="{8CD35AB5-3580-4BDC-947D-96F75907F7B2}" dt="2025-11-09T14:29:14.881" v="2792" actId="20577"/>
          <ac:spMkLst>
            <pc:docMk/>
            <pc:sldMk cId="1469653946" sldId="284"/>
            <ac:spMk id="9" creationId="{00000000-0000-0000-0000-000000000000}"/>
          </ac:spMkLst>
        </pc:spChg>
        <pc:spChg chg="mod">
          <ac:chgData name="Kandarp Pathak" userId="4a92b423ed8c55cf" providerId="LiveId" clId="{8CD35AB5-3580-4BDC-947D-96F75907F7B2}" dt="2025-10-26T14:29:27.370" v="306" actId="20577"/>
          <ac:spMkLst>
            <pc:docMk/>
            <pc:sldMk cId="1469653946" sldId="284"/>
            <ac:spMk id="11" creationId="{8F11D7F1-39D2-6CD0-A45E-2199A3CF9435}"/>
          </ac:spMkLst>
        </pc:spChg>
        <pc:spChg chg="mod">
          <ac:chgData name="Kandarp Pathak" userId="4a92b423ed8c55cf" providerId="LiveId" clId="{8CD35AB5-3580-4BDC-947D-96F75907F7B2}" dt="2025-11-09T14:52:45.005" v="3021" actId="20577"/>
          <ac:spMkLst>
            <pc:docMk/>
            <pc:sldMk cId="1469653946" sldId="284"/>
            <ac:spMk id="12" creationId="{132D16E5-6BE7-8FC8-CFB3-81C918BB45F1}"/>
          </ac:spMkLst>
        </pc:spChg>
        <pc:spChg chg="mod">
          <ac:chgData name="Kandarp Pathak" userId="4a92b423ed8c55cf" providerId="LiveId" clId="{8CD35AB5-3580-4BDC-947D-96F75907F7B2}" dt="2025-11-09T14:52:49.680" v="3025" actId="20577"/>
          <ac:spMkLst>
            <pc:docMk/>
            <pc:sldMk cId="1469653946" sldId="284"/>
            <ac:spMk id="16" creationId="{1A85B8DA-23F3-4768-8FBE-B758843AF63C}"/>
          </ac:spMkLst>
        </pc:spChg>
        <pc:spChg chg="add del mod">
          <ac:chgData name="Kandarp Pathak" userId="4a92b423ed8c55cf" providerId="LiveId" clId="{8CD35AB5-3580-4BDC-947D-96F75907F7B2}" dt="2025-11-09T14:29:26.700" v="2794" actId="478"/>
          <ac:spMkLst>
            <pc:docMk/>
            <pc:sldMk cId="1469653946" sldId="284"/>
            <ac:spMk id="24" creationId="{7CFF5936-12F9-2A30-2F0D-4268F253FA6C}"/>
          </ac:spMkLst>
        </pc:spChg>
        <pc:picChg chg="add del mod">
          <ac:chgData name="Kandarp Pathak" userId="4a92b423ed8c55cf" providerId="LiveId" clId="{8CD35AB5-3580-4BDC-947D-96F75907F7B2}" dt="2025-11-09T14:29:10.053" v="2784" actId="478"/>
          <ac:picMkLst>
            <pc:docMk/>
            <pc:sldMk cId="1469653946" sldId="284"/>
            <ac:picMk id="13" creationId="{887458BC-EEEF-501F-18D5-FCF0148E8ECD}"/>
          </ac:picMkLst>
        </pc:picChg>
      </pc:sldChg>
      <pc:sldChg chg="addSp delSp modSp add mod ord">
        <pc:chgData name="Kandarp Pathak" userId="4a92b423ed8c55cf" providerId="LiveId" clId="{8CD35AB5-3580-4BDC-947D-96F75907F7B2}" dt="2025-11-09T14:55:11.747" v="3163" actId="20577"/>
        <pc:sldMkLst>
          <pc:docMk/>
          <pc:sldMk cId="2462744162" sldId="295"/>
        </pc:sldMkLst>
        <pc:spChg chg="add mod">
          <ac:chgData name="Kandarp Pathak" userId="4a92b423ed8c55cf" providerId="LiveId" clId="{8CD35AB5-3580-4BDC-947D-96F75907F7B2}" dt="2025-11-09T14:43:45.910" v="2932" actId="20577"/>
          <ac:spMkLst>
            <pc:docMk/>
            <pc:sldMk cId="2462744162" sldId="295"/>
            <ac:spMk id="4" creationId="{77693C0B-6526-C4D4-FCC1-931F741AED90}"/>
          </ac:spMkLst>
        </pc:spChg>
        <pc:spChg chg="mod">
          <ac:chgData name="Kandarp Pathak" userId="4a92b423ed8c55cf" providerId="LiveId" clId="{8CD35AB5-3580-4BDC-947D-96F75907F7B2}" dt="2025-11-09T14:55:11.747" v="3163" actId="20577"/>
          <ac:spMkLst>
            <pc:docMk/>
            <pc:sldMk cId="2462744162" sldId="295"/>
            <ac:spMk id="10" creationId="{0A37090C-7749-16F9-501E-6104E0EC5591}"/>
          </ac:spMkLst>
        </pc:spChg>
        <pc:spChg chg="mod">
          <ac:chgData name="Kandarp Pathak" userId="4a92b423ed8c55cf" providerId="LiveId" clId="{8CD35AB5-3580-4BDC-947D-96F75907F7B2}" dt="2025-10-26T17:45:36.565" v="1283" actId="113"/>
          <ac:spMkLst>
            <pc:docMk/>
            <pc:sldMk cId="2462744162" sldId="295"/>
            <ac:spMk id="13" creationId="{0265B650-5C12-DCEA-370A-74CD7B7770A0}"/>
          </ac:spMkLst>
        </pc:spChg>
        <pc:spChg chg="mod">
          <ac:chgData name="Kandarp Pathak" userId="4a92b423ed8c55cf" providerId="LiveId" clId="{8CD35AB5-3580-4BDC-947D-96F75907F7B2}" dt="2025-11-09T14:55:07.801" v="3159" actId="20577"/>
          <ac:spMkLst>
            <pc:docMk/>
            <pc:sldMk cId="2462744162" sldId="295"/>
            <ac:spMk id="15" creationId="{FD893080-6DAE-DA86-12D0-34A77F409673}"/>
          </ac:spMkLst>
        </pc:spChg>
      </pc:sldChg>
      <pc:sldChg chg="addSp delSp modSp add mod">
        <pc:chgData name="Kandarp Pathak" userId="4a92b423ed8c55cf" providerId="LiveId" clId="{8CD35AB5-3580-4BDC-947D-96F75907F7B2}" dt="2025-11-09T14:53:09.652" v="3047" actId="20577"/>
        <pc:sldMkLst>
          <pc:docMk/>
          <pc:sldMk cId="841049168" sldId="296"/>
        </pc:sldMkLst>
        <pc:spChg chg="add del 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2" creationId="{04498A4F-33D9-D9D9-56A2-065D6CCBB619}"/>
          </ac:spMkLst>
        </pc:spChg>
        <pc:spChg chg="add del mod">
          <ac:chgData name="Kandarp Pathak" userId="4a92b423ed8c55cf" providerId="LiveId" clId="{8CD35AB5-3580-4BDC-947D-96F75907F7B2}" dt="2025-11-09T14:39:56.936" v="2860" actId="21"/>
          <ac:spMkLst>
            <pc:docMk/>
            <pc:sldMk cId="841049168" sldId="296"/>
            <ac:spMk id="3" creationId="{F116491D-CC77-5542-B3C5-FFF05EE101FB}"/>
          </ac:spMkLst>
        </pc:spChg>
        <pc:spChg chg="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6" creationId="{26CAE4E5-9171-994A-2764-15DA4FC44BE8}"/>
          </ac:spMkLst>
        </pc:spChg>
        <pc:spChg chg="add mod">
          <ac:chgData name="Kandarp Pathak" userId="4a92b423ed8c55cf" providerId="LiveId" clId="{8CD35AB5-3580-4BDC-947D-96F75907F7B2}" dt="2025-11-09T14:31:19.031" v="2848" actId="20577"/>
          <ac:spMkLst>
            <pc:docMk/>
            <pc:sldMk cId="841049168" sldId="296"/>
            <ac:spMk id="8" creationId="{76EF2121-66B0-4082-A2E9-A1C5B3DAE4D2}"/>
          </ac:spMkLst>
        </pc:spChg>
        <pc:spChg chg="mod">
          <ac:chgData name="Kandarp Pathak" userId="4a92b423ed8c55cf" providerId="LiveId" clId="{8CD35AB5-3580-4BDC-947D-96F75907F7B2}" dt="2025-11-09T14:31:07.319" v="2824" actId="1076"/>
          <ac:spMkLst>
            <pc:docMk/>
            <pc:sldMk cId="841049168" sldId="296"/>
            <ac:spMk id="11" creationId="{67009BC6-9FB4-4475-E975-1D09260757F8}"/>
          </ac:spMkLst>
        </pc:spChg>
        <pc:spChg chg="mod">
          <ac:chgData name="Kandarp Pathak" userId="4a92b423ed8c55cf" providerId="LiveId" clId="{8CD35AB5-3580-4BDC-947D-96F75907F7B2}" dt="2025-11-09T14:53:05.891" v="3043" actId="20577"/>
          <ac:spMkLst>
            <pc:docMk/>
            <pc:sldMk cId="841049168" sldId="296"/>
            <ac:spMk id="12" creationId="{2C2EE7FC-FA2B-329E-7606-1DE35E2AB4A0}"/>
          </ac:spMkLst>
        </pc:spChg>
        <pc:spChg chg="mod">
          <ac:chgData name="Kandarp Pathak" userId="4a92b423ed8c55cf" providerId="LiveId" clId="{8CD35AB5-3580-4BDC-947D-96F75907F7B2}" dt="2025-11-09T14:53:09.652" v="3047" actId="20577"/>
          <ac:spMkLst>
            <pc:docMk/>
            <pc:sldMk cId="841049168" sldId="296"/>
            <ac:spMk id="16" creationId="{D0149319-9B3A-E7D3-2DF7-107D97204BF3}"/>
          </ac:spMkLst>
        </pc:spChg>
        <pc:picChg chg="add del mod">
          <ac:chgData name="Kandarp Pathak" userId="4a92b423ed8c55cf" providerId="LiveId" clId="{8CD35AB5-3580-4BDC-947D-96F75907F7B2}" dt="2025-11-09T14:36:58.690" v="2850" actId="478"/>
          <ac:picMkLst>
            <pc:docMk/>
            <pc:sldMk cId="841049168" sldId="296"/>
            <ac:picMk id="5" creationId="{14F551B0-C8EF-20BB-EF6B-83FCF6E91B16}"/>
          </ac:picMkLst>
        </pc:picChg>
        <pc:picChg chg="add del mod">
          <ac:chgData name="Kandarp Pathak" userId="4a92b423ed8c55cf" providerId="LiveId" clId="{8CD35AB5-3580-4BDC-947D-96F75907F7B2}" dt="2025-11-09T14:36:58.690" v="2850" actId="478"/>
          <ac:picMkLst>
            <pc:docMk/>
            <pc:sldMk cId="841049168" sldId="296"/>
            <ac:picMk id="9" creationId="{BBF52F5F-200A-D41F-7DBC-C8EA2ABCFD3A}"/>
          </ac:picMkLst>
        </pc:picChg>
        <pc:picChg chg="add del mod">
          <ac:chgData name="Kandarp Pathak" userId="4a92b423ed8c55cf" providerId="LiveId" clId="{8CD35AB5-3580-4BDC-947D-96F75907F7B2}" dt="2025-11-09T14:36:58.690" v="2850" actId="478"/>
          <ac:picMkLst>
            <pc:docMk/>
            <pc:sldMk cId="841049168" sldId="296"/>
            <ac:picMk id="13" creationId="{918B0776-D3EA-6644-CFBA-E6D8140C4BBE}"/>
          </ac:picMkLst>
        </pc:picChg>
        <pc:picChg chg="add del mod">
          <ac:chgData name="Kandarp Pathak" userId="4a92b423ed8c55cf" providerId="LiveId" clId="{8CD35AB5-3580-4BDC-947D-96F75907F7B2}" dt="2025-11-09T14:36:58.690" v="2850" actId="478"/>
          <ac:picMkLst>
            <pc:docMk/>
            <pc:sldMk cId="841049168" sldId="296"/>
            <ac:picMk id="15" creationId="{5DCFBF7E-C69F-1786-7609-416C712BBD63}"/>
          </ac:picMkLst>
        </pc:picChg>
        <pc:picChg chg="add del mod">
          <ac:chgData name="Kandarp Pathak" userId="4a92b423ed8c55cf" providerId="LiveId" clId="{8CD35AB5-3580-4BDC-947D-96F75907F7B2}" dt="2025-11-09T14:39:38.963" v="2857" actId="478"/>
          <ac:picMkLst>
            <pc:docMk/>
            <pc:sldMk cId="841049168" sldId="296"/>
            <ac:picMk id="18" creationId="{4DD2C9F7-2C2B-E812-D852-1D24B4D3F928}"/>
          </ac:picMkLst>
        </pc:picChg>
        <pc:picChg chg="add mod">
          <ac:chgData name="Kandarp Pathak" userId="4a92b423ed8c55cf" providerId="LiveId" clId="{8CD35AB5-3580-4BDC-947D-96F75907F7B2}" dt="2025-11-09T14:40:22.735" v="2866" actId="1076"/>
          <ac:picMkLst>
            <pc:docMk/>
            <pc:sldMk cId="841049168" sldId="296"/>
            <ac:picMk id="20" creationId="{07A3928C-056C-E772-0B8D-B6648B06E3A8}"/>
          </ac:picMkLst>
        </pc:picChg>
        <pc:picChg chg="add del mod">
          <ac:chgData name="Kandarp Pathak" userId="4a92b423ed8c55cf" providerId="LiveId" clId="{8CD35AB5-3580-4BDC-947D-96F75907F7B2}" dt="2025-11-09T14:29:18.593" v="2793" actId="478"/>
          <ac:picMkLst>
            <pc:docMk/>
            <pc:sldMk cId="841049168" sldId="296"/>
            <ac:picMk id="28" creationId="{18A7BF28-72B9-A5A7-805A-FA9922D3FA0D}"/>
          </ac:picMkLst>
        </pc:picChg>
      </pc:sldChg>
      <pc:sldChg chg="addSp delSp modSp add mod">
        <pc:chgData name="Kandarp Pathak" userId="4a92b423ed8c55cf" providerId="LiveId" clId="{8CD35AB5-3580-4BDC-947D-96F75907F7B2}" dt="2025-11-09T14:54:50.636" v="3141" actId="20577"/>
        <pc:sldMkLst>
          <pc:docMk/>
          <pc:sldMk cId="151406496" sldId="298"/>
        </pc:sldMkLst>
        <pc:spChg chg="del mod">
          <ac:chgData name="Kandarp Pathak" userId="4a92b423ed8c55cf" providerId="LiveId" clId="{8CD35AB5-3580-4BDC-947D-96F75907F7B2}" dt="2025-11-09T14:43:17.377" v="2914" actId="21"/>
          <ac:spMkLst>
            <pc:docMk/>
            <pc:sldMk cId="151406496" sldId="298"/>
            <ac:spMk id="3" creationId="{09FABE62-AFBA-5D1E-4E34-F04FBF17A0C5}"/>
          </ac:spMkLst>
        </pc:spChg>
        <pc:spChg chg="add mod">
          <ac:chgData name="Kandarp Pathak" userId="4a92b423ed8c55cf" providerId="LiveId" clId="{8CD35AB5-3580-4BDC-947D-96F75907F7B2}" dt="2025-11-09T14:43:07.480" v="2911" actId="113"/>
          <ac:spMkLst>
            <pc:docMk/>
            <pc:sldMk cId="151406496" sldId="298"/>
            <ac:spMk id="10" creationId="{48F4F4A1-A296-171F-05F0-B255883A26E9}"/>
          </ac:spMkLst>
        </pc:spChg>
        <pc:spChg chg="mod">
          <ac:chgData name="Kandarp Pathak" userId="4a92b423ed8c55cf" providerId="LiveId" clId="{8CD35AB5-3580-4BDC-947D-96F75907F7B2}" dt="2025-11-09T14:54:46.494" v="3137" actId="20577"/>
          <ac:spMkLst>
            <pc:docMk/>
            <pc:sldMk cId="151406496" sldId="298"/>
            <ac:spMk id="12" creationId="{AD919F20-DD77-D58A-2D34-D51CE22C62AE}"/>
          </ac:spMkLst>
        </pc:spChg>
        <pc:spChg chg="mod">
          <ac:chgData name="Kandarp Pathak" userId="4a92b423ed8c55cf" providerId="LiveId" clId="{8CD35AB5-3580-4BDC-947D-96F75907F7B2}" dt="2025-11-09T14:54:50.636" v="3141" actId="20577"/>
          <ac:spMkLst>
            <pc:docMk/>
            <pc:sldMk cId="151406496" sldId="298"/>
            <ac:spMk id="16" creationId="{2E4C43E8-AC20-089A-F8C6-7B712E727CD2}"/>
          </ac:spMkLst>
        </pc:spChg>
        <pc:picChg chg="add del mod">
          <ac:chgData name="Kandarp Pathak" userId="4a92b423ed8c55cf" providerId="LiveId" clId="{8CD35AB5-3580-4BDC-947D-96F75907F7B2}" dt="2025-11-09T14:44:05.244" v="2934" actId="478"/>
          <ac:picMkLst>
            <pc:docMk/>
            <pc:sldMk cId="151406496" sldId="298"/>
            <ac:picMk id="4" creationId="{DBBA7EEC-1133-C4F3-8479-136D385D6CF0}"/>
          </ac:picMkLst>
        </pc:picChg>
        <pc:picChg chg="add del mod">
          <ac:chgData name="Kandarp Pathak" userId="4a92b423ed8c55cf" providerId="LiveId" clId="{8CD35AB5-3580-4BDC-947D-96F75907F7B2}" dt="2025-11-09T14:43:09.719" v="2912" actId="478"/>
          <ac:picMkLst>
            <pc:docMk/>
            <pc:sldMk cId="151406496" sldId="298"/>
            <ac:picMk id="5" creationId="{DD493BAA-B931-64FE-25D2-CB4DAEDAA40E}"/>
          </ac:picMkLst>
        </pc:picChg>
        <pc:picChg chg="add del mod">
          <ac:chgData name="Kandarp Pathak" userId="4a92b423ed8c55cf" providerId="LiveId" clId="{8CD35AB5-3580-4BDC-947D-96F75907F7B2}" dt="2025-11-09T14:43:11.228" v="2913" actId="478"/>
          <ac:picMkLst>
            <pc:docMk/>
            <pc:sldMk cId="151406496" sldId="298"/>
            <ac:picMk id="8" creationId="{6CAB43BE-18F5-3735-9463-79326ABCFCE6}"/>
          </ac:picMkLst>
        </pc:picChg>
        <pc:picChg chg="add mod">
          <ac:chgData name="Kandarp Pathak" userId="4a92b423ed8c55cf" providerId="LiveId" clId="{8CD35AB5-3580-4BDC-947D-96F75907F7B2}" dt="2025-11-09T14:45:21.674" v="2941" actId="1076"/>
          <ac:picMkLst>
            <pc:docMk/>
            <pc:sldMk cId="151406496" sldId="298"/>
            <ac:picMk id="9" creationId="{890AACF6-ECC4-92AC-1636-10C4A361F249}"/>
          </ac:picMkLst>
        </pc:picChg>
      </pc:sldChg>
      <pc:sldChg chg="addSp delSp modSp add del mod modClrScheme chgLayout">
        <pc:chgData name="Kandarp Pathak" userId="4a92b423ed8c55cf" providerId="LiveId" clId="{8CD35AB5-3580-4BDC-947D-96F75907F7B2}" dt="2025-11-09T14:43:22.158" v="2916" actId="47"/>
        <pc:sldMkLst>
          <pc:docMk/>
          <pc:sldMk cId="2078547668" sldId="299"/>
        </pc:sldMkLst>
      </pc:sldChg>
      <pc:sldChg chg="addSp delSp modSp add mod">
        <pc:chgData name="Kandarp Pathak" userId="4a92b423ed8c55cf" providerId="LiveId" clId="{8CD35AB5-3580-4BDC-947D-96F75907F7B2}" dt="2025-11-09T14:53:27.766" v="3069" actId="20577"/>
        <pc:sldMkLst>
          <pc:docMk/>
          <pc:sldMk cId="3755546926" sldId="300"/>
        </pc:sldMkLst>
        <pc:spChg chg="mod">
          <ac:chgData name="Kandarp Pathak" userId="4a92b423ed8c55cf" providerId="LiveId" clId="{8CD35AB5-3580-4BDC-947D-96F75907F7B2}" dt="2025-11-09T14:53:24.156" v="3065" actId="20577"/>
          <ac:spMkLst>
            <pc:docMk/>
            <pc:sldMk cId="3755546926" sldId="300"/>
            <ac:spMk id="12" creationId="{FDED4FD0-221D-5702-C1E5-5B9979D4DE44}"/>
          </ac:spMkLst>
        </pc:spChg>
        <pc:spChg chg="mod">
          <ac:chgData name="Kandarp Pathak" userId="4a92b423ed8c55cf" providerId="LiveId" clId="{8CD35AB5-3580-4BDC-947D-96F75907F7B2}" dt="2025-11-09T14:53:27.766" v="3069" actId="20577"/>
          <ac:spMkLst>
            <pc:docMk/>
            <pc:sldMk cId="3755546926" sldId="300"/>
            <ac:spMk id="16" creationId="{DC03EE47-F08C-7C7C-0BA0-A9FED3B8278C}"/>
          </ac:spMkLst>
        </pc:spChg>
        <pc:picChg chg="add mod">
          <ac:chgData name="Kandarp Pathak" userId="4a92b423ed8c55cf" providerId="LiveId" clId="{8CD35AB5-3580-4BDC-947D-96F75907F7B2}" dt="2025-11-09T14:41:14.896" v="2875" actId="1076"/>
          <ac:picMkLst>
            <pc:docMk/>
            <pc:sldMk cId="3755546926" sldId="300"/>
            <ac:picMk id="4" creationId="{6A341A49-03C3-6F22-062B-D234A2DB370D}"/>
          </ac:picMkLst>
        </pc:picChg>
        <pc:picChg chg="del">
          <ac:chgData name="Kandarp Pathak" userId="4a92b423ed8c55cf" providerId="LiveId" clId="{8CD35AB5-3580-4BDC-947D-96F75907F7B2}" dt="2025-11-09T14:40:35.668" v="2868" actId="478"/>
          <ac:picMkLst>
            <pc:docMk/>
            <pc:sldMk cId="3755546926" sldId="300"/>
            <ac:picMk id="20" creationId="{96254F55-BCAF-F973-4F45-4023B94B4C93}"/>
          </ac:picMkLst>
        </pc:picChg>
      </pc:sldChg>
      <pc:sldChg chg="addSp delSp modSp add mod">
        <pc:chgData name="Kandarp Pathak" userId="4a92b423ed8c55cf" providerId="LiveId" clId="{8CD35AB5-3580-4BDC-947D-96F75907F7B2}" dt="2025-11-09T14:54:08.420" v="3097" actId="20577"/>
        <pc:sldMkLst>
          <pc:docMk/>
          <pc:sldMk cId="881374087" sldId="301"/>
        </pc:sldMkLst>
        <pc:spChg chg="mod">
          <ac:chgData name="Kandarp Pathak" userId="4a92b423ed8c55cf" providerId="LiveId" clId="{8CD35AB5-3580-4BDC-947D-96F75907F7B2}" dt="2025-11-09T14:54:08.420" v="3097" actId="20577"/>
          <ac:spMkLst>
            <pc:docMk/>
            <pc:sldMk cId="881374087" sldId="301"/>
            <ac:spMk id="12" creationId="{7F501998-E1F5-ECD6-0B78-CAEF42E01E8E}"/>
          </ac:spMkLst>
        </pc:spChg>
        <pc:spChg chg="mod">
          <ac:chgData name="Kandarp Pathak" userId="4a92b423ed8c55cf" providerId="LiveId" clId="{8CD35AB5-3580-4BDC-947D-96F75907F7B2}" dt="2025-11-09T14:53:36.676" v="3073" actId="20577"/>
          <ac:spMkLst>
            <pc:docMk/>
            <pc:sldMk cId="881374087" sldId="301"/>
            <ac:spMk id="16" creationId="{12457EFC-A06B-CA9D-FB0A-7C79C55BFD26}"/>
          </ac:spMkLst>
        </pc:spChg>
        <pc:picChg chg="del">
          <ac:chgData name="Kandarp Pathak" userId="4a92b423ed8c55cf" providerId="LiveId" clId="{8CD35AB5-3580-4BDC-947D-96F75907F7B2}" dt="2025-11-09T14:41:29.029" v="2877" actId="478"/>
          <ac:picMkLst>
            <pc:docMk/>
            <pc:sldMk cId="881374087" sldId="301"/>
            <ac:picMk id="4" creationId="{4D041476-2953-07C8-3CF5-F1DD68411BCD}"/>
          </ac:picMkLst>
        </pc:picChg>
        <pc:picChg chg="add mod">
          <ac:chgData name="Kandarp Pathak" userId="4a92b423ed8c55cf" providerId="LiveId" clId="{8CD35AB5-3580-4BDC-947D-96F75907F7B2}" dt="2025-11-09T14:42:06.509" v="2884" actId="1076"/>
          <ac:picMkLst>
            <pc:docMk/>
            <pc:sldMk cId="881374087" sldId="301"/>
            <ac:picMk id="5" creationId="{17AC4E1C-821C-7878-4948-6280A63E4BF3}"/>
          </ac:picMkLst>
        </pc:picChg>
      </pc:sldChg>
      <pc:sldChg chg="addSp delSp modSp add mod">
        <pc:chgData name="Kandarp Pathak" userId="4a92b423ed8c55cf" providerId="LiveId" clId="{8CD35AB5-3580-4BDC-947D-96F75907F7B2}" dt="2025-11-09T14:54:27.824" v="3119" actId="20577"/>
        <pc:sldMkLst>
          <pc:docMk/>
          <pc:sldMk cId="3327099253" sldId="302"/>
        </pc:sldMkLst>
        <pc:spChg chg="mod">
          <ac:chgData name="Kandarp Pathak" userId="4a92b423ed8c55cf" providerId="LiveId" clId="{8CD35AB5-3580-4BDC-947D-96F75907F7B2}" dt="2025-11-09T14:54:23.008" v="3115" actId="20577"/>
          <ac:spMkLst>
            <pc:docMk/>
            <pc:sldMk cId="3327099253" sldId="302"/>
            <ac:spMk id="12" creationId="{D0FF7D21-2296-E1F1-76E0-C0603F2BC278}"/>
          </ac:spMkLst>
        </pc:spChg>
        <pc:spChg chg="mod">
          <ac:chgData name="Kandarp Pathak" userId="4a92b423ed8c55cf" providerId="LiveId" clId="{8CD35AB5-3580-4BDC-947D-96F75907F7B2}" dt="2025-11-09T14:54:27.824" v="3119" actId="20577"/>
          <ac:spMkLst>
            <pc:docMk/>
            <pc:sldMk cId="3327099253" sldId="302"/>
            <ac:spMk id="16" creationId="{C1440D33-3727-CD6D-FAF4-F3FF97F35D25}"/>
          </ac:spMkLst>
        </pc:spChg>
        <pc:picChg chg="add mod">
          <ac:chgData name="Kandarp Pathak" userId="4a92b423ed8c55cf" providerId="LiveId" clId="{8CD35AB5-3580-4BDC-947D-96F75907F7B2}" dt="2025-11-09T14:42:49.397" v="2892" actId="1076"/>
          <ac:picMkLst>
            <pc:docMk/>
            <pc:sldMk cId="3327099253" sldId="302"/>
            <ac:picMk id="4" creationId="{8B416BE8-099D-C6D5-A480-AD7A94547843}"/>
          </ac:picMkLst>
        </pc:picChg>
        <pc:picChg chg="del">
          <ac:chgData name="Kandarp Pathak" userId="4a92b423ed8c55cf" providerId="LiveId" clId="{8CD35AB5-3580-4BDC-947D-96F75907F7B2}" dt="2025-11-09T14:42:17.090" v="2886" actId="478"/>
          <ac:picMkLst>
            <pc:docMk/>
            <pc:sldMk cId="3327099253" sldId="302"/>
            <ac:picMk id="5" creationId="{594C144F-696F-9568-EABF-4CE7D049C9CF}"/>
          </ac:picMkLst>
        </pc:picChg>
      </pc:sldChg>
      <pc:sldMasterChg chg="delSldLayout">
        <pc:chgData name="Kandarp Pathak" userId="4a92b423ed8c55cf" providerId="LiveId" clId="{8CD35AB5-3580-4BDC-947D-96F75907F7B2}" dt="2025-10-26T17:58:34.161" v="1501" actId="2696"/>
        <pc:sldMasterMkLst>
          <pc:docMk/>
          <pc:sldMasterMk cId="2653178425" sldId="2147483660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09/11/2025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r>
              <a:rPr lang="it-IT" dirty="0"/>
              <a:t/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30/09/2025</a:t>
            </a:r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53809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3315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28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82196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16522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2008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92340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5925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49395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9852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2E7B50CE-CAFE-4C5F-A0CA-8D85EFD90BD8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66B390A5-67A9-409B-A8A6-F7E679CDA76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09551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/>
          <a:lstStyle/>
          <a:p>
            <a:fld id="{02AEE8E4-D792-40D2-B8D4-0007E21A0CF8}" type="datetime1">
              <a:rPr lang="en-GB" smtClean="0"/>
              <a:t>09/11/2025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Tower structure team/ </a:t>
            </a:r>
            <a:r>
              <a:rPr lang="en-GB" dirty="0" err="1"/>
              <a:t>Optimus</a:t>
            </a:r>
            <a:r>
              <a:rPr lang="en-GB" dirty="0"/>
              <a:t>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30/09/2025</a:t>
            </a:r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763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373613"/>
            <a:ext cx="2879187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/>
              <a:t>Tower structure team/ Optimus Syria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28916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16003"/>
            <a:ext cx="111137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30/09/2025</a:t>
            </a:r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13313"/>
            <a:ext cx="2879187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r>
              <a:rPr lang="en-GB"/>
              <a:t>Tower structure team/ Optimus Syria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145" y="2206093"/>
            <a:ext cx="11711710" cy="912598"/>
          </a:xfrm>
        </p:spPr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Rotor Blade </a:t>
            </a:r>
            <a:r>
              <a:rPr lang="it-IT" b="1" dirty="0" smtClean="0">
                <a:latin typeface="Times New Roman" pitchFamily="18" charset="0"/>
                <a:cs typeface="Times New Roman" pitchFamily="18" charset="0"/>
              </a:rPr>
              <a:t>Aerodynamics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: 07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it-IT" sz="2000" dirty="0" smtClean="0">
                <a:latin typeface="Times New Roman" pitchFamily="18" charset="0"/>
                <a:cs typeface="Times New Roman" pitchFamily="18" charset="0"/>
              </a:rPr>
              <a:t>11.11.2025</a:t>
            </a:r>
            <a:endParaRPr lang="it-IT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</a:t>
            </a:r>
            <a:r>
              <a:rPr lang="it-IT" sz="2000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it-IT" sz="2000" dirty="0" smtClean="0"/>
              <a:t>Prof</a:t>
            </a:r>
            <a:r>
              <a:rPr lang="it-IT" sz="2000" dirty="0"/>
              <a:t>. Dr. rer.nat. Alois Schaffarczyk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64180" y="4665554"/>
            <a:ext cx="77517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smtClean="0"/>
              <a:t>Team Members</a:t>
            </a:r>
            <a:r>
              <a:rPr lang="de-DE" sz="1600" dirty="0" smtClean="0"/>
              <a:t>: </a:t>
            </a:r>
            <a:r>
              <a:rPr lang="en-GB" sz="1600" b="1" dirty="0"/>
              <a:t>Jay </a:t>
            </a:r>
            <a:r>
              <a:rPr lang="en-GB" sz="1600" b="1" dirty="0" smtClean="0"/>
              <a:t>Pandya</a:t>
            </a:r>
            <a:r>
              <a:rPr lang="en-GB" sz="1600" dirty="0" smtClean="0"/>
              <a:t>, </a:t>
            </a:r>
            <a:r>
              <a:rPr lang="de-DE" sz="1600" dirty="0" smtClean="0"/>
              <a:t>Kandarp </a:t>
            </a:r>
            <a:r>
              <a:rPr lang="de-DE" sz="1600" dirty="0"/>
              <a:t>Pathak,</a:t>
            </a:r>
            <a:r>
              <a:rPr lang="en-GB" sz="1600" dirty="0"/>
              <a:t> Harsh Panchal, Daniyal Sikander </a:t>
            </a:r>
            <a:endParaRPr lang="de-DE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Foliennummernplatzhalter 24">
            <a:extLst>
              <a:ext uri="{FF2B5EF4-FFF2-40B4-BE49-F238E27FC236}">
                <a16:creationId xmlns:a16="http://schemas.microsoft.com/office/drawing/2014/main" id="{98408CB7-B6A0-46F5-ABCE-5E527AA1E6E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 dirty="0"/>
              <a:t> </a:t>
            </a:r>
            <a:fld id="{013F6232-4F06-48BA-8F69-BF531F607829}" type="slidenum">
              <a:rPr lang="en-GB" smtClean="0"/>
              <a:pPr algn="ctr"/>
              <a:t>1</a:t>
            </a:fld>
            <a:endParaRPr lang="en-GB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C33708F-5C1C-4DEB-9893-96704EE48E0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</a:t>
            </a:r>
            <a:r>
              <a:rPr lang="en-GB" dirty="0" smtClean="0"/>
              <a:t>Aerodynamics/ </a:t>
            </a:r>
            <a:r>
              <a:rPr lang="en-GB" dirty="0"/>
              <a:t>Optimus Syria</a:t>
            </a:r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55185CE4-A5C3-45EC-B552-A42597EFE5E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4" name="Datumsplatzhalter 4">
            <a:extLst>
              <a:ext uri="{FF2B5EF4-FFF2-40B4-BE49-F238E27FC236}">
                <a16:creationId xmlns:a16="http://schemas.microsoft.com/office/drawing/2014/main" id="{417D587D-76A0-4058-87DA-7E769D5E55A9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</p:spTree>
    <p:extLst>
      <p:ext uri="{BB962C8B-B14F-4D97-AF65-F5344CB8AC3E}">
        <p14:creationId xmlns:p14="http://schemas.microsoft.com/office/powerpoint/2010/main" val="151510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b="1" dirty="0"/>
              <a:t>List </a:t>
            </a:r>
            <a:r>
              <a:rPr lang="de-DE" sz="2400" b="1" dirty="0" err="1"/>
              <a:t>of</a:t>
            </a:r>
            <a:r>
              <a:rPr lang="de-DE" sz="2400" b="1" dirty="0"/>
              <a:t> </a:t>
            </a:r>
            <a:r>
              <a:rPr lang="de-DE" sz="2400" b="1" dirty="0" err="1"/>
              <a:t>contents</a:t>
            </a:r>
            <a:endParaRPr lang="de-DE" sz="2400" b="1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636319" y="1531916"/>
            <a:ext cx="10717481" cy="14283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dirty="0"/>
              <a:t>KSS code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dirty="0"/>
              <a:t>Output of IEA Wind 15MW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r>
              <a:rPr lang="en-US" dirty="0"/>
              <a:t>Segmentation error</a:t>
            </a:r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>
              <a:lnSpc>
                <a:spcPct val="400000"/>
              </a:lnSpc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lnSpc>
                <a:spcPct val="400000"/>
              </a:lnSpc>
              <a:buFont typeface="Arial" pitchFamily="34" charset="0"/>
              <a:buChar char="•"/>
            </a:pPr>
            <a:endParaRPr lang="en-US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72442" cy="3678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8" name="Datumsplatzhalter 4">
            <a:extLst>
              <a:ext uri="{FF2B5EF4-FFF2-40B4-BE49-F238E27FC236}">
                <a16:creationId xmlns:a16="http://schemas.microsoft.com/office/drawing/2014/main" id="{9982188D-DB72-4CAF-98D5-DE22407E3D28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BC9269D-F4B4-3623-34EB-CD874953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3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KSS Code</a:t>
            </a:r>
            <a:endParaRPr lang="de-DE" sz="2400" b="1" dirty="0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098551" cy="3678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A85B8DA-23F3-4768-8FBE-B758843AF63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26836" y="1874982"/>
            <a:ext cx="10049164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 smtClean="0"/>
              <a:t>KSS software </a:t>
            </a:r>
            <a:r>
              <a:rPr lang="en-IN" sz="1400" dirty="0"/>
              <a:t>is a computational tool that uses </a:t>
            </a:r>
            <a:r>
              <a:rPr lang="en-IN" sz="1400" b="1" dirty="0"/>
              <a:t>numerical methods and aerodynamic models</a:t>
            </a:r>
            <a:r>
              <a:rPr lang="en-IN" sz="1400" dirty="0"/>
              <a:t>—such</a:t>
            </a:r>
            <a:r>
              <a:rPr lang="en-IN" sz="1400" b="1" dirty="0"/>
              <a:t> </a:t>
            </a:r>
            <a:r>
              <a:rPr lang="en-IN" sz="1400" dirty="0"/>
              <a:t>as the </a:t>
            </a:r>
            <a:r>
              <a:rPr lang="en-IN" sz="1400" b="1" dirty="0"/>
              <a:t>Blade Element Momentum (BEM) </a:t>
            </a:r>
            <a:r>
              <a:rPr lang="en-IN" sz="1400" dirty="0"/>
              <a:t>theory and </a:t>
            </a:r>
            <a:r>
              <a:rPr lang="en-IN" sz="1400" b="1" dirty="0"/>
              <a:t>Computational Fluid Dynamics (CFD)</a:t>
            </a:r>
            <a:r>
              <a:rPr lang="en-IN" sz="1400" dirty="0"/>
              <a:t>—to </a:t>
            </a:r>
            <a:r>
              <a:rPr lang="en-IN" sz="1400" dirty="0" err="1"/>
              <a:t>analyze</a:t>
            </a:r>
            <a:r>
              <a:rPr lang="en-IN" sz="1400" dirty="0"/>
              <a:t> and optimize </a:t>
            </a:r>
            <a:r>
              <a:rPr lang="en-IN" sz="1400" b="1" dirty="0"/>
              <a:t>wind turbine rotor blade </a:t>
            </a:r>
            <a:r>
              <a:rPr lang="en-IN" sz="1400" b="1" dirty="0" smtClean="0"/>
              <a:t>performance.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/>
              <a:t>The software calculates key aerodynamic parameters such as </a:t>
            </a:r>
            <a:r>
              <a:rPr lang="en-IN" sz="1400" b="1" dirty="0"/>
              <a:t>lift, drag, power coefficient (</a:t>
            </a:r>
            <a:r>
              <a:rPr lang="en-IN" sz="1400" b="1" dirty="0" err="1"/>
              <a:t>Cp</a:t>
            </a:r>
            <a:r>
              <a:rPr lang="en-IN" sz="1400" b="1" dirty="0"/>
              <a:t>), thrust (CT), and torque</a:t>
            </a:r>
            <a:r>
              <a:rPr lang="en-IN" sz="1400" dirty="0"/>
              <a:t>, allowing engineers to evaluate and refine blade geometry for maximum efficiency and stability under varying wind conditions</a:t>
            </a:r>
            <a:r>
              <a:rPr lang="en-IN" sz="1400" dirty="0" smtClean="0"/>
              <a:t>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400" dirty="0"/>
              <a:t>Its flexibility, open-source environment, and data visualization capabilities make </a:t>
            </a:r>
            <a:r>
              <a:rPr lang="en-IN" sz="1400" dirty="0" smtClean="0"/>
              <a:t>KSS </a:t>
            </a:r>
            <a:r>
              <a:rPr lang="en-IN" sz="1400" dirty="0"/>
              <a:t>an essential platform for </a:t>
            </a:r>
            <a:r>
              <a:rPr lang="en-IN" sz="1400" b="1" dirty="0"/>
              <a:t>modern wind turbine aerodynamic design and research.</a:t>
            </a:r>
          </a:p>
          <a:p>
            <a:pPr marL="628650" lvl="1" indent="-171450" algn="just">
              <a:buFont typeface="Arial" panose="020B0604020202020204" pitchFamily="34" charset="0"/>
              <a:buChar char="•"/>
            </a:pPr>
            <a:endParaRPr lang="en-IN" sz="1200" dirty="0" smtClean="0"/>
          </a:p>
        </p:txBody>
      </p:sp>
    </p:spTree>
    <p:extLst>
      <p:ext uri="{BB962C8B-B14F-4D97-AF65-F5344CB8AC3E}">
        <p14:creationId xmlns:p14="http://schemas.microsoft.com/office/powerpoint/2010/main" val="1469653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0DF3F-BDDA-DA76-4A6F-CE8572BA6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CAE4E5-9171-994A-2764-15DA4FC4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4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7009BC6-9FB4-4475-E975-1D09260757F8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17023" cy="380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2C2EE7FC-FA2B-329E-7606-1DE35E2AB4A0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D0149319-9B3A-E7D3-2DF7-107D97204BF3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98A4F-33D9-D9D9-56A2-065D6CCBB619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EF2121-66B0-4082-A2E9-A1C5B3DAE4D2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ary"/>
              </a:rPr>
              <a:t>Output of IEA Wind 15MW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7A3928C-056C-E772-0B8D-B6648B06E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558" y="1406680"/>
            <a:ext cx="10182883" cy="501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4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714DF-9220-7D7E-003A-9819FCDDD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7DEABC-7502-EBDF-02E3-EA1EB9DD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5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10516B5C-F811-346A-E06C-466F496264B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35496" cy="3678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FDED4FD0-221D-5702-C1E5-5B9979D4DE4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DC03EE47-F08C-7C7C-0BA0-A9FED3B8278C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06F8DF-C1D1-21FF-7A4B-46C94172441F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D25EC-F827-D28F-AEA4-4C363A344F96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ary"/>
              </a:rPr>
              <a:t>Output of IEA Wind 15MW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341A49-03C3-6F22-062B-D234A2DB37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11" y="1566047"/>
            <a:ext cx="10212778" cy="491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546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ED304-8F22-503A-A1EA-C4AFF233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B3D538-84EF-386B-56AE-7B81343DC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6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C4251492-7431-20EB-DCFC-39D21B666D6B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080078" cy="3065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7F501998-E1F5-ECD6-0B78-CAEF42E01E8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12457EFC-A06B-CA9D-FB0A-7C79C55BFD26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934BD8-B8DF-EA00-2FAB-ABF5C88FED38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29AF67-D8DB-61F8-A2EF-8435C6C3274B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ary"/>
              </a:rPr>
              <a:t>Output of IEA Wind 15MW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C4E1C-821C-7878-4948-6280A63E4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7" y="1502335"/>
            <a:ext cx="10555445" cy="497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37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34D7D-88C4-EFD2-E66E-0CFE6BCAB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F5A9E6-B228-1060-E21A-1E9C1771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7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64146C5A-5CEB-126F-A94D-ACA8F3B232FC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135496" cy="3805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D0FF7D21-2296-E1F1-76E0-C0603F2BC27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C1440D33-3727-CD6D-FAF4-F3FF97F35D25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E9542D-E35B-56C4-3DCB-F3F2AF2FEE01}"/>
              </a:ext>
            </a:extLst>
          </p:cNvPr>
          <p:cNvSpPr txBox="1"/>
          <p:nvPr/>
        </p:nvSpPr>
        <p:spPr>
          <a:xfrm>
            <a:off x="886937" y="757711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F3509-A98F-87AB-CDCF-E108ECD811D7}"/>
              </a:ext>
            </a:extLst>
          </p:cNvPr>
          <p:cNvSpPr txBox="1"/>
          <p:nvPr/>
        </p:nvSpPr>
        <p:spPr>
          <a:xfrm>
            <a:off x="857248" y="78740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alibary"/>
              </a:rPr>
              <a:t>Output of IEA Wind 15MW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16BE8-099D-C6D5-A480-AD7A94547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60" y="1447506"/>
            <a:ext cx="10622479" cy="490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099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5376-6CBA-4DDE-2760-5910A706E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7DFD936-E433-14BA-0A66-648F6330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8</a:t>
            </a:fld>
            <a:endParaRPr lang="de-DE"/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005D1874-D05A-BDA6-CA81-DB761E20851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070842" cy="308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2" name="Textfeld 12">
            <a:extLst>
              <a:ext uri="{FF2B5EF4-FFF2-40B4-BE49-F238E27FC236}">
                <a16:creationId xmlns:a16="http://schemas.microsoft.com/office/drawing/2014/main" id="{AD919F20-DD77-D58A-2D34-D51CE22C62A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6" name="Datumsplatzhalter 4">
            <a:extLst>
              <a:ext uri="{FF2B5EF4-FFF2-40B4-BE49-F238E27FC236}">
                <a16:creationId xmlns:a16="http://schemas.microsoft.com/office/drawing/2014/main" id="{2E4C43E8-AC20-089A-F8C6-7B712E727CD2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F4F4A1-A296-171F-05F0-B255883A26E9}"/>
              </a:ext>
            </a:extLst>
          </p:cNvPr>
          <p:cNvSpPr txBox="1"/>
          <p:nvPr/>
        </p:nvSpPr>
        <p:spPr>
          <a:xfrm>
            <a:off x="791934" y="763850"/>
            <a:ext cx="60423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Segmentation Error</a:t>
            </a:r>
            <a:endParaRPr lang="en-US" sz="2400" b="1" dirty="0">
              <a:latin typeface="Calibary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0AACF6-ECC4-92AC-1636-10C4A361F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34" y="1429137"/>
            <a:ext cx="10626191" cy="508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6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062CE-AB43-84F5-DB50-89747CFA2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2B3848A-7210-9FFE-60B0-0A48ECE29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9</a:t>
            </a:fld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65B650-5C12-DCEA-370A-74CD7B7770A0}"/>
              </a:ext>
            </a:extLst>
          </p:cNvPr>
          <p:cNvSpPr txBox="1"/>
          <p:nvPr/>
        </p:nvSpPr>
        <p:spPr>
          <a:xfrm>
            <a:off x="857249" y="787400"/>
            <a:ext cx="1930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Bibliography</a:t>
            </a:r>
            <a:endParaRPr lang="de-DE" sz="2400" b="1" dirty="0"/>
          </a:p>
        </p:txBody>
      </p:sp>
      <p:sp>
        <p:nvSpPr>
          <p:cNvPr id="14" name="Fußzeilenplatzhalter 5">
            <a:extLst>
              <a:ext uri="{FF2B5EF4-FFF2-40B4-BE49-F238E27FC236}">
                <a16:creationId xmlns:a16="http://schemas.microsoft.com/office/drawing/2014/main" id="{58FE4F8B-7E21-40B8-1C54-A5EE8116A84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3089314" cy="3083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Rotor Blade Aerodynamics/ Optimus Syria</a:t>
            </a:r>
            <a:endParaRPr lang="en-GB" dirty="0"/>
          </a:p>
        </p:txBody>
      </p:sp>
      <p:sp>
        <p:nvSpPr>
          <p:cNvPr id="15" name="Textfeld 12">
            <a:extLst>
              <a:ext uri="{FF2B5EF4-FFF2-40B4-BE49-F238E27FC236}">
                <a16:creationId xmlns:a16="http://schemas.microsoft.com/office/drawing/2014/main" id="{FD893080-6DAE-DA86-12D0-34A77F409673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latin typeface="Times New Roman" pitchFamily="18" charset="0"/>
                <a:cs typeface="Times New Roman" pitchFamily="18" charset="0"/>
              </a:rPr>
              <a:t>Jay Pandya</a:t>
            </a:r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0A37090C-7749-16F9-501E-6104E0EC5591}"/>
              </a:ext>
            </a:extLst>
          </p:cNvPr>
          <p:cNvSpPr txBox="1">
            <a:spLocks/>
          </p:cNvSpPr>
          <p:nvPr/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11.11.2025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693C0B-6526-C4D4-FCC1-931F741AED90}"/>
              </a:ext>
            </a:extLst>
          </p:cNvPr>
          <p:cNvSpPr txBox="1"/>
          <p:nvPr/>
        </p:nvSpPr>
        <p:spPr>
          <a:xfrm>
            <a:off x="838200" y="1651107"/>
            <a:ext cx="6136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Self Generated Content (09.11.2025)(13:45)</a:t>
            </a:r>
          </a:p>
        </p:txBody>
      </p:sp>
    </p:spTree>
    <p:extLst>
      <p:ext uri="{BB962C8B-B14F-4D97-AF65-F5344CB8AC3E}">
        <p14:creationId xmlns:p14="http://schemas.microsoft.com/office/powerpoint/2010/main" val="246274416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template_final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525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3378</TotalTime>
  <Words>278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Aptos</vt:lpstr>
      <vt:lpstr>Aptos (Textkörper)</vt:lpstr>
      <vt:lpstr>Aptos Display</vt:lpstr>
      <vt:lpstr>Arial</vt:lpstr>
      <vt:lpstr>Calibary</vt:lpstr>
      <vt:lpstr>Calibri</vt:lpstr>
      <vt:lpstr>Calibri Light</vt:lpstr>
      <vt:lpstr>Times New Roman</vt:lpstr>
      <vt:lpstr>Presentation template_final</vt:lpstr>
      <vt:lpstr>Custom Design</vt:lpstr>
      <vt:lpstr>Benutzerdefiniertes Design</vt:lpstr>
      <vt:lpstr>Weekly report: Rotor Blade Aerodynamics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report: Tower structure</dc:title>
  <dc:creator>dell</dc:creator>
  <cp:lastModifiedBy>pandyajay245@gmail.com</cp:lastModifiedBy>
  <cp:revision>63</cp:revision>
  <dcterms:created xsi:type="dcterms:W3CDTF">2025-09-28T13:42:33Z</dcterms:created>
  <dcterms:modified xsi:type="dcterms:W3CDTF">2025-11-09T18:12:13Z</dcterms:modified>
</cp:coreProperties>
</file>