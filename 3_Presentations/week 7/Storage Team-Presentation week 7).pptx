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9" r:id="rId4"/>
    <p:sldId id="268" r:id="rId5"/>
    <p:sldId id="276" r:id="rId6"/>
    <p:sldId id="275" r:id="rId7"/>
    <p:sldId id="274" r:id="rId8"/>
    <p:sldId id="273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68"/>
            <p14:sldId id="276"/>
            <p14:sldId id="275"/>
            <p14:sldId id="274"/>
            <p14:sldId id="273"/>
          </p14:sldIdLst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5441" autoAdjust="0"/>
  </p:normalViewPr>
  <p:slideViewPr>
    <p:cSldViewPr snapToGrid="0">
      <p:cViewPr varScale="1">
        <p:scale>
          <a:sx n="82" d="100"/>
          <a:sy n="82" d="100"/>
        </p:scale>
        <p:origin x="72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Alywa" userId="5eb53c361333d4c9" providerId="LiveId" clId="{5F2B34DC-6748-43ED-BAC2-34DBA55EE264}"/>
    <pc:docChg chg="undo redo custSel addSld delSld modSld sldOrd modSection">
      <pc:chgData name="mohamed Alywa" userId="5eb53c361333d4c9" providerId="LiveId" clId="{5F2B34DC-6748-43ED-BAC2-34DBA55EE264}" dt="2025-11-08T19:46:10.340" v="1069" actId="20577"/>
      <pc:docMkLst>
        <pc:docMk/>
      </pc:docMkLst>
      <pc:sldChg chg="modSp mod">
        <pc:chgData name="mohamed Alywa" userId="5eb53c361333d4c9" providerId="LiveId" clId="{5F2B34DC-6748-43ED-BAC2-34DBA55EE264}" dt="2025-11-08T17:28:38.777" v="579"/>
        <pc:sldMkLst>
          <pc:docMk/>
          <pc:sldMk cId="0" sldId="256"/>
        </pc:sldMkLst>
        <pc:spChg chg="mod">
          <ac:chgData name="mohamed Alywa" userId="5eb53c361333d4c9" providerId="LiveId" clId="{5F2B34DC-6748-43ED-BAC2-34DBA55EE264}" dt="2025-11-08T16:06:03.574" v="239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28:38.777" v="579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mod modClrScheme chgLayout">
        <pc:chgData name="mohamed Alywa" userId="5eb53c361333d4c9" providerId="LiveId" clId="{5F2B34DC-6748-43ED-BAC2-34DBA55EE264}" dt="2025-11-08T19:42:56.645" v="1065" actId="1076"/>
        <pc:sldMkLst>
          <pc:docMk/>
          <pc:sldMk cId="0" sldId="259"/>
        </pc:sldMkLst>
        <pc:spChg chg="add del mod ord">
          <ac:chgData name="mohamed Alywa" userId="5eb53c361333d4c9" providerId="LiveId" clId="{5F2B34DC-6748-43ED-BAC2-34DBA55EE264}" dt="2025-11-08T19:38:29.841" v="1005" actId="478"/>
          <ac:spMkLst>
            <pc:docMk/>
            <pc:sldMk cId="0" sldId="259"/>
            <ac:spMk id="2" creationId="{9A71A616-98F5-4EC7-99F0-C94A27D81FEE}"/>
          </ac:spMkLst>
        </pc:spChg>
        <pc:spChg chg="add del mod ord">
          <ac:chgData name="mohamed Alywa" userId="5eb53c361333d4c9" providerId="LiveId" clId="{5F2B34DC-6748-43ED-BAC2-34DBA55EE264}" dt="2025-11-08T19:38:31.512" v="1006" actId="478"/>
          <ac:spMkLst>
            <pc:docMk/>
            <pc:sldMk cId="0" sldId="259"/>
            <ac:spMk id="3" creationId="{822638A2-EE98-4673-93D5-18E3367C7F3F}"/>
          </ac:spMkLst>
        </pc:spChg>
        <pc:spChg chg="add del mod ord">
          <ac:chgData name="mohamed Alywa" userId="5eb53c361333d4c9" providerId="LiveId" clId="{5F2B34DC-6748-43ED-BAC2-34DBA55EE264}" dt="2025-11-08T19:38:19.558" v="1003" actId="931"/>
          <ac:spMkLst>
            <pc:docMk/>
            <pc:sldMk cId="0" sldId="259"/>
            <ac:spMk id="4" creationId="{C1F07B8A-16AE-43FB-B2FF-BA59059B8130}"/>
          </ac:spMkLst>
        </pc:spChg>
        <pc:spChg chg="mod ord">
          <ac:chgData name="mohamed Alywa" userId="5eb53c361333d4c9" providerId="LiveId" clId="{5F2B34DC-6748-43ED-BAC2-34DBA55EE264}" dt="2025-11-08T19:38:12.413" v="1002" actId="7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5:41.093" v="514"/>
          <ac:spMkLst>
            <pc:docMk/>
            <pc:sldMk cId="0" sldId="259"/>
            <ac:spMk id="15" creationId="{00000000-0000-0000-0000-000000000000}"/>
          </ac:spMkLst>
        </pc:spChg>
        <pc:spChg chg="add mod">
          <ac:chgData name="mohamed Alywa" userId="5eb53c361333d4c9" providerId="LiveId" clId="{5F2B34DC-6748-43ED-BAC2-34DBA55EE264}" dt="2025-11-08T19:42:56.645" v="1065" actId="1076"/>
          <ac:spMkLst>
            <pc:docMk/>
            <pc:sldMk cId="0" sldId="259"/>
            <ac:spMk id="18" creationId="{28F42EB3-F490-47FF-B6CA-3B844A7A93E6}"/>
          </ac:spMkLst>
        </pc:spChg>
        <pc:spChg chg="mod">
          <ac:chgData name="mohamed Alywa" userId="5eb53c361333d4c9" providerId="LiveId" clId="{5F2B34DC-6748-43ED-BAC2-34DBA55EE264}" dt="2025-11-08T19:36:20.719" v="1001"/>
          <ac:spMkLst>
            <pc:docMk/>
            <pc:sldMk cId="0" sldId="259"/>
            <ac:spMk id="19" creationId="{00000000-0000-0000-0000-000000000000}"/>
          </ac:spMkLst>
        </pc:spChg>
        <pc:spChg chg="add mod">
          <ac:chgData name="mohamed Alywa" userId="5eb53c361333d4c9" providerId="LiveId" clId="{5F2B34DC-6748-43ED-BAC2-34DBA55EE264}" dt="2025-11-08T19:39:52.640" v="1038"/>
          <ac:spMkLst>
            <pc:docMk/>
            <pc:sldMk cId="0" sldId="259"/>
            <ac:spMk id="20" creationId="{2BD0EF25-9C31-465D-A782-00E58F9E1039}"/>
          </ac:spMkLst>
        </pc:spChg>
        <pc:picChg chg="add mod">
          <ac:chgData name="mohamed Alywa" userId="5eb53c361333d4c9" providerId="LiveId" clId="{5F2B34DC-6748-43ED-BAC2-34DBA55EE264}" dt="2025-11-08T19:38:49.799" v="1035" actId="1038"/>
          <ac:picMkLst>
            <pc:docMk/>
            <pc:sldMk cId="0" sldId="259"/>
            <ac:picMk id="7" creationId="{BEBF12EA-F715-40DC-BD56-61AD50D1C92C}"/>
          </ac:picMkLst>
        </pc:picChg>
      </pc:sldChg>
      <pc:sldChg chg="del ord">
        <pc:chgData name="mohamed Alywa" userId="5eb53c361333d4c9" providerId="LiveId" clId="{5F2B34DC-6748-43ED-BAC2-34DBA55EE264}" dt="2025-11-08T16:49:00.013" v="425" actId="2696"/>
        <pc:sldMkLst>
          <pc:docMk/>
          <pc:sldMk cId="0" sldId="261"/>
        </pc:sldMkLst>
      </pc:sldChg>
      <pc:sldChg chg="del">
        <pc:chgData name="mohamed Alywa" userId="5eb53c361333d4c9" providerId="LiveId" clId="{5F2B34DC-6748-43ED-BAC2-34DBA55EE264}" dt="2025-11-08T16:09:01.022" v="241" actId="2696"/>
        <pc:sldMkLst>
          <pc:docMk/>
          <pc:sldMk cId="0" sldId="263"/>
        </pc:sldMkLst>
      </pc:sldChg>
      <pc:sldChg chg="addSp delSp modSp mod ord">
        <pc:chgData name="mohamed Alywa" userId="5eb53c361333d4c9" providerId="LiveId" clId="{5F2B34DC-6748-43ED-BAC2-34DBA55EE264}" dt="2025-11-08T19:34:39.144" v="993" actId="2710"/>
        <pc:sldMkLst>
          <pc:docMk/>
          <pc:sldMk cId="0" sldId="268"/>
        </pc:sldMkLst>
        <pc:spChg chg="mod">
          <ac:chgData name="mohamed Alywa" userId="5eb53c361333d4c9" providerId="LiveId" clId="{5F2B34DC-6748-43ED-BAC2-34DBA55EE264}" dt="2025-11-08T19:03:38.222" v="872" actId="1076"/>
          <ac:spMkLst>
            <pc:docMk/>
            <pc:sldMk cId="0" sldId="268"/>
            <ac:spMk id="2" creationId="{00000000-0000-0000-0000-000000000000}"/>
          </ac:spMkLst>
        </pc:spChg>
        <pc:spChg chg="del">
          <ac:chgData name="mohamed Alywa" userId="5eb53c361333d4c9" providerId="LiveId" clId="{5F2B34DC-6748-43ED-BAC2-34DBA55EE264}" dt="2025-11-08T15:38:58.038" v="17" actId="478"/>
          <ac:spMkLst>
            <pc:docMk/>
            <pc:sldMk cId="0" sldId="268"/>
            <ac:spMk id="18" creationId="{00000000-0000-0000-0000-000000000000}"/>
          </ac:spMkLst>
        </pc:spChg>
        <pc:spChg chg="add del mod">
          <ac:chgData name="mohamed Alywa" userId="5eb53c361333d4c9" providerId="LiveId" clId="{5F2B34DC-6748-43ED-BAC2-34DBA55EE264}" dt="2025-11-08T19:34:39.144" v="993" actId="2710"/>
          <ac:spMkLst>
            <pc:docMk/>
            <pc:sldMk cId="0" sldId="268"/>
            <ac:spMk id="19" creationId="{00000000-0000-0000-0000-000000000000}"/>
          </ac:spMkLst>
        </pc:spChg>
        <pc:spChg chg="del">
          <ac:chgData name="mohamed Alywa" userId="5eb53c361333d4c9" providerId="LiveId" clId="{5F2B34DC-6748-43ED-BAC2-34DBA55EE264}" dt="2025-11-08T15:39:09.147" v="23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mohamed Alywa" userId="5eb53c361333d4c9" providerId="LiveId" clId="{5F2B34DC-6748-43ED-BAC2-34DBA55EE264}" dt="2025-11-08T15:39:10.974" v="24" actId="478"/>
          <ac:spMkLst>
            <pc:docMk/>
            <pc:sldMk cId="0" sldId="268"/>
            <ac:spMk id="23" creationId="{00000000-0000-0000-0000-000000000000}"/>
          </ac:spMkLst>
        </pc:spChg>
        <pc:spChg chg="del">
          <ac:chgData name="mohamed Alywa" userId="5eb53c361333d4c9" providerId="LiveId" clId="{5F2B34DC-6748-43ED-BAC2-34DBA55EE264}" dt="2025-11-08T15:39:03.911" v="19" actId="478"/>
          <ac:spMkLst>
            <pc:docMk/>
            <pc:sldMk cId="0" sldId="268"/>
            <ac:spMk id="24" creationId="{00000000-0000-0000-0000-000000000000}"/>
          </ac:spMkLst>
        </pc:spChg>
        <pc:spChg chg="del mod">
          <ac:chgData name="mohamed Alywa" userId="5eb53c361333d4c9" providerId="LiveId" clId="{5F2B34DC-6748-43ED-BAC2-34DBA55EE264}" dt="2025-11-08T15:39:13.939" v="27" actId="478"/>
          <ac:spMkLst>
            <pc:docMk/>
            <pc:sldMk cId="0" sldId="268"/>
            <ac:spMk id="31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5:49.754" v="516"/>
          <ac:spMkLst>
            <pc:docMk/>
            <pc:sldMk cId="0" sldId="268"/>
            <ac:spMk id="32" creationId="{00000000-0000-0000-0000-000000000000}"/>
          </ac:spMkLst>
        </pc:spChg>
        <pc:grpChg chg="del">
          <ac:chgData name="mohamed Alywa" userId="5eb53c361333d4c9" providerId="LiveId" clId="{5F2B34DC-6748-43ED-BAC2-34DBA55EE264}" dt="2025-11-08T15:38:56.019" v="16" actId="478"/>
          <ac:grpSpMkLst>
            <pc:docMk/>
            <pc:sldMk cId="0" sldId="268"/>
            <ac:grpSpMk id="7" creationId="{00000000-0000-0000-0000-000000000000}"/>
          </ac:grpSpMkLst>
        </pc:grpChg>
        <pc:cxnChg chg="del">
          <ac:chgData name="mohamed Alywa" userId="5eb53c361333d4c9" providerId="LiveId" clId="{5F2B34DC-6748-43ED-BAC2-34DBA55EE264}" dt="2025-11-08T15:39:12.048" v="25" actId="478"/>
          <ac:cxnSpMkLst>
            <pc:docMk/>
            <pc:sldMk cId="0" sldId="268"/>
            <ac:cxnSpMk id="21" creationId="{00000000-0000-0000-0000-000000000000}"/>
          </ac:cxnSpMkLst>
        </pc:cxnChg>
      </pc:sldChg>
      <pc:sldChg chg="modSp mod">
        <pc:chgData name="mohamed Alywa" userId="5eb53c361333d4c9" providerId="LiveId" clId="{5F2B34DC-6748-43ED-BAC2-34DBA55EE264}" dt="2025-11-08T19:33:36.915" v="989" actId="5793"/>
        <pc:sldMkLst>
          <pc:docMk/>
          <pc:sldMk cId="0" sldId="269"/>
        </pc:sldMkLst>
        <pc:spChg chg="mod">
          <ac:chgData name="mohamed Alywa" userId="5eb53c361333d4c9" providerId="LiveId" clId="{5F2B34DC-6748-43ED-BAC2-34DBA55EE264}" dt="2025-11-08T17:16:01.628" v="519"/>
          <ac:spMkLst>
            <pc:docMk/>
            <pc:sldMk cId="0" sldId="269"/>
            <ac:spMk id="15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9:33:36.915" v="989" actId="5793"/>
          <ac:spMkLst>
            <pc:docMk/>
            <pc:sldMk cId="0" sldId="269"/>
            <ac:spMk id="19" creationId="{00000000-0000-0000-0000-000000000000}"/>
          </ac:spMkLst>
        </pc:spChg>
      </pc:sldChg>
      <pc:sldChg chg="addSp delSp modSp del mod">
        <pc:chgData name="mohamed Alywa" userId="5eb53c361333d4c9" providerId="LiveId" clId="{5F2B34DC-6748-43ED-BAC2-34DBA55EE264}" dt="2025-11-08T16:46:34.475" v="416" actId="2696"/>
        <pc:sldMkLst>
          <pc:docMk/>
          <pc:sldMk cId="0" sldId="272"/>
        </pc:sldMkLst>
        <pc:spChg chg="mod">
          <ac:chgData name="mohamed Alywa" userId="5eb53c361333d4c9" providerId="LiveId" clId="{5F2B34DC-6748-43ED-BAC2-34DBA55EE264}" dt="2025-11-08T15:37:37.269" v="5" actId="20577"/>
          <ac:spMkLst>
            <pc:docMk/>
            <pc:sldMk cId="0" sldId="272"/>
            <ac:spMk id="2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5:57:30.570" v="189" actId="20577"/>
          <ac:spMkLst>
            <pc:docMk/>
            <pc:sldMk cId="0" sldId="272"/>
            <ac:spMk id="3" creationId="{00000000-0000-0000-0000-000000000000}"/>
          </ac:spMkLst>
        </pc:spChg>
        <pc:spChg chg="add del mod">
          <ac:chgData name="mohamed Alywa" userId="5eb53c361333d4c9" providerId="LiveId" clId="{5F2B34DC-6748-43ED-BAC2-34DBA55EE264}" dt="2025-11-08T15:54:38.077" v="101" actId="20577"/>
          <ac:spMkLst>
            <pc:docMk/>
            <pc:sldMk cId="0" sldId="272"/>
            <ac:spMk id="8" creationId="{00000000-0000-0000-0000-000000000000}"/>
          </ac:spMkLst>
        </pc:spChg>
        <pc:spChg chg="add del mod">
          <ac:chgData name="mohamed Alywa" userId="5eb53c361333d4c9" providerId="LiveId" clId="{5F2B34DC-6748-43ED-BAC2-34DBA55EE264}" dt="2025-11-08T15:54:42.707" v="104" actId="20577"/>
          <ac:spMkLst>
            <pc:docMk/>
            <pc:sldMk cId="0" sldId="272"/>
            <ac:spMk id="17" creationId="{00000000-0000-0000-0000-000000000000}"/>
          </ac:spMkLst>
        </pc:spChg>
        <pc:spChg chg="add del mod topLvl">
          <ac:chgData name="mohamed Alywa" userId="5eb53c361333d4c9" providerId="LiveId" clId="{5F2B34DC-6748-43ED-BAC2-34DBA55EE264}" dt="2025-11-08T15:53:47.202" v="88" actId="478"/>
          <ac:spMkLst>
            <pc:docMk/>
            <pc:sldMk cId="0" sldId="272"/>
            <ac:spMk id="18" creationId="{00000000-0000-0000-0000-000000000000}"/>
          </ac:spMkLst>
        </pc:spChg>
        <pc:spChg chg="add mod">
          <ac:chgData name="mohamed Alywa" userId="5eb53c361333d4c9" providerId="LiveId" clId="{5F2B34DC-6748-43ED-BAC2-34DBA55EE264}" dt="2025-11-08T15:54:05.158" v="90" actId="571"/>
          <ac:spMkLst>
            <pc:docMk/>
            <pc:sldMk cId="0" sldId="272"/>
            <ac:spMk id="19" creationId="{CF320840-7123-4ACC-B359-B112815B552B}"/>
          </ac:spMkLst>
        </pc:spChg>
        <pc:spChg chg="mod">
          <ac:chgData name="mohamed Alywa" userId="5eb53c361333d4c9" providerId="LiveId" clId="{5F2B34DC-6748-43ED-BAC2-34DBA55EE264}" dt="2025-11-08T15:54:05.158" v="90" actId="571"/>
          <ac:spMkLst>
            <pc:docMk/>
            <pc:sldMk cId="0" sldId="272"/>
            <ac:spMk id="23" creationId="{5365D142-4697-49F4-BBB0-E4D7BC758468}"/>
          </ac:spMkLst>
        </pc:spChg>
        <pc:spChg chg="mod">
          <ac:chgData name="mohamed Alywa" userId="5eb53c361333d4c9" providerId="LiveId" clId="{5F2B34DC-6748-43ED-BAC2-34DBA55EE264}" dt="2025-11-08T15:54:05.158" v="90" actId="571"/>
          <ac:spMkLst>
            <pc:docMk/>
            <pc:sldMk cId="0" sldId="272"/>
            <ac:spMk id="24" creationId="{6DC02928-142F-4C50-B7BE-EEF7B6A6D68C}"/>
          </ac:spMkLst>
        </pc:spChg>
        <pc:spChg chg="add del mod">
          <ac:chgData name="mohamed Alywa" userId="5eb53c361333d4c9" providerId="LiveId" clId="{5F2B34DC-6748-43ED-BAC2-34DBA55EE264}" dt="2025-11-08T15:54:21.643" v="94"/>
          <ac:spMkLst>
            <pc:docMk/>
            <pc:sldMk cId="0" sldId="272"/>
            <ac:spMk id="26" creationId="{219F5820-94CD-48A1-9CF7-5150F2093C44}"/>
          </ac:spMkLst>
        </pc:spChg>
        <pc:spChg chg="mod">
          <ac:chgData name="mohamed Alywa" userId="5eb53c361333d4c9" providerId="LiveId" clId="{5F2B34DC-6748-43ED-BAC2-34DBA55EE264}" dt="2025-11-08T15:55:29.585" v="136" actId="20577"/>
          <ac:spMkLst>
            <pc:docMk/>
            <pc:sldMk cId="0" sldId="272"/>
            <ac:spMk id="29" creationId="{DEB80234-4B7B-4E1C-B29C-B0368448AA52}"/>
          </ac:spMkLst>
        </pc:spChg>
        <pc:spChg chg="mod">
          <ac:chgData name="mohamed Alywa" userId="5eb53c361333d4c9" providerId="LiveId" clId="{5F2B34DC-6748-43ED-BAC2-34DBA55EE264}" dt="2025-11-08T15:55:34.042" v="139" actId="20577"/>
          <ac:spMkLst>
            <pc:docMk/>
            <pc:sldMk cId="0" sldId="272"/>
            <ac:spMk id="30" creationId="{092524F0-52A1-4A0A-BA8F-DD49F579C5D5}"/>
          </ac:spMkLst>
        </pc:spChg>
        <pc:grpChg chg="add del mod">
          <ac:chgData name="mohamed Alywa" userId="5eb53c361333d4c9" providerId="LiveId" clId="{5F2B34DC-6748-43ED-BAC2-34DBA55EE264}" dt="2025-11-08T15:57:35.474" v="190" actId="1076"/>
          <ac:grpSpMkLst>
            <pc:docMk/>
            <pc:sldMk cId="0" sldId="272"/>
            <ac:grpSpMk id="5" creationId="{00000000-0000-0000-0000-000000000000}"/>
          </ac:grpSpMkLst>
        </pc:grpChg>
        <pc:grpChg chg="add mod">
          <ac:chgData name="mohamed Alywa" userId="5eb53c361333d4c9" providerId="LiveId" clId="{5F2B34DC-6748-43ED-BAC2-34DBA55EE264}" dt="2025-11-08T15:54:05.158" v="90" actId="571"/>
          <ac:grpSpMkLst>
            <pc:docMk/>
            <pc:sldMk cId="0" sldId="272"/>
            <ac:grpSpMk id="21" creationId="{A85C58EE-37F6-4184-A9F9-FA7C0F8633CF}"/>
          </ac:grpSpMkLst>
        </pc:grpChg>
        <pc:grpChg chg="add mod">
          <ac:chgData name="mohamed Alywa" userId="5eb53c361333d4c9" providerId="LiveId" clId="{5F2B34DC-6748-43ED-BAC2-34DBA55EE264}" dt="2025-11-08T15:57:09.394" v="179" actId="1076"/>
          <ac:grpSpMkLst>
            <pc:docMk/>
            <pc:sldMk cId="0" sldId="272"/>
            <ac:grpSpMk id="27" creationId="{3EB60716-4F99-45B4-BC49-8CB313C96A31}"/>
          </ac:grpSpMkLst>
        </pc:grpChg>
        <pc:cxnChg chg="mod topLvl">
          <ac:chgData name="mohamed Alywa" userId="5eb53c361333d4c9" providerId="LiveId" clId="{5F2B34DC-6748-43ED-BAC2-34DBA55EE264}" dt="2025-11-08T15:53:41.379" v="85" actId="478"/>
          <ac:cxnSpMkLst>
            <pc:docMk/>
            <pc:sldMk cId="0" sldId="272"/>
            <ac:cxnSpMk id="7" creationId="{00000000-0000-0000-0000-000000000000}"/>
          </ac:cxnSpMkLst>
        </pc:cxnChg>
        <pc:cxnChg chg="mod">
          <ac:chgData name="mohamed Alywa" userId="5eb53c361333d4c9" providerId="LiveId" clId="{5F2B34DC-6748-43ED-BAC2-34DBA55EE264}" dt="2025-11-08T15:54:05.158" v="90" actId="571"/>
          <ac:cxnSpMkLst>
            <pc:docMk/>
            <pc:sldMk cId="0" sldId="272"/>
            <ac:cxnSpMk id="22" creationId="{8DF29A49-22BE-4D10-B79E-13D67375B4C4}"/>
          </ac:cxnSpMkLst>
        </pc:cxnChg>
        <pc:cxnChg chg="add del mod">
          <ac:chgData name="mohamed Alywa" userId="5eb53c361333d4c9" providerId="LiveId" clId="{5F2B34DC-6748-43ED-BAC2-34DBA55EE264}" dt="2025-11-08T15:54:09.184" v="92"/>
          <ac:cxnSpMkLst>
            <pc:docMk/>
            <pc:sldMk cId="0" sldId="272"/>
            <ac:cxnSpMk id="25" creationId="{AF09265A-4070-4597-BFF6-2BC2AF6C33BE}"/>
          </ac:cxnSpMkLst>
        </pc:cxnChg>
        <pc:cxnChg chg="mod">
          <ac:chgData name="mohamed Alywa" userId="5eb53c361333d4c9" providerId="LiveId" clId="{5F2B34DC-6748-43ED-BAC2-34DBA55EE264}" dt="2025-11-08T15:55:20.131" v="128"/>
          <ac:cxnSpMkLst>
            <pc:docMk/>
            <pc:sldMk cId="0" sldId="272"/>
            <ac:cxnSpMk id="28" creationId="{F66E1C3D-BAEF-410C-B42A-3016102D4D76}"/>
          </ac:cxnSpMkLst>
        </pc:cxnChg>
      </pc:sldChg>
      <pc:sldChg chg="addSp delSp modSp mod ord modClrScheme chgLayout">
        <pc:chgData name="mohamed Alywa" userId="5eb53c361333d4c9" providerId="LiveId" clId="{5F2B34DC-6748-43ED-BAC2-34DBA55EE264}" dt="2025-11-08T19:46:10.340" v="1069" actId="20577"/>
        <pc:sldMkLst>
          <pc:docMk/>
          <pc:sldMk cId="0" sldId="273"/>
        </pc:sldMkLst>
        <pc:spChg chg="mod ord">
          <ac:chgData name="mohamed Alywa" userId="5eb53c361333d4c9" providerId="LiveId" clId="{5F2B34DC-6748-43ED-BAC2-34DBA55EE264}" dt="2025-11-08T19:25:38.685" v="960" actId="1076"/>
          <ac:spMkLst>
            <pc:docMk/>
            <pc:sldMk cId="0" sldId="273"/>
            <ac:spMk id="2" creationId="{00000000-0000-0000-0000-000000000000}"/>
          </ac:spMkLst>
        </pc:spChg>
        <pc:spChg chg="del">
          <ac:chgData name="mohamed Alywa" userId="5eb53c361333d4c9" providerId="LiveId" clId="{5F2B34DC-6748-43ED-BAC2-34DBA55EE264}" dt="2025-11-08T16:05:32.032" v="235" actId="478"/>
          <ac:spMkLst>
            <pc:docMk/>
            <pc:sldMk cId="0" sldId="273"/>
            <ac:spMk id="4" creationId="{00000000-0000-0000-0000-000000000000}"/>
          </ac:spMkLst>
        </pc:spChg>
        <pc:spChg chg="add del mod ord">
          <ac:chgData name="mohamed Alywa" userId="5eb53c361333d4c9" providerId="LiveId" clId="{5F2B34DC-6748-43ED-BAC2-34DBA55EE264}" dt="2025-11-08T19:23:10.146" v="897" actId="931"/>
          <ac:spMkLst>
            <pc:docMk/>
            <pc:sldMk cId="0" sldId="273"/>
            <ac:spMk id="4" creationId="{C6C55A52-62B0-4783-A6A2-4029803F3CB4}"/>
          </ac:spMkLst>
        </pc:spChg>
        <pc:spChg chg="add del mod">
          <ac:chgData name="mohamed Alywa" userId="5eb53c361333d4c9" providerId="LiveId" clId="{5F2B34DC-6748-43ED-BAC2-34DBA55EE264}" dt="2025-11-08T16:05:34.408" v="236" actId="478"/>
          <ac:spMkLst>
            <pc:docMk/>
            <pc:sldMk cId="0" sldId="273"/>
            <ac:spMk id="5" creationId="{A438EC39-E172-4785-B733-99F299DDEB53}"/>
          </ac:spMkLst>
        </pc:spChg>
        <pc:spChg chg="add del">
          <ac:chgData name="mohamed Alywa" userId="5eb53c361333d4c9" providerId="LiveId" clId="{5F2B34DC-6748-43ED-BAC2-34DBA55EE264}" dt="2025-11-08T19:28:19.086" v="964" actId="478"/>
          <ac:spMkLst>
            <pc:docMk/>
            <pc:sldMk cId="0" sldId="273"/>
            <ac:spMk id="8" creationId="{53433DBD-90CD-4C01-BF09-37FB15E97988}"/>
          </ac:spMkLst>
        </pc:spChg>
        <pc:spChg chg="mod ord">
          <ac:chgData name="mohamed Alywa" userId="5eb53c361333d4c9" providerId="LiveId" clId="{5F2B34DC-6748-43ED-BAC2-34DBA55EE264}" dt="2025-11-08T19:22:55.590" v="895" actId="700"/>
          <ac:spMkLst>
            <pc:docMk/>
            <pc:sldMk cId="0" sldId="273"/>
            <ac:spMk id="13" creationId="{00000000-0000-0000-0000-000000000000}"/>
          </ac:spMkLst>
        </pc:spChg>
        <pc:spChg chg="add del">
          <ac:chgData name="mohamed Alywa" userId="5eb53c361333d4c9" providerId="LiveId" clId="{5F2B34DC-6748-43ED-BAC2-34DBA55EE264}" dt="2025-11-08T19:28:36.301" v="966" actId="11529"/>
          <ac:spMkLst>
            <pc:docMk/>
            <pc:sldMk cId="0" sldId="273"/>
            <ac:spMk id="15" creationId="{264DEEE6-B32E-423C-B80F-CDD60725C342}"/>
          </ac:spMkLst>
        </pc:spChg>
        <pc:spChg chg="add mod">
          <ac:chgData name="mohamed Alywa" userId="5eb53c361333d4c9" providerId="LiveId" clId="{5F2B34DC-6748-43ED-BAC2-34DBA55EE264}" dt="2025-11-08T19:46:10.340" v="1069" actId="20577"/>
          <ac:spMkLst>
            <pc:docMk/>
            <pc:sldMk cId="0" sldId="273"/>
            <ac:spMk id="17" creationId="{B7B85A80-F3B0-4628-8327-6B5620D1EDF3}"/>
          </ac:spMkLst>
        </pc:spChg>
        <pc:spChg chg="add mod ord">
          <ac:chgData name="mohamed Alywa" userId="5eb53c361333d4c9" providerId="LiveId" clId="{5F2B34DC-6748-43ED-BAC2-34DBA55EE264}" dt="2025-11-08T19:30:24.350" v="982" actId="1582"/>
          <ac:spMkLst>
            <pc:docMk/>
            <pc:sldMk cId="0" sldId="273"/>
            <ac:spMk id="18" creationId="{1CE071CE-BDDF-4EE8-9D14-6D4A28A69B33}"/>
          </ac:spMkLst>
        </pc:spChg>
        <pc:spChg chg="mod">
          <ac:chgData name="mohamed Alywa" userId="5eb53c361333d4c9" providerId="LiveId" clId="{5F2B34DC-6748-43ED-BAC2-34DBA55EE264}" dt="2025-11-08T16:13:57.818" v="251" actId="6549"/>
          <ac:spMkLst>
            <pc:docMk/>
            <pc:sldMk cId="0" sldId="273"/>
            <ac:spMk id="24" creationId="{00000000-0000-0000-0000-000000000000}"/>
          </ac:spMkLst>
        </pc:spChg>
        <pc:spChg chg="add mod">
          <ac:chgData name="mohamed Alywa" userId="5eb53c361333d4c9" providerId="LiveId" clId="{5F2B34DC-6748-43ED-BAC2-34DBA55EE264}" dt="2025-11-08T19:40:07.298" v="1043" actId="1036"/>
          <ac:spMkLst>
            <pc:docMk/>
            <pc:sldMk cId="0" sldId="273"/>
            <ac:spMk id="24" creationId="{83EA7592-B30A-4269-831A-2CC2800ED94A}"/>
          </ac:spMkLst>
        </pc:spChg>
        <pc:spChg chg="mod">
          <ac:chgData name="mohamed Alywa" userId="5eb53c361333d4c9" providerId="LiveId" clId="{5F2B34DC-6748-43ED-BAC2-34DBA55EE264}" dt="2025-11-08T17:15:57.671" v="518"/>
          <ac:spMkLst>
            <pc:docMk/>
            <pc:sldMk cId="0" sldId="273"/>
            <ac:spMk id="26" creationId="{00000000-0000-0000-0000-000000000000}"/>
          </ac:spMkLst>
        </pc:spChg>
        <pc:spChg chg="add mod ord">
          <ac:chgData name="mohamed Alywa" userId="5eb53c361333d4c9" providerId="LiveId" clId="{5F2B34DC-6748-43ED-BAC2-34DBA55EE264}" dt="2025-11-08T19:23:29.631" v="903" actId="14100"/>
          <ac:spMkLst>
            <pc:docMk/>
            <pc:sldMk cId="0" sldId="273"/>
            <ac:spMk id="27" creationId="{E7CCE0A0-B4E2-481B-8241-7A2C5B516293}"/>
          </ac:spMkLst>
        </pc:spChg>
        <pc:grpChg chg="del mod">
          <ac:chgData name="mohamed Alywa" userId="5eb53c361333d4c9" providerId="LiveId" clId="{5F2B34DC-6748-43ED-BAC2-34DBA55EE264}" dt="2025-11-08T16:14:38.553" v="253" actId="478"/>
          <ac:grpSpMkLst>
            <pc:docMk/>
            <pc:sldMk cId="0" sldId="273"/>
            <ac:grpSpMk id="21" creationId="{00000000-0000-0000-0000-000000000000}"/>
          </ac:grpSpMkLst>
        </pc:grpChg>
        <pc:picChg chg="add mod modCrop">
          <ac:chgData name="mohamed Alywa" userId="5eb53c361333d4c9" providerId="LiveId" clId="{5F2B34DC-6748-43ED-BAC2-34DBA55EE264}" dt="2025-11-08T19:25:29.301" v="959" actId="14100"/>
          <ac:picMkLst>
            <pc:docMk/>
            <pc:sldMk cId="0" sldId="273"/>
            <ac:picMk id="7" creationId="{E752DF2B-BFBC-4D86-8187-494C3A808F4A}"/>
          </ac:picMkLst>
        </pc:picChg>
        <pc:picChg chg="add mod modCrop">
          <ac:chgData name="mohamed Alywa" userId="5eb53c361333d4c9" providerId="LiveId" clId="{5F2B34DC-6748-43ED-BAC2-34DBA55EE264}" dt="2025-11-08T19:25:17.416" v="956" actId="1038"/>
          <ac:picMkLst>
            <pc:docMk/>
            <pc:sldMk cId="0" sldId="273"/>
            <ac:picMk id="20" creationId="{2873EA88-17C8-4E76-9AA6-2B8FB7EE8B0F}"/>
          </ac:picMkLst>
        </pc:picChg>
        <pc:picChg chg="add del mod">
          <ac:chgData name="mohamed Alywa" userId="5eb53c361333d4c9" providerId="LiveId" clId="{5F2B34DC-6748-43ED-BAC2-34DBA55EE264}" dt="2025-11-08T19:22:50.294" v="894" actId="478"/>
          <ac:picMkLst>
            <pc:docMk/>
            <pc:sldMk cId="0" sldId="273"/>
            <ac:picMk id="28" creationId="{F6B3EF0F-AF2B-41B0-9B43-E77A5BBCCE82}"/>
          </ac:picMkLst>
        </pc:picChg>
      </pc:sldChg>
      <pc:sldChg chg="addSp modSp add del mod ord">
        <pc:chgData name="mohamed Alywa" userId="5eb53c361333d4c9" providerId="LiveId" clId="{5F2B34DC-6748-43ED-BAC2-34DBA55EE264}" dt="2025-11-08T19:03:19.433" v="869" actId="1076"/>
        <pc:sldMkLst>
          <pc:docMk/>
          <pc:sldMk cId="0" sldId="274"/>
        </pc:sldMkLst>
        <pc:spChg chg="mod">
          <ac:chgData name="mohamed Alywa" userId="5eb53c361333d4c9" providerId="LiveId" clId="{5F2B34DC-6748-43ED-BAC2-34DBA55EE264}" dt="2025-11-08T19:03:19.433" v="869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9:02:50.056" v="863" actId="2710"/>
          <ac:spMkLst>
            <pc:docMk/>
            <pc:sldMk cId="0" sldId="274"/>
            <ac:spMk id="3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5:53.213" v="517"/>
          <ac:spMkLst>
            <pc:docMk/>
            <pc:sldMk cId="0" sldId="274"/>
            <ac:spMk id="15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1:43.105" v="478" actId="404"/>
          <ac:spMkLst>
            <pc:docMk/>
            <pc:sldMk cId="0" sldId="274"/>
            <ac:spMk id="18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1:46.330" v="479" actId="404"/>
          <ac:spMkLst>
            <pc:docMk/>
            <pc:sldMk cId="0" sldId="274"/>
            <ac:spMk id="20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1:30.729" v="475" actId="404"/>
          <ac:spMkLst>
            <pc:docMk/>
            <pc:sldMk cId="0" sldId="274"/>
            <ac:spMk id="22" creationId="{1E0B1D6B-6842-4CDF-83E7-83E6235870B8}"/>
          </ac:spMkLst>
        </pc:spChg>
        <pc:spChg chg="mod">
          <ac:chgData name="mohamed Alywa" userId="5eb53c361333d4c9" providerId="LiveId" clId="{5F2B34DC-6748-43ED-BAC2-34DBA55EE264}" dt="2025-11-08T17:11:33.801" v="476" actId="404"/>
          <ac:spMkLst>
            <pc:docMk/>
            <pc:sldMk cId="0" sldId="274"/>
            <ac:spMk id="23" creationId="{3D1854CA-7161-4037-A88D-E88CDAF8DC40}"/>
          </ac:spMkLst>
        </pc:spChg>
        <pc:spChg chg="mod">
          <ac:chgData name="mohamed Alywa" userId="5eb53c361333d4c9" providerId="LiveId" clId="{5F2B34DC-6748-43ED-BAC2-34DBA55EE264}" dt="2025-11-08T19:03:14.022" v="868" actId="1036"/>
          <ac:spMkLst>
            <pc:docMk/>
            <pc:sldMk cId="0" sldId="274"/>
            <ac:spMk id="25" creationId="{00000000-0000-0000-0000-000000000000}"/>
          </ac:spMkLst>
        </pc:spChg>
        <pc:grpChg chg="mod">
          <ac:chgData name="mohamed Alywa" userId="5eb53c361333d4c9" providerId="LiveId" clId="{5F2B34DC-6748-43ED-BAC2-34DBA55EE264}" dt="2025-11-08T19:03:03.477" v="864" actId="1076"/>
          <ac:grpSpMkLst>
            <pc:docMk/>
            <pc:sldMk cId="0" sldId="274"/>
            <ac:grpSpMk id="8" creationId="{00000000-0000-0000-0000-000000000000}"/>
          </ac:grpSpMkLst>
        </pc:grpChg>
        <pc:grpChg chg="add mod">
          <ac:chgData name="mohamed Alywa" userId="5eb53c361333d4c9" providerId="LiveId" clId="{5F2B34DC-6748-43ED-BAC2-34DBA55EE264}" dt="2025-11-08T19:03:06.718" v="865" actId="1076"/>
          <ac:grpSpMkLst>
            <pc:docMk/>
            <pc:sldMk cId="0" sldId="274"/>
            <ac:grpSpMk id="19" creationId="{60F2666F-6FDE-47E6-9240-0EFE1543F288}"/>
          </ac:grpSpMkLst>
        </pc:grpChg>
        <pc:cxnChg chg="mod">
          <ac:chgData name="mohamed Alywa" userId="5eb53c361333d4c9" providerId="LiveId" clId="{5F2B34DC-6748-43ED-BAC2-34DBA55EE264}" dt="2025-11-08T16:45:18.152" v="394"/>
          <ac:cxnSpMkLst>
            <pc:docMk/>
            <pc:sldMk cId="0" sldId="274"/>
            <ac:cxnSpMk id="21" creationId="{665D660A-9DCF-43D4-807E-2BB4583D1757}"/>
          </ac:cxnSpMkLst>
        </pc:cxnChg>
      </pc:sldChg>
      <pc:sldChg chg="addSp delSp modSp mod ord modClrScheme chgLayout">
        <pc:chgData name="mohamed Alywa" userId="5eb53c361333d4c9" providerId="LiveId" clId="{5F2B34DC-6748-43ED-BAC2-34DBA55EE264}" dt="2025-11-08T19:43:05.701" v="1067" actId="1076"/>
        <pc:sldMkLst>
          <pc:docMk/>
          <pc:sldMk cId="0" sldId="275"/>
        </pc:sldMkLst>
        <pc:spChg chg="mod ord">
          <ac:chgData name="mohamed Alywa" userId="5eb53c361333d4c9" providerId="LiveId" clId="{5F2B34DC-6748-43ED-BAC2-34DBA55EE264}" dt="2025-11-08T19:03:26.669" v="870" actId="1076"/>
          <ac:spMkLst>
            <pc:docMk/>
            <pc:sldMk cId="0" sldId="275"/>
            <ac:spMk id="2" creationId="{00000000-0000-0000-0000-000000000000}"/>
          </ac:spMkLst>
        </pc:spChg>
        <pc:spChg chg="add del">
          <ac:chgData name="mohamed Alywa" userId="5eb53c361333d4c9" providerId="LiveId" clId="{5F2B34DC-6748-43ED-BAC2-34DBA55EE264}" dt="2025-11-08T15:42:50.232" v="61"/>
          <ac:spMkLst>
            <pc:docMk/>
            <pc:sldMk cId="0" sldId="275"/>
            <ac:spMk id="3" creationId="{6918AC3B-DB69-4A34-BFD2-98E80EF731BD}"/>
          </ac:spMkLst>
        </pc:spChg>
        <pc:spChg chg="add del">
          <ac:chgData name="mohamed Alywa" userId="5eb53c361333d4c9" providerId="LiveId" clId="{5F2B34DC-6748-43ED-BAC2-34DBA55EE264}" dt="2025-11-08T15:42:50.232" v="61"/>
          <ac:spMkLst>
            <pc:docMk/>
            <pc:sldMk cId="0" sldId="275"/>
            <ac:spMk id="4" creationId="{F2A72893-4487-4B47-8971-E50166520F09}"/>
          </ac:spMkLst>
        </pc:spChg>
        <pc:spChg chg="add del mod ord">
          <ac:chgData name="mohamed Alywa" userId="5eb53c361333d4c9" providerId="LiveId" clId="{5F2B34DC-6748-43ED-BAC2-34DBA55EE264}" dt="2025-11-08T18:51:31.962" v="769" actId="27636"/>
          <ac:spMkLst>
            <pc:docMk/>
            <pc:sldMk cId="0" sldId="275"/>
            <ac:spMk id="5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7:15:45.275" v="515"/>
          <ac:spMkLst>
            <pc:docMk/>
            <pc:sldMk cId="0" sldId="275"/>
            <ac:spMk id="7" creationId="{00000000-0000-0000-0000-000000000000}"/>
          </ac:spMkLst>
        </pc:spChg>
        <pc:spChg chg="add del">
          <ac:chgData name="mohamed Alywa" userId="5eb53c361333d4c9" providerId="LiveId" clId="{5F2B34DC-6748-43ED-BAC2-34DBA55EE264}" dt="2025-11-08T15:42:50.232" v="61"/>
          <ac:spMkLst>
            <pc:docMk/>
            <pc:sldMk cId="0" sldId="275"/>
            <ac:spMk id="8" creationId="{351424F8-1CE4-48DC-BA01-0257DDB05F36}"/>
          </ac:spMkLst>
        </pc:spChg>
        <pc:spChg chg="mod">
          <ac:chgData name="mohamed Alywa" userId="5eb53c361333d4c9" providerId="LiveId" clId="{5F2B34DC-6748-43ED-BAC2-34DBA55EE264}" dt="2025-11-08T15:40:23.079" v="54" actId="1076"/>
          <ac:spMkLst>
            <pc:docMk/>
            <pc:sldMk cId="0" sldId="275"/>
            <ac:spMk id="10" creationId="{00000000-0000-0000-0000-000000000000}"/>
          </ac:spMkLst>
        </pc:spChg>
        <pc:spChg chg="mod ord">
          <ac:chgData name="mohamed Alywa" userId="5eb53c361333d4c9" providerId="LiveId" clId="{5F2B34DC-6748-43ED-BAC2-34DBA55EE264}" dt="2025-11-08T18:50:37.326" v="752" actId="700"/>
          <ac:spMkLst>
            <pc:docMk/>
            <pc:sldMk cId="0" sldId="275"/>
            <ac:spMk id="13" creationId="{00000000-0000-0000-0000-000000000000}"/>
          </ac:spMkLst>
        </pc:spChg>
        <pc:spChg chg="add del mod">
          <ac:chgData name="mohamed Alywa" userId="5eb53c361333d4c9" providerId="LiveId" clId="{5F2B34DC-6748-43ED-BAC2-34DBA55EE264}" dt="2025-11-08T15:59:02.912" v="204"/>
          <ac:spMkLst>
            <pc:docMk/>
            <pc:sldMk cId="0" sldId="275"/>
            <ac:spMk id="15" creationId="{864F055F-5273-4967-8BD8-BFC4FE8D97DE}"/>
          </ac:spMkLst>
        </pc:spChg>
        <pc:spChg chg="add del mod">
          <ac:chgData name="mohamed Alywa" userId="5eb53c361333d4c9" providerId="LiveId" clId="{5F2B34DC-6748-43ED-BAC2-34DBA55EE264}" dt="2025-11-08T15:59:02.912" v="204"/>
          <ac:spMkLst>
            <pc:docMk/>
            <pc:sldMk cId="0" sldId="275"/>
            <ac:spMk id="17" creationId="{26D82A89-0F50-4CA1-8ABA-D5F23442D606}"/>
          </ac:spMkLst>
        </pc:spChg>
        <pc:spChg chg="mod">
          <ac:chgData name="mohamed Alywa" userId="5eb53c361333d4c9" providerId="LiveId" clId="{5F2B34DC-6748-43ED-BAC2-34DBA55EE264}" dt="2025-11-08T15:58:27.681" v="193"/>
          <ac:spMkLst>
            <pc:docMk/>
            <pc:sldMk cId="0" sldId="275"/>
            <ac:spMk id="21" creationId="{EA917C81-96E5-4AB2-A1DE-0217C2CBFF76}"/>
          </ac:spMkLst>
        </pc:spChg>
        <pc:spChg chg="add del mod ord">
          <ac:chgData name="mohamed Alywa" userId="5eb53c361333d4c9" providerId="LiveId" clId="{5F2B34DC-6748-43ED-BAC2-34DBA55EE264}" dt="2025-11-08T18:50:49.155" v="756" actId="931"/>
          <ac:spMkLst>
            <pc:docMk/>
            <pc:sldMk cId="0" sldId="275"/>
            <ac:spMk id="22" creationId="{0B5A144A-2AB0-4481-BB23-C6D2A332C1CF}"/>
          </ac:spMkLst>
        </pc:spChg>
        <pc:spChg chg="mod">
          <ac:chgData name="mohamed Alywa" userId="5eb53c361333d4c9" providerId="LiveId" clId="{5F2B34DC-6748-43ED-BAC2-34DBA55EE264}" dt="2025-11-08T15:58:27.681" v="193"/>
          <ac:spMkLst>
            <pc:docMk/>
            <pc:sldMk cId="0" sldId="275"/>
            <ac:spMk id="22" creationId="{37F7C77C-D022-4012-938B-B9B74A9E2AFF}"/>
          </ac:spMkLst>
        </pc:spChg>
        <pc:spChg chg="add del mod">
          <ac:chgData name="mohamed Alywa" userId="5eb53c361333d4c9" providerId="LiveId" clId="{5F2B34DC-6748-43ED-BAC2-34DBA55EE264}" dt="2025-11-08T15:59:02.912" v="204"/>
          <ac:spMkLst>
            <pc:docMk/>
            <pc:sldMk cId="0" sldId="275"/>
            <ac:spMk id="23" creationId="{2C099B20-0F56-4676-8C3A-BFE7A6744B81}"/>
          </ac:spMkLst>
        </pc:spChg>
        <pc:spChg chg="add del mod">
          <ac:chgData name="mohamed Alywa" userId="5eb53c361333d4c9" providerId="LiveId" clId="{5F2B34DC-6748-43ED-BAC2-34DBA55EE264}" dt="2025-11-08T15:58:46.211" v="198" actId="478"/>
          <ac:spMkLst>
            <pc:docMk/>
            <pc:sldMk cId="0" sldId="275"/>
            <ac:spMk id="24" creationId="{52B1C288-33CA-4294-B1C6-5A40651AEC57}"/>
          </ac:spMkLst>
        </pc:spChg>
        <pc:spChg chg="add del mod">
          <ac:chgData name="mohamed Alywa" userId="5eb53c361333d4c9" providerId="LiveId" clId="{5F2B34DC-6748-43ED-BAC2-34DBA55EE264}" dt="2025-11-08T15:58:49.441" v="200" actId="478"/>
          <ac:spMkLst>
            <pc:docMk/>
            <pc:sldMk cId="0" sldId="275"/>
            <ac:spMk id="25" creationId="{03EB45E6-0044-43D0-BC8F-FFED1B1E370D}"/>
          </ac:spMkLst>
        </pc:spChg>
        <pc:spChg chg="add del">
          <ac:chgData name="mohamed Alywa" userId="5eb53c361333d4c9" providerId="LiveId" clId="{5F2B34DC-6748-43ED-BAC2-34DBA55EE264}" dt="2025-11-08T16:01:20.360" v="219"/>
          <ac:spMkLst>
            <pc:docMk/>
            <pc:sldMk cId="0" sldId="275"/>
            <ac:spMk id="26" creationId="{0B938D44-55D2-47CB-854A-DEFD8A48C615}"/>
          </ac:spMkLst>
        </pc:spChg>
        <pc:spChg chg="add del">
          <ac:chgData name="mohamed Alywa" userId="5eb53c361333d4c9" providerId="LiveId" clId="{5F2B34DC-6748-43ED-BAC2-34DBA55EE264}" dt="2025-11-08T16:01:20.360" v="219"/>
          <ac:spMkLst>
            <pc:docMk/>
            <pc:sldMk cId="0" sldId="275"/>
            <ac:spMk id="28" creationId="{03EA9A79-9EC9-4512-8376-2E10B24009D5}"/>
          </ac:spMkLst>
        </pc:spChg>
        <pc:spChg chg="add mod">
          <ac:chgData name="mohamed Alywa" userId="5eb53c361333d4c9" providerId="LiveId" clId="{5F2B34DC-6748-43ED-BAC2-34DBA55EE264}" dt="2025-11-08T19:43:02.165" v="1066" actId="1076"/>
          <ac:spMkLst>
            <pc:docMk/>
            <pc:sldMk cId="0" sldId="275"/>
            <ac:spMk id="28" creationId="{CF7E75BF-7C76-43B4-BBED-05D2907C6541}"/>
          </ac:spMkLst>
        </pc:spChg>
        <pc:spChg chg="add del">
          <ac:chgData name="mohamed Alywa" userId="5eb53c361333d4c9" providerId="LiveId" clId="{5F2B34DC-6748-43ED-BAC2-34DBA55EE264}" dt="2025-11-08T16:01:20.360" v="219"/>
          <ac:spMkLst>
            <pc:docMk/>
            <pc:sldMk cId="0" sldId="275"/>
            <ac:spMk id="29" creationId="{1B74A33F-F4B5-48E2-B883-AFF389695BE8}"/>
          </ac:spMkLst>
        </pc:spChg>
        <pc:spChg chg="add mod">
          <ac:chgData name="mohamed Alywa" userId="5eb53c361333d4c9" providerId="LiveId" clId="{5F2B34DC-6748-43ED-BAC2-34DBA55EE264}" dt="2025-11-08T19:43:05.701" v="1067" actId="1076"/>
          <ac:spMkLst>
            <pc:docMk/>
            <pc:sldMk cId="0" sldId="275"/>
            <ac:spMk id="30" creationId="{DD0A0AC5-E2FC-4885-8772-90760283123A}"/>
          </ac:spMkLst>
        </pc:spChg>
        <pc:spChg chg="add mod">
          <ac:chgData name="mohamed Alywa" userId="5eb53c361333d4c9" providerId="LiveId" clId="{5F2B34DC-6748-43ED-BAC2-34DBA55EE264}" dt="2025-11-08T19:40:01.598" v="1040" actId="1036"/>
          <ac:spMkLst>
            <pc:docMk/>
            <pc:sldMk cId="0" sldId="275"/>
            <ac:spMk id="31" creationId="{FC7DAAE1-0499-4326-A861-495430B2C032}"/>
          </ac:spMkLst>
        </pc:spChg>
        <pc:grpChg chg="add del mod">
          <ac:chgData name="mohamed Alywa" userId="5eb53c361333d4c9" providerId="LiveId" clId="{5F2B34DC-6748-43ED-BAC2-34DBA55EE264}" dt="2025-11-08T15:58:29.082" v="194"/>
          <ac:grpSpMkLst>
            <pc:docMk/>
            <pc:sldMk cId="0" sldId="275"/>
            <ac:grpSpMk id="18" creationId="{C937E311-4CD0-4580-A1FE-BBF1A1AC92BC}"/>
          </ac:grpSpMkLst>
        </pc:grpChg>
        <pc:picChg chg="add del mod ord">
          <ac:chgData name="mohamed Alywa" userId="5eb53c361333d4c9" providerId="LiveId" clId="{5F2B34DC-6748-43ED-BAC2-34DBA55EE264}" dt="2025-11-08T18:44:52.639" v="731" actId="478"/>
          <ac:picMkLst>
            <pc:docMk/>
            <pc:sldMk cId="0" sldId="275"/>
            <ac:picMk id="4" creationId="{8B831194-065B-4128-9E46-2E80C0C10621}"/>
          </ac:picMkLst>
        </pc:picChg>
        <pc:picChg chg="add del mod ord">
          <ac:chgData name="mohamed Alywa" userId="5eb53c361333d4c9" providerId="LiveId" clId="{5F2B34DC-6748-43ED-BAC2-34DBA55EE264}" dt="2025-11-08T18:46:50.521" v="742" actId="478"/>
          <ac:picMkLst>
            <pc:docMk/>
            <pc:sldMk cId="0" sldId="275"/>
            <ac:picMk id="15" creationId="{AC020792-513F-4D94-A3D6-5A1DAF7776DB}"/>
          </ac:picMkLst>
        </pc:picChg>
        <pc:picChg chg="add del mod">
          <ac:chgData name="mohamed Alywa" userId="5eb53c361333d4c9" providerId="LiveId" clId="{5F2B34DC-6748-43ED-BAC2-34DBA55EE264}" dt="2025-11-08T18:47:58.863" v="749" actId="478"/>
          <ac:picMkLst>
            <pc:docMk/>
            <pc:sldMk cId="0" sldId="275"/>
            <ac:picMk id="18" creationId="{3F6C65BC-8FD9-4EBB-91F1-C2E20502A57B}"/>
          </ac:picMkLst>
        </pc:picChg>
        <pc:picChg chg="add del mod">
          <ac:chgData name="mohamed Alywa" userId="5eb53c361333d4c9" providerId="LiveId" clId="{5F2B34DC-6748-43ED-BAC2-34DBA55EE264}" dt="2025-11-08T18:50:42.527" v="755" actId="478"/>
          <ac:picMkLst>
            <pc:docMk/>
            <pc:sldMk cId="0" sldId="275"/>
            <ac:picMk id="21" creationId="{3B518F51-2FB2-4A81-BA17-28247EC05B86}"/>
          </ac:picMkLst>
        </pc:picChg>
        <pc:picChg chg="add mod">
          <ac:chgData name="mohamed Alywa" userId="5eb53c361333d4c9" providerId="LiveId" clId="{5F2B34DC-6748-43ED-BAC2-34DBA55EE264}" dt="2025-11-08T18:51:37.126" v="770" actId="1076"/>
          <ac:picMkLst>
            <pc:docMk/>
            <pc:sldMk cId="0" sldId="275"/>
            <ac:picMk id="24" creationId="{BD7C7DC2-5AB8-431E-BF6A-98AD674DE421}"/>
          </ac:picMkLst>
        </pc:picChg>
        <pc:picChg chg="add mod">
          <ac:chgData name="mohamed Alywa" userId="5eb53c361333d4c9" providerId="LiveId" clId="{5F2B34DC-6748-43ED-BAC2-34DBA55EE264}" dt="2025-11-08T18:53:19.672" v="793" actId="1038"/>
          <ac:picMkLst>
            <pc:docMk/>
            <pc:sldMk cId="0" sldId="275"/>
            <ac:picMk id="26" creationId="{B92F462A-C2EB-49A0-A97E-EFA29488688E}"/>
          </ac:picMkLst>
        </pc:picChg>
        <pc:cxnChg chg="mod">
          <ac:chgData name="mohamed Alywa" userId="5eb53c361333d4c9" providerId="LiveId" clId="{5F2B34DC-6748-43ED-BAC2-34DBA55EE264}" dt="2025-11-08T15:58:27.681" v="193"/>
          <ac:cxnSpMkLst>
            <pc:docMk/>
            <pc:sldMk cId="0" sldId="275"/>
            <ac:cxnSpMk id="20" creationId="{A5D93BA1-7381-4C37-9465-711EBC3C6F6E}"/>
          </ac:cxnSpMkLst>
        </pc:cxnChg>
      </pc:sldChg>
      <pc:sldChg chg="modSp add mod">
        <pc:chgData name="mohamed Alywa" userId="5eb53c361333d4c9" providerId="LiveId" clId="{5F2B34DC-6748-43ED-BAC2-34DBA55EE264}" dt="2025-11-08T19:03:32.334" v="871" actId="1076"/>
        <pc:sldMkLst>
          <pc:docMk/>
          <pc:sldMk cId="886275778" sldId="276"/>
        </pc:sldMkLst>
        <pc:spChg chg="mod">
          <ac:chgData name="mohamed Alywa" userId="5eb53c361333d4c9" providerId="LiveId" clId="{5F2B34DC-6748-43ED-BAC2-34DBA55EE264}" dt="2025-11-08T19:03:32.334" v="871" actId="1076"/>
          <ac:spMkLst>
            <pc:docMk/>
            <pc:sldMk cId="886275778" sldId="276"/>
            <ac:spMk id="2" creationId="{00000000-0000-0000-0000-000000000000}"/>
          </ac:spMkLst>
        </pc:spChg>
        <pc:spChg chg="mod">
          <ac:chgData name="mohamed Alywa" userId="5eb53c361333d4c9" providerId="LiveId" clId="{5F2B34DC-6748-43ED-BAC2-34DBA55EE264}" dt="2025-11-08T18:30:29.850" v="705" actId="20577"/>
          <ac:spMkLst>
            <pc:docMk/>
            <pc:sldMk cId="886275778" sldId="276"/>
            <ac:spMk id="19" creationId="{00000000-0000-0000-0000-000000000000}"/>
          </ac:spMkLst>
        </pc:spChg>
      </pc:sldChg>
      <pc:sldChg chg="del">
        <pc:chgData name="mohamed Alywa" userId="5eb53c361333d4c9" providerId="LiveId" clId="{5F2B34DC-6748-43ED-BAC2-34DBA55EE264}" dt="2025-11-08T17:15:27.289" v="513" actId="2696"/>
        <pc:sldMkLst>
          <pc:docMk/>
          <pc:sldMk cId="2688889549" sldId="276"/>
        </pc:sldMkLst>
      </pc:sldChg>
      <pc:sldChg chg="add del">
        <pc:chgData name="mohamed Alywa" userId="5eb53c361333d4c9" providerId="LiveId" clId="{5F2B34DC-6748-43ED-BAC2-34DBA55EE264}" dt="2025-11-08T19:27:19.750" v="962" actId="2696"/>
        <pc:sldMkLst>
          <pc:docMk/>
          <pc:sldMk cId="2688889549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08/11/2025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08/11/2025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08/11/2025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08/11/2025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08/11/2025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katek.com/en/" TargetMode="External"/><Relationship Id="rId2" Type="http://schemas.openxmlformats.org/officeDocument/2006/relationships/hyperlink" Target="https://www.deltaww.com/en-US/inde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/>
              <a:t>Weekly report: </a:t>
            </a:r>
            <a:r>
              <a:rPr lang="en-US" altLang="it-IT" sz="4000" dirty="0"/>
              <a:t>Storage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/>
          </a:bodyPr>
          <a:lstStyle/>
          <a:p>
            <a:r>
              <a:rPr lang="ar-EG" altLang="it-IT" sz="2000" dirty="0"/>
              <a:t>7</a:t>
            </a:r>
            <a:r>
              <a:rPr lang="it-IT" sz="2000" dirty="0"/>
              <a:t>th week – </a:t>
            </a:r>
            <a:r>
              <a:rPr lang="ar-EG" altLang="it-IT" sz="2000" dirty="0"/>
              <a:t>8</a:t>
            </a:r>
            <a:r>
              <a:rPr lang="it-IT" sz="2000" dirty="0"/>
              <a:t>th Presentation</a:t>
            </a:r>
          </a:p>
          <a:p>
            <a:r>
              <a:rPr lang="it-IT" sz="2000" dirty="0"/>
              <a:t>Date: </a:t>
            </a:r>
            <a:r>
              <a:rPr lang="en-US" altLang="it-IT" sz="2000" dirty="0"/>
              <a:t>11 </a:t>
            </a:r>
            <a:r>
              <a:rPr lang="it-IT" sz="2000" dirty="0"/>
              <a:t>/</a:t>
            </a:r>
            <a:r>
              <a:rPr lang="en-US" altLang="it-IT" sz="2000" dirty="0"/>
              <a:t>11</a:t>
            </a:r>
            <a:r>
              <a:rPr lang="it-IT" sz="2000" dirty="0"/>
              <a:t>/2025</a:t>
            </a:r>
          </a:p>
          <a:p>
            <a:r>
              <a:rPr lang="it-IT" sz="2000" dirty="0"/>
              <a:t>Supervisor: Dr. </a:t>
            </a:r>
            <a:r>
              <a:rPr lang="en-US" sz="2000" dirty="0"/>
              <a:t>Laurence </a:t>
            </a:r>
            <a:r>
              <a:rPr lang="en-US" sz="2000" dirty="0" err="1"/>
              <a:t>Alhrshy</a:t>
            </a:r>
            <a:endParaRPr lang="en-GB" sz="2000" dirty="0"/>
          </a:p>
        </p:txBody>
      </p:sp>
      <p:pic>
        <p:nvPicPr>
          <p:cNvPr id="8" name="Picture 8" descr="Hochschule Flensburg (Fachhochschule) –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2454216" y="460966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  <a:r>
              <a:rPr lang="en-US" altLang="de-DE" dirty="0"/>
              <a:t>Mohamed Ahmed</a:t>
            </a:r>
          </a:p>
        </p:txBody>
      </p:sp>
      <p:sp>
        <p:nvSpPr>
          <p:cNvPr id="34" name="Free-form: Shape 13"/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/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/>
          <p:cNvSpPr/>
          <p:nvPr/>
        </p:nvSpPr>
        <p:spPr>
          <a:xfrm>
            <a:off x="31410" y="5935177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698" y="5340555"/>
            <a:ext cx="1753782" cy="13136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77213" y="6492562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11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229235" y="1938020"/>
            <a:ext cx="11332845" cy="4011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800" dirty="0">
                <a:solidFill>
                  <a:srgbClr val="FF0000"/>
                </a:solidFill>
              </a:rPr>
              <a:t>Content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br>
              <a:rPr lang="ar-EG" dirty="0"/>
            </a:br>
            <a:endParaRPr lang="it-IT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 dirty="0"/>
              <a:t>Turkey as the Supplier Country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Supplier and Authorized Distributor</a:t>
            </a:r>
            <a:endParaRPr lang="en-GB" sz="18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 dirty="0"/>
              <a:t>Storage Capacity Calculations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sym typeface="+mn-ea"/>
              </a:rPr>
              <a:t>Product </a:t>
            </a:r>
            <a:r>
              <a:rPr lang="en-GB" b="1" dirty="0">
                <a:sym typeface="+mn-ea"/>
              </a:rPr>
              <a:t>S</a:t>
            </a:r>
            <a:r>
              <a:rPr lang="en-GB" sz="1800" b="1" dirty="0">
                <a:sym typeface="+mn-ea"/>
              </a:rPr>
              <a:t>pecification</a:t>
            </a:r>
            <a:endParaRPr lang="ar-EG" sz="18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References</a:t>
            </a:r>
          </a:p>
          <a:p>
            <a:endParaRPr lang="it-IT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BF12EA-F715-40DC-BD56-61AD50D1C9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024" y="2139277"/>
            <a:ext cx="6372664" cy="3356453"/>
          </a:xfr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11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F42EB3-F490-47FF-B6CA-3B844A7A93E6}"/>
              </a:ext>
            </a:extLst>
          </p:cNvPr>
          <p:cNvSpPr txBox="1"/>
          <p:nvPr/>
        </p:nvSpPr>
        <p:spPr>
          <a:xfrm>
            <a:off x="5298379" y="5568951"/>
            <a:ext cx="6139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deltaww.com/</a:t>
            </a:r>
            <a:r>
              <a:rPr lang="en-US" sz="1400" dirty="0" err="1"/>
              <a:t>en</a:t>
            </a:r>
            <a:r>
              <a:rPr lang="en-US" sz="1400" dirty="0"/>
              <a:t>-US/index</a:t>
            </a:r>
            <a:r>
              <a:rPr lang="ar-EG" sz="1400" dirty="0"/>
              <a:t> </a:t>
            </a:r>
            <a:r>
              <a:rPr lang="en-GB" sz="1400" dirty="0"/>
              <a:t>,</a:t>
            </a:r>
            <a:r>
              <a:rPr lang="en-US" sz="1400" dirty="0"/>
              <a:t> 08/11/2025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BD0EF25-9C31-465D-A782-00E58F9E1039}"/>
              </a:ext>
            </a:extLst>
          </p:cNvPr>
          <p:cNvSpPr txBox="1">
            <a:spLocks/>
          </p:cNvSpPr>
          <p:nvPr/>
        </p:nvSpPr>
        <p:spPr>
          <a:xfrm>
            <a:off x="2877213" y="6492562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84418" y="1509397"/>
            <a:ext cx="11218984" cy="45838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GB" b="1" dirty="0"/>
              <a:t>As there are no local suppliers in Syria, I </a:t>
            </a:r>
            <a:r>
              <a:rPr lang="en-US" b="1" dirty="0"/>
              <a:t>searched for alternatives</a:t>
            </a:r>
            <a:r>
              <a:rPr lang="ar-EG" b="1" dirty="0"/>
              <a:t> </a:t>
            </a:r>
            <a:r>
              <a:rPr lang="en-GB" b="1" dirty="0"/>
              <a:t> in </a:t>
            </a:r>
            <a:r>
              <a:rPr lang="en-GB" b="1" dirty="0" err="1"/>
              <a:t>neighboring</a:t>
            </a:r>
            <a:r>
              <a:rPr lang="en-GB" b="1" dirty="0"/>
              <a:t> countries, and Turkey proved to be the most practical and reliable option.</a:t>
            </a:r>
            <a:endParaRPr lang="ar-EG" b="1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Geographical proximity to Syria enables easier land transport and lower logistics cost.</a:t>
            </a:r>
            <a:endParaRPr lang="ar-EG" sz="20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Turkey has active Delta Electronics partners and service centers.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Local authorized distributors such as </a:t>
            </a:r>
            <a:r>
              <a:rPr lang="en-US" sz="2000" dirty="0" err="1"/>
              <a:t>Elkatek</a:t>
            </a:r>
            <a:r>
              <a:rPr lang="en-US" sz="2000" dirty="0"/>
              <a:t> </a:t>
            </a:r>
            <a:r>
              <a:rPr lang="en-US" sz="2000" dirty="0" err="1"/>
              <a:t>Elektronik</a:t>
            </a:r>
            <a:r>
              <a:rPr lang="en-US" sz="2000" dirty="0"/>
              <a:t> provide technical and after-sales support.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Easier customs handling and faster delivery times compared to overseas suppliers</a:t>
            </a:r>
            <a:br>
              <a:rPr lang="it-IT" b="1" dirty="0"/>
            </a:br>
            <a:endParaRPr lang="it-IT" b="1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4418" y="610571"/>
            <a:ext cx="10036690" cy="477554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GB" sz="2700" b="1" dirty="0"/>
              <a:t>Turkey as the Supplier Country</a:t>
            </a:r>
            <a:endParaRPr lang="en-US" sz="27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45745" y="6621929"/>
            <a:ext cx="438631" cy="25883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3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32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11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418" y="1424337"/>
            <a:ext cx="11218984" cy="45838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it-IT" dirty="0"/>
              <a:t>In Turkey, several local companies are active in the renewable energy and battery storage sector, including </a:t>
            </a:r>
            <a:r>
              <a:rPr lang="it-IT" b="1" dirty="0"/>
              <a:t>Elkatek Elektronik Ltd. Şti., Form Elektrik, Inavitas Energy Systems, and Kontrolmatik Technologies.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GB" dirty="0"/>
              <a:t>Globally, leading companies in the energy storage market include </a:t>
            </a:r>
            <a:r>
              <a:rPr lang="en-GB" b="1" dirty="0"/>
              <a:t>Exide Industries Ltd., Delta Electronics, Inc., Amara Raja Group, AES Corporation, and Toshiba Corporation</a:t>
            </a:r>
            <a:r>
              <a:rPr lang="en-GB" dirty="0"/>
              <a:t>.</a:t>
            </a:r>
            <a:endParaRPr lang="it-IT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GB" dirty="0"/>
              <a:t>Among these, </a:t>
            </a:r>
            <a:r>
              <a:rPr lang="en-GB" b="1" dirty="0"/>
              <a:t>Delta Electronics, Inc</a:t>
            </a:r>
            <a:r>
              <a:rPr lang="en-GB" dirty="0"/>
              <a:t>. was chosen for this project because it offers fully integrated, containerized lithium-ion energy storage systems equipped with BMS, HVAC, and fire protection systems.</a:t>
            </a:r>
            <a:b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endParaRPr kumimoji="0" lang="it-IT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4418" y="610571"/>
            <a:ext cx="10036690" cy="477554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sz="2700" b="1" dirty="0"/>
              <a:t>Local and Global Suppliers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45745" y="6621929"/>
            <a:ext cx="438631" cy="25883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11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</p:spTree>
    <p:extLst>
      <p:ext uri="{BB962C8B-B14F-4D97-AF65-F5344CB8AC3E}">
        <p14:creationId xmlns:p14="http://schemas.microsoft.com/office/powerpoint/2010/main" val="88627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63483" y="1401679"/>
            <a:ext cx="11218984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12367" y="16737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Supplier and Authorized Distributor</a:t>
            </a:r>
            <a:endParaRPr lang="en-US" sz="2400" b="1" dirty="0"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12367" y="1532647"/>
            <a:ext cx="8198233" cy="4644316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Delta Electronics, Inc.</a:t>
            </a:r>
          </a:p>
          <a:p>
            <a:pPr marL="457200" lvl="1" indent="0">
              <a:buNone/>
            </a:pPr>
            <a:r>
              <a:rPr lang="ar-EG" sz="1800" dirty="0"/>
              <a:t>     </a:t>
            </a:r>
            <a:r>
              <a:rPr lang="en-US" sz="2000" dirty="0"/>
              <a:t>Headquarters: </a:t>
            </a:r>
            <a:r>
              <a:rPr lang="en-US" sz="2000" dirty="0" err="1"/>
              <a:t>Neihu</a:t>
            </a:r>
            <a:r>
              <a:rPr lang="en-US" sz="2000" dirty="0"/>
              <a:t>, Taipei, Taiwan</a:t>
            </a:r>
          </a:p>
          <a:p>
            <a:pPr lvl="1">
              <a:spcBef>
                <a:spcPts val="800"/>
              </a:spcBef>
            </a:pPr>
            <a:r>
              <a:rPr lang="en-US" sz="2000" dirty="0"/>
              <a:t>Delta Electronics is a global leader in Lithium-ion Battery Energy Storage Systems, utilizing advanced LFP (Lithium Iron Phosphate) technology.</a:t>
            </a:r>
          </a:p>
          <a:p>
            <a:pPr lvl="1">
              <a:spcBef>
                <a:spcPts val="800"/>
              </a:spcBef>
            </a:pPr>
            <a:r>
              <a:rPr lang="en-US" sz="2000" dirty="0"/>
              <a:t>The company provides highly reliable, modular, and efficient storage solutions designed for grid-scale and industrial applications around the world.</a:t>
            </a:r>
            <a:endParaRPr lang="ar-EG" sz="2000" dirty="0"/>
          </a:p>
          <a:p>
            <a:pPr marL="457200" lvl="1" indent="0">
              <a:buNone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Authorized Distributor in Turkey</a:t>
            </a:r>
          </a:p>
          <a:p>
            <a:pPr lvl="1">
              <a:spcBef>
                <a:spcPts val="800"/>
              </a:spcBef>
            </a:pPr>
            <a:r>
              <a:rPr lang="en-US" sz="2000" b="1" dirty="0" err="1"/>
              <a:t>Elkatek</a:t>
            </a:r>
            <a:r>
              <a:rPr lang="en-US" sz="2000" b="1" dirty="0"/>
              <a:t> </a:t>
            </a:r>
            <a:r>
              <a:rPr lang="en-US" sz="2000" b="1" dirty="0" err="1"/>
              <a:t>Elektronik</a:t>
            </a:r>
            <a:r>
              <a:rPr lang="en-US" sz="2000" b="1" dirty="0"/>
              <a:t> Ltd. </a:t>
            </a:r>
            <a:r>
              <a:rPr lang="en-US" sz="2000" b="1" dirty="0" err="1"/>
              <a:t>Şti</a:t>
            </a:r>
            <a:r>
              <a:rPr lang="en-US" sz="2000" b="1" dirty="0"/>
              <a:t>. </a:t>
            </a:r>
            <a:r>
              <a:rPr lang="en-US" sz="2000" dirty="0"/>
              <a:t>– Istanbul, Turkey</a:t>
            </a:r>
          </a:p>
          <a:p>
            <a:pPr lvl="1">
              <a:spcBef>
                <a:spcPts val="800"/>
              </a:spcBef>
            </a:pPr>
            <a:r>
              <a:rPr lang="en-US" sz="2000" dirty="0"/>
              <a:t>Official Delta Electronics distributor providing sales, engineering support, and maintenance services for BESS projects across Turkey and the Middle East.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BD7C7DC2-5AB8-431E-BF6A-98AD674DE4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146" y="1603507"/>
            <a:ext cx="2192775" cy="2192775"/>
          </a:xfr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7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11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pic>
        <p:nvPicPr>
          <p:cNvPr id="26" name="Content Placeholder 23">
            <a:extLst>
              <a:ext uri="{FF2B5EF4-FFF2-40B4-BE49-F238E27FC236}">
                <a16:creationId xmlns:a16="http://schemas.microsoft.com/office/drawing/2014/main" id="{B92F462A-C2EB-49A0-A97E-EFA294886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24794" y="4089279"/>
            <a:ext cx="2192775" cy="219277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F7E75BF-7C76-43B4-BBED-05D2907C6541}"/>
              </a:ext>
            </a:extLst>
          </p:cNvPr>
          <p:cNvSpPr txBox="1"/>
          <p:nvPr/>
        </p:nvSpPr>
        <p:spPr>
          <a:xfrm>
            <a:off x="9050146" y="3521603"/>
            <a:ext cx="3918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deltaww.com/en-US/index</a:t>
            </a:r>
            <a:r>
              <a:rPr lang="ar-EG" sz="1400" dirty="0"/>
              <a:t> </a:t>
            </a:r>
            <a:r>
              <a:rPr lang="en-GB" sz="1400" dirty="0"/>
              <a:t>,</a:t>
            </a:r>
            <a:r>
              <a:rPr lang="en-US" sz="1400" dirty="0"/>
              <a:t> 08/11/2025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0A0AC5-E2FC-4885-8772-90760283123A}"/>
              </a:ext>
            </a:extLst>
          </p:cNvPr>
          <p:cNvSpPr txBox="1"/>
          <p:nvPr/>
        </p:nvSpPr>
        <p:spPr>
          <a:xfrm>
            <a:off x="9124794" y="5667792"/>
            <a:ext cx="25308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elkatek.com/</a:t>
            </a:r>
            <a:r>
              <a:rPr lang="en-US" sz="1400" dirty="0" err="1"/>
              <a:t>en</a:t>
            </a:r>
            <a:r>
              <a:rPr lang="en-US" sz="1400" dirty="0"/>
              <a:t>/ , 08/11/2025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C7DAAE1-0499-4326-A861-495430B2C032}"/>
              </a:ext>
            </a:extLst>
          </p:cNvPr>
          <p:cNvSpPr txBox="1">
            <a:spLocks/>
          </p:cNvSpPr>
          <p:nvPr/>
        </p:nvSpPr>
        <p:spPr>
          <a:xfrm>
            <a:off x="2877213" y="6501893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4418" y="399525"/>
            <a:ext cx="11383645" cy="71272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GB" sz="2700" b="1" dirty="0"/>
              <a:t>Energy</a:t>
            </a:r>
            <a:r>
              <a:rPr lang="ar-EG" sz="2700" b="1" dirty="0"/>
              <a:t> </a:t>
            </a:r>
            <a:r>
              <a:rPr lang="en-GB" sz="2700" b="1" dirty="0"/>
              <a:t>Curtailment and Storage Capacity Calculations</a:t>
            </a:r>
            <a:endParaRPr lang="en-US" sz="27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45745" y="6621929"/>
            <a:ext cx="438631" cy="25883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9979" y="6594768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it-IT" sz="1200" dirty="0">
                <a:solidFill>
                  <a:schemeClr val="bg1"/>
                </a:solidFill>
              </a:rPr>
              <a:t>11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ar-EG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142365"/>
            <a:ext cx="11383645" cy="534543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/>
              <a:t>Curtailment Rate = 6% </a:t>
            </a:r>
            <a:r>
              <a:rPr lang="en-GB" sz="1600" dirty="0"/>
              <a:t>(NREL, Greening the grid, 2022)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GB" sz="2000" dirty="0"/>
              <a:t>Roundtrip </a:t>
            </a:r>
            <a:r>
              <a:rPr lang="en-GB" sz="2000" dirty="0" err="1"/>
              <a:t>effiency</a:t>
            </a:r>
            <a:r>
              <a:rPr lang="en-GB" sz="2000" dirty="0"/>
              <a:t> = 90%  </a:t>
            </a:r>
            <a:r>
              <a:rPr lang="en-US" sz="1600" dirty="0"/>
              <a:t>(Electronics, 2018)</a:t>
            </a:r>
            <a:endParaRPr lang="ar-EG" sz="16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GB" sz="2000" dirty="0"/>
              <a:t>Based on the previous presentation, the total annual energy production (AEP) is </a:t>
            </a:r>
            <a:r>
              <a:rPr lang="en-GB" sz="2000" b="1" dirty="0"/>
              <a:t>17,520 MWh</a:t>
            </a:r>
            <a:r>
              <a:rPr lang="en-GB" sz="2000" dirty="0"/>
              <a:t>. </a:t>
            </a:r>
            <a:endParaRPr lang="ar-EG" sz="2000" dirty="0"/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ar-EG" sz="2000" dirty="0"/>
              <a:t>     </a:t>
            </a:r>
            <a:r>
              <a:rPr lang="en-GB" sz="2000" dirty="0"/>
              <a:t>Using this value, the curtailed and storage energy calculations are as follows: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/>
              <a:t>Curtailed Annual Energy = 17,520 × 0.06 = 1051.2 MWh</a:t>
            </a:r>
          </a:p>
          <a:p>
            <a:pPr>
              <a:lnSpc>
                <a:spcPct val="200000"/>
              </a:lnSpc>
              <a:spcBef>
                <a:spcPts val="800"/>
              </a:spcBef>
            </a:pPr>
            <a:r>
              <a:rPr lang="en-US" sz="2000" dirty="0"/>
              <a:t>Average curtailed daily Energy =                                   ​</a:t>
            </a:r>
            <a:r>
              <a:rPr lang="ar-EG" sz="2000" dirty="0"/>
              <a:t>  </a:t>
            </a:r>
            <a:r>
              <a:rPr lang="en-US" sz="2000" dirty="0"/>
              <a:t>=</a:t>
            </a:r>
            <a:r>
              <a:rPr lang="ar-EG" sz="2000" dirty="0"/>
              <a:t> </a:t>
            </a:r>
            <a:r>
              <a:rPr lang="en-US" sz="2000" dirty="0"/>
              <a:t>2.88 MWh</a:t>
            </a:r>
          </a:p>
          <a:p>
            <a:pPr>
              <a:lnSpc>
                <a:spcPct val="200000"/>
              </a:lnSpc>
              <a:spcBef>
                <a:spcPts val="800"/>
              </a:spcBef>
            </a:pPr>
            <a:r>
              <a:rPr lang="en-US" sz="2000" dirty="0"/>
              <a:t>Storage Capacity </a:t>
            </a:r>
            <a:r>
              <a:rPr lang="en-US" sz="2000" b="1" dirty="0"/>
              <a:t>= 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3736184" y="3658160"/>
            <a:ext cx="2693404" cy="771010"/>
            <a:chOff x="5592598" y="2814676"/>
            <a:chExt cx="2957142" cy="77101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6160475" y="3223970"/>
              <a:ext cx="214989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8"/>
            <p:cNvSpPr txBox="1"/>
            <p:nvPr/>
          </p:nvSpPr>
          <p:spPr>
            <a:xfrm>
              <a:off x="6302370" y="2814676"/>
              <a:ext cx="15376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1051.2 MWh</a:t>
              </a:r>
            </a:p>
          </p:txBody>
        </p:sp>
        <p:sp>
          <p:nvSpPr>
            <p:cNvPr id="20" name="TextBox 9"/>
            <p:cNvSpPr txBox="1"/>
            <p:nvPr/>
          </p:nvSpPr>
          <p:spPr>
            <a:xfrm>
              <a:off x="5592598" y="3185576"/>
              <a:ext cx="29571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365</a:t>
              </a:r>
            </a:p>
          </p:txBody>
        </p:sp>
      </p:grpSp>
      <p:sp>
        <p:nvSpPr>
          <p:cNvPr id="25" name="TextBox 16"/>
          <p:cNvSpPr txBox="1"/>
          <p:nvPr/>
        </p:nvSpPr>
        <p:spPr>
          <a:xfrm>
            <a:off x="4970621" y="4538511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3.2 MWh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F2666F-6FDE-47E6-9240-0EFE1543F288}"/>
              </a:ext>
            </a:extLst>
          </p:cNvPr>
          <p:cNvGrpSpPr/>
          <p:nvPr/>
        </p:nvGrpSpPr>
        <p:grpSpPr>
          <a:xfrm>
            <a:off x="2283507" y="4376800"/>
            <a:ext cx="2905354" cy="771010"/>
            <a:chOff x="5592598" y="2814676"/>
            <a:chExt cx="2957142" cy="77101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65D660A-9DCF-43D4-807E-2BB4583D1757}"/>
                </a:ext>
              </a:extLst>
            </p:cNvPr>
            <p:cNvCxnSpPr/>
            <p:nvPr/>
          </p:nvCxnSpPr>
          <p:spPr>
            <a:xfrm>
              <a:off x="6160475" y="3223970"/>
              <a:ext cx="214989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8">
              <a:extLst>
                <a:ext uri="{FF2B5EF4-FFF2-40B4-BE49-F238E27FC236}">
                  <a16:creationId xmlns:a16="http://schemas.microsoft.com/office/drawing/2014/main" id="{1E0B1D6B-6842-4CDF-83E7-83E6235870B8}"/>
                </a:ext>
              </a:extLst>
            </p:cNvPr>
            <p:cNvSpPr txBox="1"/>
            <p:nvPr/>
          </p:nvSpPr>
          <p:spPr>
            <a:xfrm>
              <a:off x="6432214" y="2814676"/>
              <a:ext cx="12779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2.88 MWh</a:t>
              </a:r>
            </a:p>
          </p:txBody>
        </p:sp>
        <p:sp>
          <p:nvSpPr>
            <p:cNvPr id="23" name="TextBox 9">
              <a:extLst>
                <a:ext uri="{FF2B5EF4-FFF2-40B4-BE49-F238E27FC236}">
                  <a16:creationId xmlns:a16="http://schemas.microsoft.com/office/drawing/2014/main" id="{3D1854CA-7161-4037-A88D-E88CDAF8DC40}"/>
                </a:ext>
              </a:extLst>
            </p:cNvPr>
            <p:cNvSpPr txBox="1"/>
            <p:nvPr/>
          </p:nvSpPr>
          <p:spPr>
            <a:xfrm>
              <a:off x="5592598" y="3185576"/>
              <a:ext cx="29571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0.9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63483" y="1401679"/>
            <a:ext cx="11218984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2328" y="198387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GB" sz="2400" b="1" dirty="0">
                <a:sym typeface="+mn-ea"/>
              </a:rPr>
              <a:t>Product specification</a:t>
            </a:r>
            <a:endParaRPr lang="en-US" sz="2400" b="1" dirty="0">
              <a:sym typeface="+mn-ea"/>
            </a:endParaRP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7CCE0A0-B4E2-481B-8241-7A2C5B516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3484" y="1859329"/>
            <a:ext cx="5708716" cy="3596992"/>
          </a:xfrm>
        </p:spPr>
        <p:txBody>
          <a:bodyPr>
            <a:normAutofit/>
          </a:bodyPr>
          <a:lstStyle/>
          <a:p>
            <a:r>
              <a:rPr lang="en-GB" sz="2000" dirty="0"/>
              <a:t>Using two Delta 40 ft containers will be sufficient to accommodate the curtailed energy. </a:t>
            </a:r>
          </a:p>
          <a:p>
            <a:r>
              <a:rPr lang="en-GB" sz="2000" dirty="0"/>
              <a:t>Each container provides a storage capacity of 1.641 MWh and a maximum power output of 2 MW, resulting in a total capacity of approximately 3.282 MWh </a:t>
            </a:r>
            <a:endParaRPr lang="en-US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752DF2B-BFBC-4D86-8187-494C3A808F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48"/>
          <a:stretch/>
        </p:blipFill>
        <p:spPr>
          <a:xfrm>
            <a:off x="7190889" y="1840672"/>
            <a:ext cx="4351077" cy="3085681"/>
          </a:xfr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6" name="TextBox 14"/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11 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11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85A80-F3B0-4628-8327-6B5620D1EDF3}"/>
              </a:ext>
            </a:extLst>
          </p:cNvPr>
          <p:cNvSpPr txBox="1"/>
          <p:nvPr/>
        </p:nvSpPr>
        <p:spPr>
          <a:xfrm>
            <a:off x="6788064" y="5009653"/>
            <a:ext cx="5640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deltaww.com/en-US/products</a:t>
            </a:r>
            <a:r>
              <a:rPr lang="en-US" sz="1400"/>
              <a:t>/Energy-Storage-Systems ,</a:t>
            </a:r>
            <a:r>
              <a:rPr lang="en-US" sz="1400" dirty="0"/>
              <a:t>08/11/2025</a:t>
            </a:r>
          </a:p>
        </p:txBody>
      </p:sp>
      <p:pic>
        <p:nvPicPr>
          <p:cNvPr id="20" name="Content Placeholder 6">
            <a:extLst>
              <a:ext uri="{FF2B5EF4-FFF2-40B4-BE49-F238E27FC236}">
                <a16:creationId xmlns:a16="http://schemas.microsoft.com/office/drawing/2014/main" id="{2873EA88-17C8-4E76-9AA6-2B8FB7EE8B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" t="-3310" r="52078"/>
          <a:stretch/>
        </p:blipFill>
        <p:spPr>
          <a:xfrm>
            <a:off x="1579580" y="3689888"/>
            <a:ext cx="3950464" cy="272919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CE071CE-BDDF-4EE8-9D14-6D4A28A69B33}"/>
              </a:ext>
            </a:extLst>
          </p:cNvPr>
          <p:cNvSpPr/>
          <p:nvPr/>
        </p:nvSpPr>
        <p:spPr>
          <a:xfrm>
            <a:off x="9713167" y="2140708"/>
            <a:ext cx="1707502" cy="1379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3EA7592-B30A-4269-831A-2CC2800ED94A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63482" y="1401680"/>
            <a:ext cx="11239919" cy="223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  <a:hlinkClick r:id="rId2"/>
              </a:rPr>
              <a:t>https://www.deltaww.com/en-US/index</a:t>
            </a:r>
            <a:endParaRPr lang="en-US" dirty="0">
              <a:sym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ym typeface="+mn-ea"/>
                <a:hlinkClick r:id="rId3"/>
              </a:rPr>
              <a:t>https://www.elkatek.com/en/</a:t>
            </a:r>
            <a:endParaRPr lang="en-US" dirty="0">
              <a:sym typeface="+mn-ea"/>
            </a:endParaRPr>
          </a:p>
          <a:p>
            <a:pPr>
              <a:lnSpc>
                <a:spcPct val="200000"/>
              </a:lnSpc>
            </a:pPr>
            <a:br>
              <a:rPr lang="en-US" dirty="0"/>
            </a:b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98230" y="370993"/>
            <a:ext cx="10036690" cy="71272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References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0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53492" y="6580056"/>
            <a:ext cx="438631" cy="25883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8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9549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7726" y="6552895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it-IT" sz="1200" dirty="0">
                <a:solidFill>
                  <a:schemeClr val="bg1"/>
                </a:solidFill>
              </a:rPr>
              <a:t>11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ar-EG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322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650</Words>
  <Application>Microsoft Office PowerPoint</Application>
  <PresentationFormat>Widescreen</PresentationFormat>
  <Paragraphs>93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Custom Design</vt:lpstr>
      <vt:lpstr>Weekly report: Storage System</vt:lpstr>
      <vt:lpstr>PowerPoint Presentation</vt:lpstr>
      <vt:lpstr>Turkey as the Supplier Country</vt:lpstr>
      <vt:lpstr>Local and Global Suppliers</vt:lpstr>
      <vt:lpstr>Supplier and Authorized Distributor</vt:lpstr>
      <vt:lpstr>Energy Curtailment and Storage Capacity Calculations</vt:lpstr>
      <vt:lpstr>Product specification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mohamed Alywa</cp:lastModifiedBy>
  <cp:revision>56</cp:revision>
  <dcterms:created xsi:type="dcterms:W3CDTF">2025-07-21T13:11:00Z</dcterms:created>
  <dcterms:modified xsi:type="dcterms:W3CDTF">2025-11-08T19:46:12Z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2F57D44E6381456FBAA078C14AE94E08_13</vt:lpwstr>
  </property>
  <property fmtid="{D5CDD505-2E9C-101B-9397-08002B2CF9AE}" pid="3" name="KSOProductBuildVer">
    <vt:lpwstr>1033-12.2.0.23131</vt:lpwstr>
  </property>
</Properties>
</file>