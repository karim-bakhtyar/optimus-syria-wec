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modernComment_13D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notesMasterIdLst>
    <p:notesMasterId r:id="rId14"/>
  </p:notesMasterIdLst>
  <p:handoutMasterIdLst>
    <p:handoutMasterId r:id="rId15"/>
  </p:handoutMasterIdLst>
  <p:sldIdLst>
    <p:sldId id="263" r:id="rId3"/>
    <p:sldId id="285" r:id="rId4"/>
    <p:sldId id="315" r:id="rId5"/>
    <p:sldId id="308" r:id="rId6"/>
    <p:sldId id="317" r:id="rId7"/>
    <p:sldId id="318" r:id="rId8"/>
    <p:sldId id="319" r:id="rId9"/>
    <p:sldId id="320" r:id="rId10"/>
    <p:sldId id="321" r:id="rId11"/>
    <p:sldId id="322" r:id="rId12"/>
    <p:sldId id="31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85"/>
            <p14:sldId id="315"/>
            <p14:sldId id="308"/>
            <p14:sldId id="317"/>
            <p14:sldId id="318"/>
            <p14:sldId id="319"/>
            <p14:sldId id="320"/>
            <p14:sldId id="321"/>
            <p14:sldId id="322"/>
            <p14:sldId id="313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1BD5DC-5676-6DC8-CE94-81ACB83F5E47}" name="SATHISHKUMAR V" initials="SV" userId="c6e3b939f28734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D2F7"/>
    <a:srgbClr val="FFFFFF"/>
    <a:srgbClr val="8ECEFA"/>
    <a:srgbClr val="92C6E6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A1880-031E-4169-92F6-BEB6FEC3C1C7}" v="974" dt="2025-12-01T06:06:08.798"/>
    <p1510:client id="{1D945092-75BB-4C65-809A-4D90179741DC}" v="497" dt="2025-12-01T05:22:10.607"/>
    <p1510:client id="{33D52417-8E19-440F-99D4-3634D62718F8}" v="9" dt="2025-12-01T06:19:11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ISHKUMAR V" userId="c6e3b939f287349d" providerId="Windows Live" clId="Web-{1D945092-75BB-4C65-809A-4D90179741DC}"/>
    <pc:docChg chg="mod addSld delSld modSld sldOrd modSection">
      <pc:chgData name="SATHISHKUMAR V" userId="c6e3b939f287349d" providerId="Windows Live" clId="Web-{1D945092-75BB-4C65-809A-4D90179741DC}" dt="2025-12-01T05:22:10.607" v="438"/>
      <pc:docMkLst>
        <pc:docMk/>
      </pc:docMkLst>
      <pc:sldChg chg="modSp">
        <pc:chgData name="SATHISHKUMAR V" userId="c6e3b939f287349d" providerId="Windows Live" clId="Web-{1D945092-75BB-4C65-809A-4D90179741DC}" dt="2025-12-01T04:58:16.711" v="214" actId="14100"/>
        <pc:sldMkLst>
          <pc:docMk/>
          <pc:sldMk cId="0" sldId="263"/>
        </pc:sldMkLst>
        <pc:spChg chg="mod">
          <ac:chgData name="SATHISHKUMAR V" userId="c6e3b939f287349d" providerId="Windows Live" clId="Web-{1D945092-75BB-4C65-809A-4D90179741DC}" dt="2025-12-01T04:58:16.711" v="214" actId="14100"/>
          <ac:spMkLst>
            <pc:docMk/>
            <pc:sldMk cId="0" sldId="263"/>
            <ac:spMk id="3" creationId="{00000000-0000-0000-0000-000000000000}"/>
          </ac:spMkLst>
        </pc:spChg>
        <pc:spChg chg="mod">
          <ac:chgData name="SATHISHKUMAR V" userId="c6e3b939f287349d" providerId="Windows Live" clId="Web-{1D945092-75BB-4C65-809A-4D90179741DC}" dt="2025-12-01T04:46:36.701" v="18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SATHISHKUMAR V" userId="c6e3b939f287349d" providerId="Windows Live" clId="Web-{1D945092-75BB-4C65-809A-4D90179741DC}" dt="2025-12-01T04:46:21.591" v="8" actId="20577"/>
          <ac:spMkLst>
            <pc:docMk/>
            <pc:sldMk cId="0" sldId="263"/>
            <ac:spMk id="27" creationId="{00000000-0000-0000-0000-000000000000}"/>
          </ac:spMkLst>
        </pc:spChg>
      </pc:sldChg>
      <pc:sldChg chg="modSp">
        <pc:chgData name="SATHISHKUMAR V" userId="c6e3b939f287349d" providerId="Windows Live" clId="Web-{1D945092-75BB-4C65-809A-4D90179741DC}" dt="2025-12-01T04:57:37.301" v="201" actId="20577"/>
        <pc:sldMkLst>
          <pc:docMk/>
          <pc:sldMk cId="0" sldId="285"/>
        </pc:sldMkLst>
        <pc:spChg chg="mod">
          <ac:chgData name="SATHISHKUMAR V" userId="c6e3b939f287349d" providerId="Windows Live" clId="Web-{1D945092-75BB-4C65-809A-4D90179741DC}" dt="2025-12-01T04:54:04.982" v="131" actId="20577"/>
          <ac:spMkLst>
            <pc:docMk/>
            <pc:sldMk cId="0" sldId="285"/>
            <ac:spMk id="2" creationId="{00000000-0000-0000-0000-000000000000}"/>
          </ac:spMkLst>
        </pc:spChg>
        <pc:spChg chg="mod">
          <ac:chgData name="SATHISHKUMAR V" userId="c6e3b939f287349d" providerId="Windows Live" clId="Web-{1D945092-75BB-4C65-809A-4D90179741DC}" dt="2025-12-01T04:57:37.301" v="201" actId="20577"/>
          <ac:spMkLst>
            <pc:docMk/>
            <pc:sldMk cId="0" sldId="285"/>
            <ac:spMk id="9" creationId="{00000000-0000-0000-0000-000000000000}"/>
          </ac:spMkLst>
        </pc:spChg>
      </pc:sldChg>
      <pc:sldChg chg="del">
        <pc:chgData name="SATHISHKUMAR V" userId="c6e3b939f287349d" providerId="Windows Live" clId="Web-{1D945092-75BB-4C65-809A-4D90179741DC}" dt="2025-12-01T05:11:13.254" v="323"/>
        <pc:sldMkLst>
          <pc:docMk/>
          <pc:sldMk cId="0" sldId="291"/>
        </pc:sldMkLst>
      </pc:sldChg>
      <pc:sldChg chg="addSp delSp modSp ord">
        <pc:chgData name="SATHISHKUMAR V" userId="c6e3b939f287349d" providerId="Windows Live" clId="Web-{1D945092-75BB-4C65-809A-4D90179741DC}" dt="2025-12-01T05:16:12.861" v="383"/>
        <pc:sldMkLst>
          <pc:docMk/>
          <pc:sldMk cId="0" sldId="308"/>
        </pc:sldMkLst>
        <pc:spChg chg="mod">
          <ac:chgData name="SATHISHKUMAR V" userId="c6e3b939f287349d" providerId="Windows Live" clId="Web-{1D945092-75BB-4C65-809A-4D90179741DC}" dt="2025-12-01T05:06:09.765" v="273" actId="1076"/>
          <ac:spMkLst>
            <pc:docMk/>
            <pc:sldMk cId="0" sldId="308"/>
            <ac:spMk id="2" creationId="{00000000-0000-0000-0000-000000000000}"/>
          </ac:spMkLst>
        </pc:spChg>
        <pc:spChg chg="mod">
          <ac:chgData name="SATHISHKUMAR V" userId="c6e3b939f287349d" providerId="Windows Live" clId="Web-{1D945092-75BB-4C65-809A-4D90179741DC}" dt="2025-12-01T05:07:17.563" v="302" actId="20577"/>
          <ac:spMkLst>
            <pc:docMk/>
            <pc:sldMk cId="0" sldId="308"/>
            <ac:spMk id="9" creationId="{00000000-0000-0000-0000-000000000000}"/>
          </ac:spMkLst>
        </pc:spChg>
        <pc:spChg chg="add mod">
          <ac:chgData name="SATHISHKUMAR V" userId="c6e3b939f287349d" providerId="Windows Live" clId="Web-{1D945092-75BB-4C65-809A-4D90179741DC}" dt="2025-12-01T05:16:06.611" v="380"/>
          <ac:spMkLst>
            <pc:docMk/>
            <pc:sldMk cId="0" sldId="308"/>
            <ac:spMk id="12" creationId="{074107C4-C8EC-52C8-BA5B-BBC70B1C8BEF}"/>
          </ac:spMkLst>
        </pc:spChg>
        <pc:spChg chg="add mod">
          <ac:chgData name="SATHISHKUMAR V" userId="c6e3b939f287349d" providerId="Windows Live" clId="Web-{1D945092-75BB-4C65-809A-4D90179741DC}" dt="2025-12-01T05:16:12.861" v="383"/>
          <ac:spMkLst>
            <pc:docMk/>
            <pc:sldMk cId="0" sldId="308"/>
            <ac:spMk id="14" creationId="{C151C334-2C77-5ACC-1894-C61A038AC88F}"/>
          </ac:spMkLst>
        </pc:spChg>
        <pc:spChg chg="del mod">
          <ac:chgData name="SATHISHKUMAR V" userId="c6e3b939f287349d" providerId="Windows Live" clId="Web-{1D945092-75BB-4C65-809A-4D90179741DC}" dt="2025-12-01T04:56:11.687" v="173"/>
          <ac:spMkLst>
            <pc:docMk/>
            <pc:sldMk cId="0" sldId="308"/>
            <ac:spMk id="16" creationId="{00000000-0000-0000-0000-000000000000}"/>
          </ac:spMkLst>
        </pc:spChg>
        <pc:spChg chg="del mod">
          <ac:chgData name="SATHISHKUMAR V" userId="c6e3b939f287349d" providerId="Windows Live" clId="Web-{1D945092-75BB-4C65-809A-4D90179741DC}" dt="2025-12-01T04:56:09.359" v="171"/>
          <ac:spMkLst>
            <pc:docMk/>
            <pc:sldMk cId="0" sldId="308"/>
            <ac:spMk id="18" creationId="{00000000-0000-0000-0000-000000000000}"/>
          </ac:spMkLst>
        </pc:spChg>
        <pc:spChg chg="add mod">
          <ac:chgData name="SATHISHKUMAR V" userId="c6e3b939f287349d" providerId="Windows Live" clId="Web-{1D945092-75BB-4C65-809A-4D90179741DC}" dt="2025-12-01T05:06:26.437" v="287" actId="20577"/>
          <ac:spMkLst>
            <pc:docMk/>
            <pc:sldMk cId="0" sldId="308"/>
            <ac:spMk id="21" creationId="{259739F2-0687-9827-16F7-87E2BE9139A7}"/>
          </ac:spMkLst>
        </pc:spChg>
        <pc:picChg chg="add mod">
          <ac:chgData name="SATHISHKUMAR V" userId="c6e3b939f287349d" providerId="Windows Live" clId="Web-{1D945092-75BB-4C65-809A-4D90179741DC}" dt="2025-12-01T05:06:09.781" v="274" actId="1076"/>
          <ac:picMkLst>
            <pc:docMk/>
            <pc:sldMk cId="0" sldId="308"/>
            <ac:picMk id="3" creationId="{B86C204B-CBB6-B777-75BD-11DBED60227E}"/>
          </ac:picMkLst>
        </pc:picChg>
        <pc:picChg chg="del">
          <ac:chgData name="SATHISHKUMAR V" userId="c6e3b939f287349d" providerId="Windows Live" clId="Web-{1D945092-75BB-4C65-809A-4D90179741DC}" dt="2025-12-01T04:55:29.702" v="162"/>
          <ac:picMkLst>
            <pc:docMk/>
            <pc:sldMk cId="0" sldId="308"/>
            <ac:picMk id="7" creationId="{00000000-0000-0000-0000-000000000000}"/>
          </ac:picMkLst>
        </pc:picChg>
        <pc:picChg chg="add mod">
          <ac:chgData name="SATHISHKUMAR V" userId="c6e3b939f287349d" providerId="Windows Live" clId="Web-{1D945092-75BB-4C65-809A-4D90179741DC}" dt="2025-12-01T05:06:09.812" v="275" actId="1076"/>
          <ac:picMkLst>
            <pc:docMk/>
            <pc:sldMk cId="0" sldId="308"/>
            <ac:picMk id="8" creationId="{53DA574F-020A-CB6A-81C9-81E3BA7ABCF9}"/>
          </ac:picMkLst>
        </pc:picChg>
        <pc:picChg chg="del">
          <ac:chgData name="SATHISHKUMAR V" userId="c6e3b939f287349d" providerId="Windows Live" clId="Web-{1D945092-75BB-4C65-809A-4D90179741DC}" dt="2025-12-01T04:56:02.047" v="168"/>
          <ac:picMkLst>
            <pc:docMk/>
            <pc:sldMk cId="0" sldId="308"/>
            <ac:picMk id="11" creationId="{00000000-0000-0000-0000-000000000000}"/>
          </ac:picMkLst>
        </pc:picChg>
        <pc:cxnChg chg="add mod">
          <ac:chgData name="SATHISHKUMAR V" userId="c6e3b939f287349d" providerId="Windows Live" clId="Web-{1D945092-75BB-4C65-809A-4D90179741DC}" dt="2025-12-01T05:16:10.892" v="382"/>
          <ac:cxnSpMkLst>
            <pc:docMk/>
            <pc:sldMk cId="0" sldId="308"/>
            <ac:cxnSpMk id="17" creationId="{1E1D5266-F5E0-0C9A-3696-41F05FB5BCD6}"/>
          </ac:cxnSpMkLst>
        </pc:cxnChg>
        <pc:cxnChg chg="add mod">
          <ac:chgData name="SATHISHKUMAR V" userId="c6e3b939f287349d" providerId="Windows Live" clId="Web-{1D945092-75BB-4C65-809A-4D90179741DC}" dt="2025-12-01T05:16:08.048" v="381"/>
          <ac:cxnSpMkLst>
            <pc:docMk/>
            <pc:sldMk cId="0" sldId="308"/>
            <ac:cxnSpMk id="20" creationId="{A2F1268C-333B-B8D6-37A2-44E143BBA02D}"/>
          </ac:cxnSpMkLst>
        </pc:cxnChg>
      </pc:sldChg>
      <pc:sldChg chg="del">
        <pc:chgData name="SATHISHKUMAR V" userId="c6e3b939f287349d" providerId="Windows Live" clId="Web-{1D945092-75BB-4C65-809A-4D90179741DC}" dt="2025-12-01T05:09:34.424" v="303"/>
        <pc:sldMkLst>
          <pc:docMk/>
          <pc:sldMk cId="0" sldId="309"/>
        </pc:sldMkLst>
      </pc:sldChg>
      <pc:sldChg chg="del">
        <pc:chgData name="SATHISHKUMAR V" userId="c6e3b939f287349d" providerId="Windows Live" clId="Web-{1D945092-75BB-4C65-809A-4D90179741DC}" dt="2025-12-01T05:09:41.580" v="306"/>
        <pc:sldMkLst>
          <pc:docMk/>
          <pc:sldMk cId="0" sldId="310"/>
        </pc:sldMkLst>
      </pc:sldChg>
      <pc:sldChg chg="del">
        <pc:chgData name="SATHISHKUMAR V" userId="c6e3b939f287349d" providerId="Windows Live" clId="Web-{1D945092-75BB-4C65-809A-4D90179741DC}" dt="2025-12-01T05:09:39.502" v="305"/>
        <pc:sldMkLst>
          <pc:docMk/>
          <pc:sldMk cId="0" sldId="312"/>
        </pc:sldMkLst>
      </pc:sldChg>
      <pc:sldChg chg="del">
        <pc:chgData name="SATHISHKUMAR V" userId="c6e3b939f287349d" providerId="Windows Live" clId="Web-{1D945092-75BB-4C65-809A-4D90179741DC}" dt="2025-12-01T05:09:37.080" v="304"/>
        <pc:sldMkLst>
          <pc:docMk/>
          <pc:sldMk cId="0" sldId="314"/>
        </pc:sldMkLst>
      </pc:sldChg>
      <pc:sldChg chg="addSp delSp modSp mod modShow">
        <pc:chgData name="SATHISHKUMAR V" userId="c6e3b939f287349d" providerId="Windows Live" clId="Web-{1D945092-75BB-4C65-809A-4D90179741DC}" dt="2025-12-01T05:16:01.751" v="379"/>
        <pc:sldMkLst>
          <pc:docMk/>
          <pc:sldMk cId="0" sldId="315"/>
        </pc:sldMkLst>
        <pc:spChg chg="del mod">
          <ac:chgData name="SATHISHKUMAR V" userId="c6e3b939f287349d" providerId="Windows Live" clId="Web-{1D945092-75BB-4C65-809A-4D90179741DC}" dt="2025-12-01T04:55:23.577" v="161"/>
          <ac:spMkLst>
            <pc:docMk/>
            <pc:sldMk cId="0" sldId="315"/>
            <ac:spMk id="2" creationId="{00000000-0000-0000-0000-000000000000}"/>
          </ac:spMkLst>
        </pc:spChg>
        <pc:spChg chg="add mod">
          <ac:chgData name="SATHISHKUMAR V" userId="c6e3b939f287349d" providerId="Windows Live" clId="Web-{1D945092-75BB-4C65-809A-4D90179741DC}" dt="2025-12-01T04:55:54.125" v="167" actId="1076"/>
          <ac:spMkLst>
            <pc:docMk/>
            <pc:sldMk cId="0" sldId="315"/>
            <ac:spMk id="7" creationId="{D299B9D1-1A30-FFF0-80D6-F32453707C28}"/>
          </ac:spMkLst>
        </pc:spChg>
        <pc:spChg chg="mod">
          <ac:chgData name="SATHISHKUMAR V" userId="c6e3b939f287349d" providerId="Windows Live" clId="Web-{1D945092-75BB-4C65-809A-4D90179741DC}" dt="2025-12-01T04:58:19.523" v="216" actId="20577"/>
          <ac:spMkLst>
            <pc:docMk/>
            <pc:sldMk cId="0" sldId="315"/>
            <ac:spMk id="9" creationId="{00000000-0000-0000-0000-000000000000}"/>
          </ac:spMkLst>
        </pc:spChg>
        <pc:spChg chg="add mod">
          <ac:chgData name="SATHISHKUMAR V" userId="c6e3b939f287349d" providerId="Windows Live" clId="Web-{1D945092-75BB-4C65-809A-4D90179741DC}" dt="2025-12-01T05:00:24.677" v="227" actId="1076"/>
          <ac:spMkLst>
            <pc:docMk/>
            <pc:sldMk cId="0" sldId="315"/>
            <ac:spMk id="11" creationId="{28C1F259-4C37-A1AE-FCA6-6045D59963B2}"/>
          </ac:spMkLst>
        </pc:spChg>
        <pc:spChg chg="mod">
          <ac:chgData name="SATHISHKUMAR V" userId="c6e3b939f287349d" providerId="Windows Live" clId="Web-{1D945092-75BB-4C65-809A-4D90179741DC}" dt="2025-12-01T04:55:15.936" v="157" actId="20577"/>
          <ac:spMkLst>
            <pc:docMk/>
            <pc:sldMk cId="0" sldId="315"/>
            <ac:spMk id="13" creationId="{00000000-0000-0000-0000-000000000000}"/>
          </ac:spMkLst>
        </pc:spChg>
        <pc:spChg chg="mod">
          <ac:chgData name="SATHISHKUMAR V" userId="c6e3b939f287349d" providerId="Windows Live" clId="Web-{1D945092-75BB-4C65-809A-4D90179741DC}" dt="2025-12-01T04:57:18.628" v="190" actId="14100"/>
          <ac:spMkLst>
            <pc:docMk/>
            <pc:sldMk cId="0" sldId="315"/>
            <ac:spMk id="16" creationId="{00000000-0000-0000-0000-000000000000}"/>
          </ac:spMkLst>
        </pc:spChg>
        <pc:spChg chg="add mod">
          <ac:chgData name="SATHISHKUMAR V" userId="c6e3b939f287349d" providerId="Windows Live" clId="Web-{1D945092-75BB-4C65-809A-4D90179741DC}" dt="2025-12-01T05:01:54.071" v="246" actId="14100"/>
          <ac:spMkLst>
            <pc:docMk/>
            <pc:sldMk cId="0" sldId="315"/>
            <ac:spMk id="17" creationId="{5F458A9C-85BC-78CD-923B-961315D8ADEE}"/>
          </ac:spMkLst>
        </pc:spChg>
        <pc:spChg chg="mod">
          <ac:chgData name="SATHISHKUMAR V" userId="c6e3b939f287349d" providerId="Windows Live" clId="Web-{1D945092-75BB-4C65-809A-4D90179741DC}" dt="2025-12-01T04:57:00.908" v="182" actId="20577"/>
          <ac:spMkLst>
            <pc:docMk/>
            <pc:sldMk cId="0" sldId="315"/>
            <ac:spMk id="18" creationId="{00000000-0000-0000-0000-000000000000}"/>
          </ac:spMkLst>
        </pc:spChg>
        <pc:spChg chg="add mod">
          <ac:chgData name="SATHISHKUMAR V" userId="c6e3b939f287349d" providerId="Windows Live" clId="Web-{1D945092-75BB-4C65-809A-4D90179741DC}" dt="2025-12-01T05:15:58.907" v="378"/>
          <ac:spMkLst>
            <pc:docMk/>
            <pc:sldMk cId="0" sldId="315"/>
            <ac:spMk id="23" creationId="{3813E0C6-410B-FC81-7B63-6B855D36E354}"/>
          </ac:spMkLst>
        </pc:spChg>
        <pc:picChg chg="add mod">
          <ac:chgData name="SATHISHKUMAR V" userId="c6e3b939f287349d" providerId="Windows Live" clId="Web-{1D945092-75BB-4C65-809A-4D90179741DC}" dt="2025-12-01T04:55:35.171" v="164" actId="1076"/>
          <ac:picMkLst>
            <pc:docMk/>
            <pc:sldMk cId="0" sldId="315"/>
            <ac:picMk id="3" creationId="{F5D8C8BD-85D0-5E1F-8AF7-64D68593052D}"/>
          </ac:picMkLst>
        </pc:picChg>
        <pc:picChg chg="add mod">
          <ac:chgData name="SATHISHKUMAR V" userId="c6e3b939f287349d" providerId="Windows Live" clId="Web-{1D945092-75BB-4C65-809A-4D90179741DC}" dt="2025-12-01T04:59:31.456" v="222" actId="14100"/>
          <ac:picMkLst>
            <pc:docMk/>
            <pc:sldMk cId="0" sldId="315"/>
            <ac:picMk id="8" creationId="{00AE2C57-8597-B28E-9F7E-12C3BFDFE7EC}"/>
          </ac:picMkLst>
        </pc:picChg>
        <pc:picChg chg="del">
          <ac:chgData name="SATHISHKUMAR V" userId="c6e3b939f287349d" providerId="Windows Live" clId="Web-{1D945092-75BB-4C65-809A-4D90179741DC}" dt="2025-12-01T04:55:19.280" v="158"/>
          <ac:picMkLst>
            <pc:docMk/>
            <pc:sldMk cId="0" sldId="315"/>
            <ac:picMk id="10" creationId="{00000000-0000-0000-0000-000000000000}"/>
          </ac:picMkLst>
        </pc:picChg>
        <pc:picChg chg="del">
          <ac:chgData name="SATHISHKUMAR V" userId="c6e3b939f287349d" providerId="Windows Live" clId="Web-{1D945092-75BB-4C65-809A-4D90179741DC}" dt="2025-12-01T04:55:20.030" v="159"/>
          <ac:picMkLst>
            <pc:docMk/>
            <pc:sldMk cId="0" sldId="315"/>
            <ac:picMk id="14" creationId="{00000000-0000-0000-0000-000000000000}"/>
          </ac:picMkLst>
        </pc:picChg>
        <pc:inkChg chg="add del">
          <ac:chgData name="SATHISHKUMAR V" userId="c6e3b939f287349d" providerId="Windows Live" clId="Web-{1D945092-75BB-4C65-809A-4D90179741DC}" dt="2025-12-01T05:00:42.865" v="229"/>
          <ac:inkMkLst>
            <pc:docMk/>
            <pc:sldMk cId="0" sldId="315"/>
            <ac:inkMk id="12" creationId="{172E270A-6FCB-8B1B-BB1F-C2176FD0CD02}"/>
          </ac:inkMkLst>
        </pc:inkChg>
        <pc:inkChg chg="add del">
          <ac:chgData name="SATHISHKUMAR V" userId="c6e3b939f287349d" providerId="Windows Live" clId="Web-{1D945092-75BB-4C65-809A-4D90179741DC}" dt="2025-12-01T05:00:58.272" v="231"/>
          <ac:inkMkLst>
            <pc:docMk/>
            <pc:sldMk cId="0" sldId="315"/>
            <ac:inkMk id="15" creationId="{25FFD486-11AE-16DA-B568-8981A1B08025}"/>
          </ac:inkMkLst>
        </pc:inkChg>
        <pc:inkChg chg="add del">
          <ac:chgData name="SATHISHKUMAR V" userId="c6e3b939f287349d" providerId="Windows Live" clId="Web-{1D945092-75BB-4C65-809A-4D90179741DC}" dt="2025-12-01T05:01:20.273" v="236"/>
          <ac:inkMkLst>
            <pc:docMk/>
            <pc:sldMk cId="0" sldId="315"/>
            <ac:inkMk id="19" creationId="{3F8590A3-0212-76B2-5ABE-470DC56DB69E}"/>
          </ac:inkMkLst>
        </pc:inkChg>
        <pc:inkChg chg="add del">
          <ac:chgData name="SATHISHKUMAR V" userId="c6e3b939f287349d" providerId="Windows Live" clId="Web-{1D945092-75BB-4C65-809A-4D90179741DC}" dt="2025-12-01T05:01:19.992" v="235"/>
          <ac:inkMkLst>
            <pc:docMk/>
            <pc:sldMk cId="0" sldId="315"/>
            <ac:inkMk id="20" creationId="{4157D16E-66A8-C2F0-E774-B691F763E341}"/>
          </ac:inkMkLst>
        </pc:inkChg>
        <pc:inkChg chg="add del">
          <ac:chgData name="SATHISHKUMAR V" userId="c6e3b939f287349d" providerId="Windows Live" clId="Web-{1D945092-75BB-4C65-809A-4D90179741DC}" dt="2025-12-01T05:01:24.226" v="238"/>
          <ac:inkMkLst>
            <pc:docMk/>
            <pc:sldMk cId="0" sldId="315"/>
            <ac:inkMk id="21" creationId="{FDCE04B1-03A2-D269-EFF6-E6099548C86E}"/>
          </ac:inkMkLst>
        </pc:inkChg>
        <pc:inkChg chg="add del">
          <ac:chgData name="SATHISHKUMAR V" userId="c6e3b939f287349d" providerId="Windows Live" clId="Web-{1D945092-75BB-4C65-809A-4D90179741DC}" dt="2025-12-01T05:01:30.305" v="240"/>
          <ac:inkMkLst>
            <pc:docMk/>
            <pc:sldMk cId="0" sldId="315"/>
            <ac:inkMk id="22" creationId="{5D384FD3-DBEA-850E-E9DF-7644FCED5D92}"/>
          </ac:inkMkLst>
        </pc:inkChg>
        <pc:cxnChg chg="add mod">
          <ac:chgData name="SATHISHKUMAR V" userId="c6e3b939f287349d" providerId="Windows Live" clId="Web-{1D945092-75BB-4C65-809A-4D90179741DC}" dt="2025-12-01T05:16:01.751" v="379"/>
          <ac:cxnSpMkLst>
            <pc:docMk/>
            <pc:sldMk cId="0" sldId="315"/>
            <ac:cxnSpMk id="24" creationId="{9C8836A8-D8EE-1E84-D54C-3FF518FE21A7}"/>
          </ac:cxnSpMkLst>
        </pc:cxnChg>
      </pc:sldChg>
      <pc:sldChg chg="del">
        <pc:chgData name="SATHISHKUMAR V" userId="c6e3b939f287349d" providerId="Windows Live" clId="Web-{1D945092-75BB-4C65-809A-4D90179741DC}" dt="2025-12-01T04:54:40.342" v="156"/>
        <pc:sldMkLst>
          <pc:docMk/>
          <pc:sldMk cId="0" sldId="316"/>
        </pc:sldMkLst>
      </pc:sldChg>
      <pc:sldChg chg="addSp delSp modSp">
        <pc:chgData name="SATHISHKUMAR V" userId="c6e3b939f287349d" providerId="Windows Live" clId="Web-{1D945092-75BB-4C65-809A-4D90179741DC}" dt="2025-12-01T05:19:24.603" v="416" actId="1076"/>
        <pc:sldMkLst>
          <pc:docMk/>
          <pc:sldMk cId="0" sldId="317"/>
        </pc:sldMkLst>
        <pc:spChg chg="add mod">
          <ac:chgData name="SATHISHKUMAR V" userId="c6e3b939f287349d" providerId="Windows Live" clId="Web-{1D945092-75BB-4C65-809A-4D90179741DC}" dt="2025-12-01T05:12:33.412" v="345" actId="20577"/>
          <ac:spMkLst>
            <pc:docMk/>
            <pc:sldMk cId="0" sldId="317"/>
            <ac:spMk id="2" creationId="{2D13AA69-99D7-0418-3B35-A53E2C32BAD9}"/>
          </ac:spMkLst>
        </pc:spChg>
        <pc:spChg chg="add mod">
          <ac:chgData name="SATHISHKUMAR V" userId="c6e3b939f287349d" providerId="Windows Live" clId="Web-{1D945092-75BB-4C65-809A-4D90179741DC}" dt="2025-12-01T05:15:40.812" v="375" actId="1076"/>
          <ac:spMkLst>
            <pc:docMk/>
            <pc:sldMk cId="0" sldId="317"/>
            <ac:spMk id="8" creationId="{73EE34C9-B3BB-9E74-9F70-D740CFA60E5F}"/>
          </ac:spMkLst>
        </pc:spChg>
        <pc:spChg chg="mod">
          <ac:chgData name="SATHISHKUMAR V" userId="c6e3b939f287349d" providerId="Windows Live" clId="Web-{1D945092-75BB-4C65-809A-4D90179741DC}" dt="2025-12-01T05:11:23.035" v="328" actId="20577"/>
          <ac:spMkLst>
            <pc:docMk/>
            <pc:sldMk cId="0" sldId="317"/>
            <ac:spMk id="10" creationId="{00000000-0000-0000-0000-000000000000}"/>
          </ac:spMkLst>
        </pc:spChg>
        <pc:spChg chg="add mod">
          <ac:chgData name="SATHISHKUMAR V" userId="c6e3b939f287349d" providerId="Windows Live" clId="Web-{1D945092-75BB-4C65-809A-4D90179741DC}" dt="2025-12-01T05:15:47.219" v="377" actId="1076"/>
          <ac:spMkLst>
            <pc:docMk/>
            <pc:sldMk cId="0" sldId="317"/>
            <ac:spMk id="11" creationId="{5763D8BF-2DC9-8BA3-FEBA-5A70502BABEE}"/>
          </ac:spMkLst>
        </pc:spChg>
        <pc:spChg chg="add del mod">
          <ac:chgData name="SATHISHKUMAR V" userId="c6e3b939f287349d" providerId="Windows Live" clId="Web-{1D945092-75BB-4C65-809A-4D90179741DC}" dt="2025-12-01T05:16:30.128" v="386"/>
          <ac:spMkLst>
            <pc:docMk/>
            <pc:sldMk cId="0" sldId="317"/>
            <ac:spMk id="12" creationId="{8F3C9867-FA06-838D-A2E7-4D3D518DCE21}"/>
          </ac:spMkLst>
        </pc:spChg>
        <pc:spChg chg="add mod">
          <ac:chgData name="SATHISHKUMAR V" userId="c6e3b939f287349d" providerId="Windows Live" clId="Web-{1D945092-75BB-4C65-809A-4D90179741DC}" dt="2025-12-01T05:18:11.648" v="402" actId="1076"/>
          <ac:spMkLst>
            <pc:docMk/>
            <pc:sldMk cId="0" sldId="317"/>
            <ac:spMk id="23" creationId="{48818FC5-7666-7114-737B-499AAE5766B3}"/>
          </ac:spMkLst>
        </pc:spChg>
        <pc:picChg chg="add mod modCrop">
          <ac:chgData name="SATHISHKUMAR V" userId="c6e3b939f287349d" providerId="Windows Live" clId="Web-{1D945092-75BB-4C65-809A-4D90179741DC}" dt="2025-12-01T05:18:39.758" v="408" actId="1076"/>
          <ac:picMkLst>
            <pc:docMk/>
            <pc:sldMk cId="0" sldId="317"/>
            <ac:picMk id="3" creationId="{1CEB323D-F4A6-C78B-5F1D-7E88CC088D27}"/>
          </ac:picMkLst>
        </pc:picChg>
        <pc:picChg chg="mod">
          <ac:chgData name="SATHISHKUMAR V" userId="c6e3b939f287349d" providerId="Windows Live" clId="Web-{1D945092-75BB-4C65-809A-4D90179741DC}" dt="2025-12-01T05:15:35.968" v="374" actId="1076"/>
          <ac:picMkLst>
            <pc:docMk/>
            <pc:sldMk cId="0" sldId="317"/>
            <ac:picMk id="22" creationId="{00000000-0000-0000-0000-000000000000}"/>
          </ac:picMkLst>
        </pc:picChg>
        <pc:picChg chg="del mod">
          <ac:chgData name="SATHISHKUMAR V" userId="c6e3b939f287349d" providerId="Windows Live" clId="Web-{1D945092-75BB-4C65-809A-4D90179741DC}" dt="2025-12-01T05:10:18.174" v="315"/>
          <ac:picMkLst>
            <pc:docMk/>
            <pc:sldMk cId="0" sldId="317"/>
            <ac:picMk id="24" creationId="{00000000-0000-0000-0000-000000000000}"/>
          </ac:picMkLst>
        </pc:picChg>
        <pc:picChg chg="del">
          <ac:chgData name="SATHISHKUMAR V" userId="c6e3b939f287349d" providerId="Windows Live" clId="Web-{1D945092-75BB-4C65-809A-4D90179741DC}" dt="2025-12-01T05:10:18.706" v="316"/>
          <ac:picMkLst>
            <pc:docMk/>
            <pc:sldMk cId="0" sldId="317"/>
            <ac:picMk id="29" creationId="{00000000-0000-0000-0000-000000000000}"/>
          </ac:picMkLst>
        </pc:picChg>
        <pc:cxnChg chg="add mod">
          <ac:chgData name="SATHISHKUMAR V" userId="c6e3b939f287349d" providerId="Windows Live" clId="Web-{1D945092-75BB-4C65-809A-4D90179741DC}" dt="2025-12-01T05:16:46.878" v="388" actId="1076"/>
          <ac:cxnSpMkLst>
            <pc:docMk/>
            <pc:sldMk cId="0" sldId="317"/>
            <ac:cxnSpMk id="14" creationId="{966565BD-ECDC-59B0-68EC-A6BD9F9637D9}"/>
          </ac:cxnSpMkLst>
        </pc:cxnChg>
        <pc:cxnChg chg="add mod">
          <ac:chgData name="SATHISHKUMAR V" userId="c6e3b939f287349d" providerId="Windows Live" clId="Web-{1D945092-75BB-4C65-809A-4D90179741DC}" dt="2025-12-01T05:19:24.603" v="416" actId="1076"/>
          <ac:cxnSpMkLst>
            <pc:docMk/>
            <pc:sldMk cId="0" sldId="317"/>
            <ac:cxnSpMk id="16" creationId="{D3EBDB83-BEEF-09BB-FEDB-23B3319D1DC0}"/>
          </ac:cxnSpMkLst>
        </pc:cxnChg>
        <pc:cxnChg chg="add mod">
          <ac:chgData name="SATHISHKUMAR V" userId="c6e3b939f287349d" providerId="Windows Live" clId="Web-{1D945092-75BB-4C65-809A-4D90179741DC}" dt="2025-12-01T05:17:13.958" v="393" actId="14100"/>
          <ac:cxnSpMkLst>
            <pc:docMk/>
            <pc:sldMk cId="0" sldId="317"/>
            <ac:cxnSpMk id="18" creationId="{87A50E39-2F35-F04C-0F11-D755F158578E}"/>
          </ac:cxnSpMkLst>
        </pc:cxnChg>
        <pc:cxnChg chg="add mod">
          <ac:chgData name="SATHISHKUMAR V" userId="c6e3b939f287349d" providerId="Windows Live" clId="Web-{1D945092-75BB-4C65-809A-4D90179741DC}" dt="2025-12-01T05:17:25.036" v="397" actId="1076"/>
          <ac:cxnSpMkLst>
            <pc:docMk/>
            <pc:sldMk cId="0" sldId="317"/>
            <ac:cxnSpMk id="20" creationId="{D84AF653-F2D4-1DFF-4783-1C8F4DB3B202}"/>
          </ac:cxnSpMkLst>
        </pc:cxnChg>
        <pc:cxnChg chg="add mod">
          <ac:chgData name="SATHISHKUMAR V" userId="c6e3b939f287349d" providerId="Windows Live" clId="Web-{1D945092-75BB-4C65-809A-4D90179741DC}" dt="2025-12-01T05:19:17.806" v="415"/>
          <ac:cxnSpMkLst>
            <pc:docMk/>
            <pc:sldMk cId="0" sldId="317"/>
            <ac:cxnSpMk id="25" creationId="{FFC7E5AE-C550-0BFF-BEB0-E1A0F8BFD2C6}"/>
          </ac:cxnSpMkLst>
        </pc:cxnChg>
        <pc:cxnChg chg="add mod">
          <ac:chgData name="SATHISHKUMAR V" userId="c6e3b939f287349d" providerId="Windows Live" clId="Web-{1D945092-75BB-4C65-809A-4D90179741DC}" dt="2025-12-01T05:18:56.384" v="411"/>
          <ac:cxnSpMkLst>
            <pc:docMk/>
            <pc:sldMk cId="0" sldId="317"/>
            <ac:cxnSpMk id="26" creationId="{E3E3D982-3743-B56A-D8C4-F081CBF2F73B}"/>
          </ac:cxnSpMkLst>
        </pc:cxnChg>
      </pc:sldChg>
      <pc:sldChg chg="addSp delSp modSp ord">
        <pc:chgData name="SATHISHKUMAR V" userId="c6e3b939f287349d" providerId="Windows Live" clId="Web-{1D945092-75BB-4C65-809A-4D90179741DC}" dt="2025-12-01T05:22:10.607" v="438"/>
        <pc:sldMkLst>
          <pc:docMk/>
          <pc:sldMk cId="0" sldId="318"/>
        </pc:sldMkLst>
        <pc:spChg chg="mod">
          <ac:chgData name="SATHISHKUMAR V" userId="c6e3b939f287349d" providerId="Windows Live" clId="Web-{1D945092-75BB-4C65-809A-4D90179741DC}" dt="2025-12-01T05:21:51.123" v="434" actId="20577"/>
          <ac:spMkLst>
            <pc:docMk/>
            <pc:sldMk cId="0" sldId="318"/>
            <ac:spMk id="10" creationId="{00000000-0000-0000-0000-000000000000}"/>
          </ac:spMkLst>
        </pc:spChg>
        <pc:picChg chg="del mod">
          <ac:chgData name="SATHISHKUMAR V" userId="c6e3b939f287349d" providerId="Windows Live" clId="Web-{1D945092-75BB-4C65-809A-4D90179741DC}" dt="2025-12-01T05:22:10.607" v="438"/>
          <ac:picMkLst>
            <pc:docMk/>
            <pc:sldMk cId="0" sldId="318"/>
            <ac:picMk id="2" creationId="{00000000-0000-0000-0000-000000000000}"/>
          </ac:picMkLst>
        </pc:picChg>
        <pc:picChg chg="add del mod">
          <ac:chgData name="SATHISHKUMAR V" userId="c6e3b939f287349d" providerId="Windows Live" clId="Web-{1D945092-75BB-4C65-809A-4D90179741DC}" dt="2025-12-01T05:22:03.404" v="436"/>
          <ac:picMkLst>
            <pc:docMk/>
            <pc:sldMk cId="0" sldId="318"/>
            <ac:picMk id="7" creationId="{00000000-0000-0000-0000-000000000000}"/>
          </ac:picMkLst>
        </pc:picChg>
        <pc:picChg chg="add mod">
          <ac:chgData name="SATHISHKUMAR V" userId="c6e3b939f287349d" providerId="Windows Live" clId="Web-{1D945092-75BB-4C65-809A-4D90179741DC}" dt="2025-12-01T05:10:09.362" v="313" actId="1076"/>
          <ac:picMkLst>
            <pc:docMk/>
            <pc:sldMk cId="0" sldId="318"/>
            <ac:picMk id="8" creationId="{2D877A0B-5EF7-B3A1-349B-4486C8B49EC1}"/>
          </ac:picMkLst>
        </pc:picChg>
        <pc:picChg chg="add">
          <ac:chgData name="SATHISHKUMAR V" userId="c6e3b939f287349d" providerId="Windows Live" clId="Web-{1D945092-75BB-4C65-809A-4D90179741DC}" dt="2025-12-01T05:10:14.737" v="314"/>
          <ac:picMkLst>
            <pc:docMk/>
            <pc:sldMk cId="0" sldId="318"/>
            <ac:picMk id="12" creationId="{DE7DB355-F588-105F-2060-29D47B4C8570}"/>
          </ac:picMkLst>
        </pc:picChg>
      </pc:sldChg>
      <pc:sldChg chg="add replId">
        <pc:chgData name="SATHISHKUMAR V" userId="c6e3b939f287349d" providerId="Windows Live" clId="Web-{1D945092-75BB-4C65-809A-4D90179741DC}" dt="2025-12-01T05:22:07.560" v="437"/>
        <pc:sldMkLst>
          <pc:docMk/>
          <pc:sldMk cId="1871794106" sldId="319"/>
        </pc:sldMkLst>
      </pc:sldChg>
      <pc:sldChg chg="new del">
        <pc:chgData name="SATHISHKUMAR V" userId="c6e3b939f287349d" providerId="Windows Live" clId="Web-{1D945092-75BB-4C65-809A-4D90179741DC}" dt="2025-12-01T04:58:40.790" v="218"/>
        <pc:sldMkLst>
          <pc:docMk/>
          <pc:sldMk cId="3026737429" sldId="319"/>
        </pc:sldMkLst>
      </pc:sldChg>
      <pc:sldChg chg="addSp delSp add del replId">
        <pc:chgData name="SATHISHKUMAR V" userId="c6e3b939f287349d" providerId="Windows Live" clId="Web-{1D945092-75BB-4C65-809A-4D90179741DC}" dt="2025-12-01T05:17:52.475" v="400"/>
        <pc:sldMkLst>
          <pc:docMk/>
          <pc:sldMk cId="3291722586" sldId="319"/>
        </pc:sldMkLst>
        <pc:cxnChg chg="add del">
          <ac:chgData name="SATHISHKUMAR V" userId="c6e3b939f287349d" providerId="Windows Live" clId="Web-{1D945092-75BB-4C65-809A-4D90179741DC}" dt="2025-12-01T05:17:49.600" v="399"/>
          <ac:cxnSpMkLst>
            <pc:docMk/>
            <pc:sldMk cId="3291722586" sldId="319"/>
            <ac:cxnSpMk id="8" creationId="{EC3B63DF-12E6-3952-CCEF-BA0C705FC0A4}"/>
          </ac:cxnSpMkLst>
        </pc:cxnChg>
      </pc:sldChg>
    </pc:docChg>
  </pc:docChgLst>
  <pc:docChgLst>
    <pc:chgData name="SATHISHKUMAR V" userId="c6e3b939f287349d" providerId="Windows Live" clId="Web-{05FA1880-031E-4169-92F6-BEB6FEC3C1C7}"/>
    <pc:docChg chg="addSld modSld sldOrd modSection">
      <pc:chgData name="SATHISHKUMAR V" userId="c6e3b939f287349d" providerId="Windows Live" clId="Web-{05FA1880-031E-4169-92F6-BEB6FEC3C1C7}" dt="2025-12-01T06:06:08.236" v="615" actId="20577"/>
      <pc:docMkLst>
        <pc:docMk/>
      </pc:docMkLst>
      <pc:sldChg chg="modSp">
        <pc:chgData name="SATHISHKUMAR V" userId="c6e3b939f287349d" providerId="Windows Live" clId="Web-{05FA1880-031E-4169-92F6-BEB6FEC3C1C7}" dt="2025-12-01T05:29:51.905" v="78" actId="20577"/>
        <pc:sldMkLst>
          <pc:docMk/>
          <pc:sldMk cId="0" sldId="285"/>
        </pc:sldMkLst>
        <pc:spChg chg="mod">
          <ac:chgData name="SATHISHKUMAR V" userId="c6e3b939f287349d" providerId="Windows Live" clId="Web-{05FA1880-031E-4169-92F6-BEB6FEC3C1C7}" dt="2025-12-01T05:29:51.905" v="78" actId="20577"/>
          <ac:spMkLst>
            <pc:docMk/>
            <pc:sldMk cId="0" sldId="285"/>
            <ac:spMk id="2" creationId="{00000000-0000-0000-0000-000000000000}"/>
          </ac:spMkLst>
        </pc:spChg>
      </pc:sldChg>
      <pc:sldChg chg="modSp">
        <pc:chgData name="SATHISHKUMAR V" userId="c6e3b939f287349d" providerId="Windows Live" clId="Web-{05FA1880-031E-4169-92F6-BEB6FEC3C1C7}" dt="2025-12-01T05:52:20.474" v="368" actId="1076"/>
        <pc:sldMkLst>
          <pc:docMk/>
          <pc:sldMk cId="0" sldId="308"/>
        </pc:sldMkLst>
        <pc:spChg chg="mod">
          <ac:chgData name="SATHISHKUMAR V" userId="c6e3b939f287349d" providerId="Windows Live" clId="Web-{05FA1880-031E-4169-92F6-BEB6FEC3C1C7}" dt="2025-12-01T05:52:20.474" v="368" actId="1076"/>
          <ac:spMkLst>
            <pc:docMk/>
            <pc:sldMk cId="0" sldId="308"/>
            <ac:spMk id="21" creationId="{259739F2-0687-9827-16F7-87E2BE9139A7}"/>
          </ac:spMkLst>
        </pc:spChg>
      </pc:sldChg>
      <pc:sldChg chg="modSp">
        <pc:chgData name="SATHISHKUMAR V" userId="c6e3b939f287349d" providerId="Windows Live" clId="Web-{05FA1880-031E-4169-92F6-BEB6FEC3C1C7}" dt="2025-12-01T05:58:12.375" v="458" actId="20577"/>
        <pc:sldMkLst>
          <pc:docMk/>
          <pc:sldMk cId="0" sldId="313"/>
        </pc:sldMkLst>
        <pc:spChg chg="mod">
          <ac:chgData name="SATHISHKUMAR V" userId="c6e3b939f287349d" providerId="Windows Live" clId="Web-{05FA1880-031E-4169-92F6-BEB6FEC3C1C7}" dt="2025-12-01T05:58:12.375" v="458" actId="20577"/>
          <ac:spMkLst>
            <pc:docMk/>
            <pc:sldMk cId="0" sldId="313"/>
            <ac:spMk id="8" creationId="{00000000-0000-0000-0000-000000000000}"/>
          </ac:spMkLst>
        </pc:spChg>
      </pc:sldChg>
      <pc:sldChg chg="modSp">
        <pc:chgData name="SATHISHKUMAR V" userId="c6e3b939f287349d" providerId="Windows Live" clId="Web-{05FA1880-031E-4169-92F6-BEB6FEC3C1C7}" dt="2025-12-01T05:55:47.468" v="421" actId="20577"/>
        <pc:sldMkLst>
          <pc:docMk/>
          <pc:sldMk cId="0" sldId="317"/>
        </pc:sldMkLst>
        <pc:spChg chg="mod">
          <ac:chgData name="SATHISHKUMAR V" userId="c6e3b939f287349d" providerId="Windows Live" clId="Web-{05FA1880-031E-4169-92F6-BEB6FEC3C1C7}" dt="2025-12-01T05:48:43.944" v="315" actId="1076"/>
          <ac:spMkLst>
            <pc:docMk/>
            <pc:sldMk cId="0" sldId="317"/>
            <ac:spMk id="2" creationId="{2D13AA69-99D7-0418-3B35-A53E2C32BAD9}"/>
          </ac:spMkLst>
        </pc:spChg>
        <pc:spChg chg="mod">
          <ac:chgData name="SATHISHKUMAR V" userId="c6e3b939f287349d" providerId="Windows Live" clId="Web-{05FA1880-031E-4169-92F6-BEB6FEC3C1C7}" dt="2025-12-01T05:55:47.468" v="421" actId="20577"/>
          <ac:spMkLst>
            <pc:docMk/>
            <pc:sldMk cId="0" sldId="317"/>
            <ac:spMk id="9" creationId="{00000000-0000-0000-0000-000000000000}"/>
          </ac:spMkLst>
        </pc:spChg>
      </pc:sldChg>
      <pc:sldChg chg="addSp delSp modSp ord">
        <pc:chgData name="SATHISHKUMAR V" userId="c6e3b939f287349d" providerId="Windows Live" clId="Web-{05FA1880-031E-4169-92F6-BEB6FEC3C1C7}" dt="2025-12-01T05:55:52.530" v="423" actId="20577"/>
        <pc:sldMkLst>
          <pc:docMk/>
          <pc:sldMk cId="0" sldId="318"/>
        </pc:sldMkLst>
        <pc:spChg chg="mod">
          <ac:chgData name="SATHISHKUMAR V" userId="c6e3b939f287349d" providerId="Windows Live" clId="Web-{05FA1880-031E-4169-92F6-BEB6FEC3C1C7}" dt="2025-12-01T05:55:52.530" v="423" actId="20577"/>
          <ac:spMkLst>
            <pc:docMk/>
            <pc:sldMk cId="0" sldId="318"/>
            <ac:spMk id="9" creationId="{00000000-0000-0000-0000-000000000000}"/>
          </ac:spMkLst>
        </pc:spChg>
        <pc:spChg chg="add del mod">
          <ac:chgData name="SATHISHKUMAR V" userId="c6e3b939f287349d" providerId="Windows Live" clId="Web-{05FA1880-031E-4169-92F6-BEB6FEC3C1C7}" dt="2025-12-01T05:26:16.778" v="46"/>
          <ac:spMkLst>
            <pc:docMk/>
            <pc:sldMk cId="0" sldId="318"/>
            <ac:spMk id="14" creationId="{01948DBC-737F-91DE-7119-A3922EEBD042}"/>
          </ac:spMkLst>
        </pc:spChg>
        <pc:spChg chg="add mod">
          <ac:chgData name="SATHISHKUMAR V" userId="c6e3b939f287349d" providerId="Windows Live" clId="Web-{05FA1880-031E-4169-92F6-BEB6FEC3C1C7}" dt="2025-12-01T05:26:43.872" v="51" actId="1076"/>
          <ac:spMkLst>
            <pc:docMk/>
            <pc:sldMk cId="0" sldId="318"/>
            <ac:spMk id="16" creationId="{45716622-E0C5-E71C-1462-28EB10A8C523}"/>
          </ac:spMkLst>
        </pc:spChg>
        <pc:spChg chg="add mod">
          <ac:chgData name="SATHISHKUMAR V" userId="c6e3b939f287349d" providerId="Windows Live" clId="Web-{05FA1880-031E-4169-92F6-BEB6FEC3C1C7}" dt="2025-12-01T05:27:09.498" v="58" actId="1076"/>
          <ac:spMkLst>
            <pc:docMk/>
            <pc:sldMk cId="0" sldId="318"/>
            <ac:spMk id="18" creationId="{9D26A549-F984-5783-6223-F5208F28F16D}"/>
          </ac:spMkLst>
        </pc:spChg>
        <pc:spChg chg="add">
          <ac:chgData name="SATHISHKUMAR V" userId="c6e3b939f287349d" providerId="Windows Live" clId="Web-{05FA1880-031E-4169-92F6-BEB6FEC3C1C7}" dt="2025-12-01T05:26:59.138" v="55"/>
          <ac:spMkLst>
            <pc:docMk/>
            <pc:sldMk cId="0" sldId="318"/>
            <ac:spMk id="19" creationId="{092A2F15-391D-A431-FB17-5DFA2B5D0617}"/>
          </ac:spMkLst>
        </pc:spChg>
        <pc:spChg chg="add mod">
          <ac:chgData name="SATHISHKUMAR V" userId="c6e3b939f287349d" providerId="Windows Live" clId="Web-{05FA1880-031E-4169-92F6-BEB6FEC3C1C7}" dt="2025-12-01T05:27:19.515" v="59" actId="1076"/>
          <ac:spMkLst>
            <pc:docMk/>
            <pc:sldMk cId="0" sldId="318"/>
            <ac:spMk id="20" creationId="{C07B7F00-ABB3-05FD-3819-C06D66A771C5}"/>
          </ac:spMkLst>
        </pc:spChg>
        <pc:picChg chg="add mod">
          <ac:chgData name="SATHISHKUMAR V" userId="c6e3b939f287349d" providerId="Windows Live" clId="Web-{05FA1880-031E-4169-92F6-BEB6FEC3C1C7}" dt="2025-12-01T05:26:03.887" v="38" actId="1076"/>
          <ac:picMkLst>
            <pc:docMk/>
            <pc:sldMk cId="0" sldId="318"/>
            <ac:picMk id="2" creationId="{E24F6B6A-F613-132C-177F-1624C34496CF}"/>
          </ac:picMkLst>
        </pc:picChg>
        <pc:picChg chg="add mod">
          <ac:chgData name="SATHISHKUMAR V" userId="c6e3b939f287349d" providerId="Windows Live" clId="Web-{05FA1880-031E-4169-92F6-BEB6FEC3C1C7}" dt="2025-12-01T05:26:07.575" v="41" actId="1076"/>
          <ac:picMkLst>
            <pc:docMk/>
            <pc:sldMk cId="0" sldId="318"/>
            <ac:picMk id="3" creationId="{DC69FBDF-996E-9020-5577-722EDD89823A}"/>
          </ac:picMkLst>
        </pc:picChg>
        <pc:picChg chg="del">
          <ac:chgData name="SATHISHKUMAR V" userId="c6e3b939f287349d" providerId="Windows Live" clId="Web-{05FA1880-031E-4169-92F6-BEB6FEC3C1C7}" dt="2025-12-01T05:22:36.692" v="2"/>
          <ac:picMkLst>
            <pc:docMk/>
            <pc:sldMk cId="0" sldId="318"/>
            <ac:picMk id="7" creationId="{00000000-0000-0000-0000-000000000000}"/>
          </ac:picMkLst>
        </pc:picChg>
        <pc:picChg chg="del">
          <ac:chgData name="SATHISHKUMAR V" userId="c6e3b939f287349d" providerId="Windows Live" clId="Web-{05FA1880-031E-4169-92F6-BEB6FEC3C1C7}" dt="2025-12-01T05:22:24.239" v="0"/>
          <ac:picMkLst>
            <pc:docMk/>
            <pc:sldMk cId="0" sldId="318"/>
            <ac:picMk id="8" creationId="{2D877A0B-5EF7-B3A1-349B-4486C8B49EC1}"/>
          </ac:picMkLst>
        </pc:picChg>
        <pc:picChg chg="add mod">
          <ac:chgData name="SATHISHKUMAR V" userId="c6e3b939f287349d" providerId="Windows Live" clId="Web-{05FA1880-031E-4169-92F6-BEB6FEC3C1C7}" dt="2025-12-01T05:26:05.043" v="39" actId="1076"/>
          <ac:picMkLst>
            <pc:docMk/>
            <pc:sldMk cId="0" sldId="318"/>
            <ac:picMk id="11" creationId="{F48E09D7-A69D-61A4-334B-D768EF8ED55C}"/>
          </ac:picMkLst>
        </pc:picChg>
        <pc:picChg chg="del">
          <ac:chgData name="SATHISHKUMAR V" userId="c6e3b939f287349d" providerId="Windows Live" clId="Web-{05FA1880-031E-4169-92F6-BEB6FEC3C1C7}" dt="2025-12-01T05:22:24.786" v="1"/>
          <ac:picMkLst>
            <pc:docMk/>
            <pc:sldMk cId="0" sldId="318"/>
            <ac:picMk id="12" creationId="{DE7DB355-F588-105F-2060-29D47B4C8570}"/>
          </ac:picMkLst>
        </pc:picChg>
        <pc:picChg chg="add mod modCrop">
          <ac:chgData name="SATHISHKUMAR V" userId="c6e3b939f287349d" providerId="Windows Live" clId="Web-{05FA1880-031E-4169-92F6-BEB6FEC3C1C7}" dt="2025-12-01T05:26:38.606" v="50" actId="1076"/>
          <ac:picMkLst>
            <pc:docMk/>
            <pc:sldMk cId="0" sldId="318"/>
            <ac:picMk id="13" creationId="{2A4E2496-7256-6D93-8640-9C7228493450}"/>
          </ac:picMkLst>
        </pc:picChg>
        <pc:cxnChg chg="add mod">
          <ac:chgData name="SATHISHKUMAR V" userId="c6e3b939f287349d" providerId="Windows Live" clId="Web-{05FA1880-031E-4169-92F6-BEB6FEC3C1C7}" dt="2025-12-01T05:29:00.135" v="63" actId="14100"/>
          <ac:cxnSpMkLst>
            <pc:docMk/>
            <pc:sldMk cId="0" sldId="318"/>
            <ac:cxnSpMk id="22" creationId="{112F08C0-F208-350F-A90F-C8726D63263D}"/>
          </ac:cxnSpMkLst>
        </pc:cxnChg>
      </pc:sldChg>
      <pc:sldChg chg="addSp delSp modSp">
        <pc:chgData name="SATHISHKUMAR V" userId="c6e3b939f287349d" providerId="Windows Live" clId="Web-{05FA1880-031E-4169-92F6-BEB6FEC3C1C7}" dt="2025-12-01T05:55:57.827" v="424" actId="20577"/>
        <pc:sldMkLst>
          <pc:docMk/>
          <pc:sldMk cId="1871794106" sldId="319"/>
        </pc:sldMkLst>
        <pc:spChg chg="add mod">
          <ac:chgData name="SATHISHKUMAR V" userId="c6e3b939f287349d" providerId="Windows Live" clId="Web-{05FA1880-031E-4169-92F6-BEB6FEC3C1C7}" dt="2025-12-01T05:39:53.040" v="227" actId="20577"/>
          <ac:spMkLst>
            <pc:docMk/>
            <pc:sldMk cId="1871794106" sldId="319"/>
            <ac:spMk id="3" creationId="{63DA115F-28D4-E8FB-3379-E33BE42CD9E1}"/>
          </ac:spMkLst>
        </pc:spChg>
        <pc:spChg chg="mod">
          <ac:chgData name="SATHISHKUMAR V" userId="c6e3b939f287349d" providerId="Windows Live" clId="Web-{05FA1880-031E-4169-92F6-BEB6FEC3C1C7}" dt="2025-12-01T05:55:57.827" v="424" actId="20577"/>
          <ac:spMkLst>
            <pc:docMk/>
            <pc:sldMk cId="1871794106" sldId="319"/>
            <ac:spMk id="9" creationId="{59D722FC-1F7A-3E33-EBC7-2416903DBEBD}"/>
          </ac:spMkLst>
        </pc:spChg>
        <pc:spChg chg="mod">
          <ac:chgData name="SATHISHKUMAR V" userId="c6e3b939f287349d" providerId="Windows Live" clId="Web-{05FA1880-031E-4169-92F6-BEB6FEC3C1C7}" dt="2025-12-01T05:30:30.298" v="90" actId="20577"/>
          <ac:spMkLst>
            <pc:docMk/>
            <pc:sldMk cId="1871794106" sldId="319"/>
            <ac:spMk id="10" creationId="{6F24C9E5-8222-9CD5-A8D7-DBAAC94DC424}"/>
          </ac:spMkLst>
        </pc:spChg>
        <pc:spChg chg="add mod">
          <ac:chgData name="SATHISHKUMAR V" userId="c6e3b939f287349d" providerId="Windows Live" clId="Web-{05FA1880-031E-4169-92F6-BEB6FEC3C1C7}" dt="2025-12-01T05:42:03.759" v="246" actId="20577"/>
          <ac:spMkLst>
            <pc:docMk/>
            <pc:sldMk cId="1871794106" sldId="319"/>
            <ac:spMk id="11" creationId="{19A0AAED-45CC-9074-1C31-AA67B48DAC1E}"/>
          </ac:spMkLst>
        </pc:spChg>
        <pc:picChg chg="del">
          <ac:chgData name="SATHISHKUMAR V" userId="c6e3b939f287349d" providerId="Windows Live" clId="Web-{05FA1880-031E-4169-92F6-BEB6FEC3C1C7}" dt="2025-12-01T05:30:34.986" v="93"/>
          <ac:picMkLst>
            <pc:docMk/>
            <pc:sldMk cId="1871794106" sldId="319"/>
            <ac:picMk id="2" creationId="{C4CC3569-5929-EF39-E4C6-237EB49DB979}"/>
          </ac:picMkLst>
        </pc:picChg>
        <pc:picChg chg="del">
          <ac:chgData name="SATHISHKUMAR V" userId="c6e3b939f287349d" providerId="Windows Live" clId="Web-{05FA1880-031E-4169-92F6-BEB6FEC3C1C7}" dt="2025-12-01T05:30:35.564" v="94"/>
          <ac:picMkLst>
            <pc:docMk/>
            <pc:sldMk cId="1871794106" sldId="319"/>
            <ac:picMk id="7" creationId="{9FFD7BB5-54C3-462D-D2C9-9B4C6001A9D8}"/>
          </ac:picMkLst>
        </pc:picChg>
        <pc:picChg chg="del">
          <ac:chgData name="SATHISHKUMAR V" userId="c6e3b939f287349d" providerId="Windows Live" clId="Web-{05FA1880-031E-4169-92F6-BEB6FEC3C1C7}" dt="2025-12-01T05:30:34.455" v="92"/>
          <ac:picMkLst>
            <pc:docMk/>
            <pc:sldMk cId="1871794106" sldId="319"/>
            <ac:picMk id="8" creationId="{12B6670C-6BFF-8A4B-C62B-76DB03406197}"/>
          </ac:picMkLst>
        </pc:picChg>
        <pc:picChg chg="del">
          <ac:chgData name="SATHISHKUMAR V" userId="c6e3b939f287349d" providerId="Windows Live" clId="Web-{05FA1880-031E-4169-92F6-BEB6FEC3C1C7}" dt="2025-12-01T05:30:33.736" v="91"/>
          <ac:picMkLst>
            <pc:docMk/>
            <pc:sldMk cId="1871794106" sldId="319"/>
            <ac:picMk id="12" creationId="{4F77F1C7-4D9F-D60A-422B-E1A581956720}"/>
          </ac:picMkLst>
        </pc:picChg>
      </pc:sldChg>
      <pc:sldChg chg="addSp delSp modSp add mod ord replId setBg">
        <pc:chgData name="SATHISHKUMAR V" userId="c6e3b939f287349d" providerId="Windows Live" clId="Web-{05FA1880-031E-4169-92F6-BEB6FEC3C1C7}" dt="2025-12-01T05:56:13.890" v="426"/>
        <pc:sldMkLst>
          <pc:docMk/>
          <pc:sldMk cId="3795590622" sldId="320"/>
        </pc:sldMkLst>
        <pc:spChg chg="del mod">
          <ac:chgData name="SATHISHKUMAR V" userId="c6e3b939f287349d" providerId="Windows Live" clId="Web-{05FA1880-031E-4169-92F6-BEB6FEC3C1C7}" dt="2025-12-01T05:44:09.233" v="284"/>
          <ac:spMkLst>
            <pc:docMk/>
            <pc:sldMk cId="3795590622" sldId="320"/>
            <ac:spMk id="3" creationId="{4B916B75-1FA9-50F7-B139-ADCF86B12F41}"/>
          </ac:spMkLst>
        </pc:spChg>
        <pc:spChg chg="mod">
          <ac:chgData name="SATHISHKUMAR V" userId="c6e3b939f287349d" providerId="Windows Live" clId="Web-{05FA1880-031E-4169-92F6-BEB6FEC3C1C7}" dt="2025-12-01T05:55:27.811" v="420" actId="20577"/>
          <ac:spMkLst>
            <pc:docMk/>
            <pc:sldMk cId="3795590622" sldId="320"/>
            <ac:spMk id="9" creationId="{28C9DBB5-A533-E7DC-9A24-131AFEDC723D}"/>
          </ac:spMkLst>
        </pc:spChg>
        <pc:spChg chg="mod">
          <ac:chgData name="SATHISHKUMAR V" userId="c6e3b939f287349d" providerId="Windows Live" clId="Web-{05FA1880-031E-4169-92F6-BEB6FEC3C1C7}" dt="2025-12-01T05:43:40.133" v="280" actId="20577"/>
          <ac:spMkLst>
            <pc:docMk/>
            <pc:sldMk cId="3795590622" sldId="320"/>
            <ac:spMk id="10" creationId="{36EAD8B2-0A79-F1F8-FC91-A9CDA83225AE}"/>
          </ac:spMkLst>
        </pc:spChg>
        <pc:spChg chg="del mod">
          <ac:chgData name="SATHISHKUMAR V" userId="c6e3b939f287349d" providerId="Windows Live" clId="Web-{05FA1880-031E-4169-92F6-BEB6FEC3C1C7}" dt="2025-12-01T05:44:10.858" v="285"/>
          <ac:spMkLst>
            <pc:docMk/>
            <pc:sldMk cId="3795590622" sldId="320"/>
            <ac:spMk id="11" creationId="{3910FC76-BBEE-B92E-3C5C-3F277A645096}"/>
          </ac:spMkLst>
        </pc:spChg>
        <pc:spChg chg="add del mod">
          <ac:chgData name="SATHISHKUMAR V" userId="c6e3b939f287349d" providerId="Windows Live" clId="Web-{05FA1880-031E-4169-92F6-BEB6FEC3C1C7}" dt="2025-12-01T05:49:12.209" v="329"/>
          <ac:spMkLst>
            <pc:docMk/>
            <pc:sldMk cId="3795590622" sldId="320"/>
            <ac:spMk id="14" creationId="{B268A710-E1F5-48F5-484A-F811EBB03028}"/>
          </ac:spMkLst>
        </pc:spChg>
        <pc:spChg chg="add mod">
          <ac:chgData name="SATHISHKUMAR V" userId="c6e3b939f287349d" providerId="Windows Live" clId="Web-{05FA1880-031E-4169-92F6-BEB6FEC3C1C7}" dt="2025-12-01T05:53:24.652" v="385" actId="1076"/>
          <ac:spMkLst>
            <pc:docMk/>
            <pc:sldMk cId="3795590622" sldId="320"/>
            <ac:spMk id="16" creationId="{5E050602-CE00-CCA8-3409-5DECCDCDDF0A}"/>
          </ac:spMkLst>
        </pc:spChg>
        <pc:spChg chg="add mod">
          <ac:chgData name="SATHISHKUMAR V" userId="c6e3b939f287349d" providerId="Windows Live" clId="Web-{05FA1880-031E-4169-92F6-BEB6FEC3C1C7}" dt="2025-12-01T05:54:15.123" v="408" actId="20577"/>
          <ac:spMkLst>
            <pc:docMk/>
            <pc:sldMk cId="3795590622" sldId="320"/>
            <ac:spMk id="20" creationId="{866DBC8A-9C5D-D5D7-F73E-02617D788F05}"/>
          </ac:spMkLst>
        </pc:spChg>
        <pc:picChg chg="add del mod">
          <ac:chgData name="SATHISHKUMAR V" userId="c6e3b939f287349d" providerId="Windows Live" clId="Web-{05FA1880-031E-4169-92F6-BEB6FEC3C1C7}" dt="2025-12-01T05:48:31.508" v="313"/>
          <ac:picMkLst>
            <pc:docMk/>
            <pc:sldMk cId="3795590622" sldId="320"/>
            <ac:picMk id="2" creationId="{64A32FC6-2D0A-A823-B18B-F0454AADB41B}"/>
          </ac:picMkLst>
        </pc:picChg>
        <pc:picChg chg="add mod">
          <ac:chgData name="SATHISHKUMAR V" userId="c6e3b939f287349d" providerId="Windows Live" clId="Web-{05FA1880-031E-4169-92F6-BEB6FEC3C1C7}" dt="2025-12-01T05:53:21.636" v="384" actId="1076"/>
          <ac:picMkLst>
            <pc:docMk/>
            <pc:sldMk cId="3795590622" sldId="320"/>
            <ac:picMk id="7" creationId="{0ACF1F97-60CC-23CB-95E1-AC4FDD197BFF}"/>
          </ac:picMkLst>
        </pc:picChg>
        <pc:picChg chg="add mod">
          <ac:chgData name="SATHISHKUMAR V" userId="c6e3b939f287349d" providerId="Windows Live" clId="Web-{05FA1880-031E-4169-92F6-BEB6FEC3C1C7}" dt="2025-12-01T05:50:40.459" v="352" actId="1076"/>
          <ac:picMkLst>
            <pc:docMk/>
            <pc:sldMk cId="3795590622" sldId="320"/>
            <ac:picMk id="8" creationId="{866BD711-88A6-71A5-58C9-D4A0B9713E7C}"/>
          </ac:picMkLst>
        </pc:picChg>
        <pc:picChg chg="add del mod modCrop">
          <ac:chgData name="SATHISHKUMAR V" userId="c6e3b939f287349d" providerId="Windows Live" clId="Web-{05FA1880-031E-4169-92F6-BEB6FEC3C1C7}" dt="2025-12-01T05:47:55.339" v="304"/>
          <ac:picMkLst>
            <pc:docMk/>
            <pc:sldMk cId="3795590622" sldId="320"/>
            <ac:picMk id="12" creationId="{9F71221B-C321-6989-6DF7-90E11304A7B8}"/>
          </ac:picMkLst>
        </pc:picChg>
        <pc:cxnChg chg="add mod">
          <ac:chgData name="SATHISHKUMAR V" userId="c6e3b939f287349d" providerId="Windows Live" clId="Web-{05FA1880-031E-4169-92F6-BEB6FEC3C1C7}" dt="2025-12-01T05:54:30.170" v="409" actId="14100"/>
          <ac:cxnSpMkLst>
            <pc:docMk/>
            <pc:sldMk cId="3795590622" sldId="320"/>
            <ac:cxnSpMk id="18" creationId="{3F11466D-277C-3C92-6A95-D9F02DAA8D88}"/>
          </ac:cxnSpMkLst>
        </pc:cxnChg>
      </pc:sldChg>
      <pc:sldChg chg="addSp delSp modSp add replId">
        <pc:chgData name="SATHISHKUMAR V" userId="c6e3b939f287349d" providerId="Windows Live" clId="Web-{05FA1880-031E-4169-92F6-BEB6FEC3C1C7}" dt="2025-12-01T06:05:25.231" v="596" actId="20577"/>
        <pc:sldMkLst>
          <pc:docMk/>
          <pc:sldMk cId="3948838490" sldId="321"/>
        </pc:sldMkLst>
        <pc:spChg chg="mod">
          <ac:chgData name="SATHISHKUMAR V" userId="c6e3b939f287349d" providerId="Windows Live" clId="Web-{05FA1880-031E-4169-92F6-BEB6FEC3C1C7}" dt="2025-12-01T05:56:22.436" v="427" actId="20577"/>
          <ac:spMkLst>
            <pc:docMk/>
            <pc:sldMk cId="3948838490" sldId="321"/>
            <ac:spMk id="9" creationId="{85AD35A3-54F7-6DC4-8249-A8103CBF24E2}"/>
          </ac:spMkLst>
        </pc:spChg>
        <pc:spChg chg="add del mod">
          <ac:chgData name="SATHISHKUMAR V" userId="c6e3b939f287349d" providerId="Windows Live" clId="Web-{05FA1880-031E-4169-92F6-BEB6FEC3C1C7}" dt="2025-12-01T05:52:03.834" v="365"/>
          <ac:spMkLst>
            <pc:docMk/>
            <pc:sldMk cId="3948838490" sldId="321"/>
            <ac:spMk id="14" creationId="{E310C1E9-9B92-0F17-EE58-F913BD842805}"/>
          </ac:spMkLst>
        </pc:spChg>
        <pc:spChg chg="add mod">
          <ac:chgData name="SATHISHKUMAR V" userId="c6e3b939f287349d" providerId="Windows Live" clId="Web-{05FA1880-031E-4169-92F6-BEB6FEC3C1C7}" dt="2025-12-01T06:05:25.231" v="596" actId="20577"/>
          <ac:spMkLst>
            <pc:docMk/>
            <pc:sldMk cId="3948838490" sldId="321"/>
            <ac:spMk id="18" creationId="{E73D1162-AB14-3E1E-1726-F345475419F9}"/>
          </ac:spMkLst>
        </pc:spChg>
        <pc:picChg chg="add mod">
          <ac:chgData name="SATHISHKUMAR V" userId="c6e3b939f287349d" providerId="Windows Live" clId="Web-{05FA1880-031E-4169-92F6-BEB6FEC3C1C7}" dt="2025-12-01T05:50:13.771" v="349" actId="1076"/>
          <ac:picMkLst>
            <pc:docMk/>
            <pc:sldMk cId="3948838490" sldId="321"/>
            <ac:picMk id="2" creationId="{D26ECF6D-F5A3-CD19-DF67-A72EA434DCBD}"/>
          </ac:picMkLst>
        </pc:picChg>
        <pc:picChg chg="add del mod">
          <ac:chgData name="SATHISHKUMAR V" userId="c6e3b939f287349d" providerId="Windows Live" clId="Web-{05FA1880-031E-4169-92F6-BEB6FEC3C1C7}" dt="2025-12-01T05:49:49.334" v="340"/>
          <ac:picMkLst>
            <pc:docMk/>
            <pc:sldMk cId="3948838490" sldId="321"/>
            <ac:picMk id="3" creationId="{957BCEA9-DF7C-4953-2406-75B2A8873BBD}"/>
          </ac:picMkLst>
        </pc:picChg>
        <pc:picChg chg="del">
          <ac:chgData name="SATHISHKUMAR V" userId="c6e3b939f287349d" providerId="Windows Live" clId="Web-{05FA1880-031E-4169-92F6-BEB6FEC3C1C7}" dt="2025-12-01T05:49:22.881" v="333"/>
          <ac:picMkLst>
            <pc:docMk/>
            <pc:sldMk cId="3948838490" sldId="321"/>
            <ac:picMk id="7" creationId="{F3E466E6-6A15-5553-4D1D-FCDA643FDC09}"/>
          </ac:picMkLst>
        </pc:picChg>
        <pc:picChg chg="del">
          <ac:chgData name="SATHISHKUMAR V" userId="c6e3b939f287349d" providerId="Windows Live" clId="Web-{05FA1880-031E-4169-92F6-BEB6FEC3C1C7}" dt="2025-12-01T05:49:23.131" v="334"/>
          <ac:picMkLst>
            <pc:docMk/>
            <pc:sldMk cId="3948838490" sldId="321"/>
            <ac:picMk id="8" creationId="{B5F6029E-7281-2CBC-D8BE-682B0D965B56}"/>
          </ac:picMkLst>
        </pc:picChg>
        <pc:picChg chg="add mod">
          <ac:chgData name="SATHISHKUMAR V" userId="c6e3b939f287349d" providerId="Windows Live" clId="Web-{05FA1880-031E-4169-92F6-BEB6FEC3C1C7}" dt="2025-12-01T05:50:17.240" v="350" actId="14100"/>
          <ac:picMkLst>
            <pc:docMk/>
            <pc:sldMk cId="3948838490" sldId="321"/>
            <ac:picMk id="11" creationId="{B436088D-0FCC-4773-B2A3-AF25759E5FB9}"/>
          </ac:picMkLst>
        </pc:picChg>
        <pc:cxnChg chg="add mod">
          <ac:chgData name="SATHISHKUMAR V" userId="c6e3b939f287349d" providerId="Windows Live" clId="Web-{05FA1880-031E-4169-92F6-BEB6FEC3C1C7}" dt="2025-12-01T05:52:58.604" v="382" actId="14100"/>
          <ac:cxnSpMkLst>
            <pc:docMk/>
            <pc:sldMk cId="3948838490" sldId="321"/>
            <ac:cxnSpMk id="13" creationId="{B10D21B7-7FAD-BB66-6D22-5EFDC35C7ADF}"/>
          </ac:cxnSpMkLst>
        </pc:cxnChg>
        <pc:cxnChg chg="add del">
          <ac:chgData name="SATHISHKUMAR V" userId="c6e3b939f287349d" providerId="Windows Live" clId="Web-{05FA1880-031E-4169-92F6-BEB6FEC3C1C7}" dt="2025-12-01T05:52:14.396" v="367"/>
          <ac:cxnSpMkLst>
            <pc:docMk/>
            <pc:sldMk cId="3948838490" sldId="321"/>
            <ac:cxnSpMk id="16" creationId="{542CE25C-6093-24FF-2064-6B34765DA3FF}"/>
          </ac:cxnSpMkLst>
        </pc:cxnChg>
      </pc:sldChg>
      <pc:sldChg chg="delSp modSp add ord replId">
        <pc:chgData name="SATHISHKUMAR V" userId="c6e3b939f287349d" providerId="Windows Live" clId="Web-{05FA1880-031E-4169-92F6-BEB6FEC3C1C7}" dt="2025-12-01T06:06:08.236" v="615" actId="20577"/>
        <pc:sldMkLst>
          <pc:docMk/>
          <pc:sldMk cId="673817974" sldId="322"/>
        </pc:sldMkLst>
        <pc:spChg chg="mod">
          <ac:chgData name="SATHISHKUMAR V" userId="c6e3b939f287349d" providerId="Windows Live" clId="Web-{05FA1880-031E-4169-92F6-BEB6FEC3C1C7}" dt="2025-12-01T06:06:08.236" v="615" actId="20577"/>
          <ac:spMkLst>
            <pc:docMk/>
            <pc:sldMk cId="673817974" sldId="322"/>
            <ac:spMk id="3" creationId="{72E6CA02-E868-C369-73E6-5E35D0A213E7}"/>
          </ac:spMkLst>
        </pc:spChg>
        <pc:spChg chg="mod">
          <ac:chgData name="SATHISHKUMAR V" userId="c6e3b939f287349d" providerId="Windows Live" clId="Web-{05FA1880-031E-4169-92F6-BEB6FEC3C1C7}" dt="2025-12-01T05:58:41.859" v="474" actId="20577"/>
          <ac:spMkLst>
            <pc:docMk/>
            <pc:sldMk cId="673817974" sldId="322"/>
            <ac:spMk id="10" creationId="{5F2949FE-3773-18E3-A669-09A59D1FE03A}"/>
          </ac:spMkLst>
        </pc:spChg>
        <pc:spChg chg="del mod">
          <ac:chgData name="SATHISHKUMAR V" userId="c6e3b939f287349d" providerId="Windows Live" clId="Web-{05FA1880-031E-4169-92F6-BEB6FEC3C1C7}" dt="2025-12-01T05:58:49.797" v="478"/>
          <ac:spMkLst>
            <pc:docMk/>
            <pc:sldMk cId="673817974" sldId="322"/>
            <ac:spMk id="11" creationId="{D1A31249-0D99-2FCD-13CF-D5F33D8B3BA1}"/>
          </ac:spMkLst>
        </pc:spChg>
      </pc:sldChg>
    </pc:docChg>
  </pc:docChgLst>
  <pc:docChgLst>
    <pc:chgData name="SATHISHKUMAR V" userId="c6e3b939f287349d" providerId="Windows Live" clId="Web-{33D52417-8E19-440F-99D4-3634D62718F8}"/>
    <pc:docChg chg="modSld">
      <pc:chgData name="SATHISHKUMAR V" userId="c6e3b939f287349d" providerId="Windows Live" clId="Web-{33D52417-8E19-440F-99D4-3634D62718F8}" dt="2025-12-01T06:19:11.495" v="8" actId="20577"/>
      <pc:docMkLst>
        <pc:docMk/>
      </pc:docMkLst>
      <pc:sldChg chg="modSp">
        <pc:chgData name="SATHISHKUMAR V" userId="c6e3b939f287349d" providerId="Windows Live" clId="Web-{33D52417-8E19-440F-99D4-3634D62718F8}" dt="2025-12-01T06:19:11.495" v="8" actId="20577"/>
        <pc:sldMkLst>
          <pc:docMk/>
          <pc:sldMk cId="0" sldId="313"/>
        </pc:sldMkLst>
        <pc:spChg chg="mod">
          <ac:chgData name="SATHISHKUMAR V" userId="c6e3b939f287349d" providerId="Windows Live" clId="Web-{33D52417-8E19-440F-99D4-3634D62718F8}" dt="2025-12-01T06:19:11.495" v="8" actId="20577"/>
          <ac:spMkLst>
            <pc:docMk/>
            <pc:sldMk cId="0" sldId="313"/>
            <ac:spMk id="7" creationId="{00000000-0000-0000-0000-000000000000}"/>
          </ac:spMkLst>
        </pc:spChg>
      </pc:sldChg>
    </pc:docChg>
  </pc:docChgLst>
</pc:chgInfo>
</file>

<file path=ppt/comments/modernComment_13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316282-DE07-406B-B9EF-E34323781A41}" authorId="{981BD5DC-5676-6DC8-CE94-81ACB83F5E47}" created="2025-12-01T05:19:39.6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17"/>
      <ac:cxnSpMk id="25" creationId="{FFC7E5AE-C550-0BFF-BEB0-E1A0F8BFD2C6}"/>
    </ac:deMkLst>
    <p188:txBody>
      <a:bodyPr/>
      <a:lstStyle/>
      <a:p>
        <a:r>
          <a:rPr lang="en-US"/>
          <a:t>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4" name="Textplatzhalter 4"/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/>
          <p:cNvCxnSpPr/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/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/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3" name="Fußzeilenplatzhalt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/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/>
          <p:cNvCxnSpPr/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/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/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/>
          <p:cNvCxnSpPr/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platzhalt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it-IT" sz="6600" b="1" i="0" u="none" strike="noStrike" kern="1200" cap="none" spc="0" normalizeH="0" baseline="0" noProof="0"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5"/>
          <a:srcRect l="4671"/>
          <a:stretch>
            <a:fillRect/>
          </a:stretch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/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/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/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/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/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/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/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Team Name / Optimus Syria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1" name="Free-form: Shape 13"/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46954 h 1270146"/>
              <a:gd name="connsiteX1-267" fmla="*/ 2358147 w 9478107"/>
              <a:gd name="connsiteY1-268" fmla="*/ 302992 h 1270146"/>
              <a:gd name="connsiteX2-269" fmla="*/ 4457699 w 9478107"/>
              <a:gd name="connsiteY2-270" fmla="*/ 373331 h 1270146"/>
              <a:gd name="connsiteX3-271" fmla="*/ 7016261 w 9478107"/>
              <a:gd name="connsiteY3-272" fmla="*/ 338162 h 1270146"/>
              <a:gd name="connsiteX4-273" fmla="*/ 9478107 w 9478107"/>
              <a:gd name="connsiteY4-274" fmla="*/ 346954 h 1270146"/>
              <a:gd name="connsiteX5-275" fmla="*/ 9469315 w 9478107"/>
              <a:gd name="connsiteY5-276" fmla="*/ 1252562 h 1270146"/>
              <a:gd name="connsiteX6-277" fmla="*/ 7253653 w 9478107"/>
              <a:gd name="connsiteY6-278" fmla="*/ 1243769 h 1270146"/>
              <a:gd name="connsiteX7-279" fmla="*/ 4826976 w 9478107"/>
              <a:gd name="connsiteY7-280" fmla="*/ 1270146 h 1270146"/>
              <a:gd name="connsiteX8-281" fmla="*/ 2751992 w 9478107"/>
              <a:gd name="connsiteY8-282" fmla="*/ 1261354 h 1270146"/>
              <a:gd name="connsiteX9-283" fmla="*/ 0 w 9478107"/>
              <a:gd name="connsiteY9-284" fmla="*/ 1208600 h 1270146"/>
              <a:gd name="connsiteX10-285" fmla="*/ 8792 w 9478107"/>
              <a:gd name="connsiteY10-286" fmla="*/ 346954 h 1270146"/>
              <a:gd name="connsiteX0-287" fmla="*/ 8792 w 9478107"/>
              <a:gd name="connsiteY0-288" fmla="*/ 346954 h 1270146"/>
              <a:gd name="connsiteX1-289" fmla="*/ 2358147 w 9478107"/>
              <a:gd name="connsiteY1-290" fmla="*/ 302992 h 1270146"/>
              <a:gd name="connsiteX2-291" fmla="*/ 5127546 w 9478107"/>
              <a:gd name="connsiteY2-292" fmla="*/ 115678 h 1270146"/>
              <a:gd name="connsiteX3-293" fmla="*/ 7016261 w 9478107"/>
              <a:gd name="connsiteY3-294" fmla="*/ 338162 h 1270146"/>
              <a:gd name="connsiteX4-295" fmla="*/ 9478107 w 9478107"/>
              <a:gd name="connsiteY4-296" fmla="*/ 346954 h 1270146"/>
              <a:gd name="connsiteX5-297" fmla="*/ 9469315 w 9478107"/>
              <a:gd name="connsiteY5-298" fmla="*/ 1252562 h 1270146"/>
              <a:gd name="connsiteX6-299" fmla="*/ 7253653 w 9478107"/>
              <a:gd name="connsiteY6-300" fmla="*/ 1243769 h 1270146"/>
              <a:gd name="connsiteX7-301" fmla="*/ 4826976 w 9478107"/>
              <a:gd name="connsiteY7-302" fmla="*/ 1270146 h 1270146"/>
              <a:gd name="connsiteX8-303" fmla="*/ 2751992 w 9478107"/>
              <a:gd name="connsiteY8-304" fmla="*/ 1261354 h 1270146"/>
              <a:gd name="connsiteX9-305" fmla="*/ 0 w 9478107"/>
              <a:gd name="connsiteY9-306" fmla="*/ 1208600 h 1270146"/>
              <a:gd name="connsiteX10-307" fmla="*/ 8792 w 9478107"/>
              <a:gd name="connsiteY10-308" fmla="*/ 346954 h 1270146"/>
              <a:gd name="connsiteX0-309" fmla="*/ 8792 w 9478107"/>
              <a:gd name="connsiteY0-310" fmla="*/ 346954 h 1270146"/>
              <a:gd name="connsiteX1-311" fmla="*/ 2358147 w 9478107"/>
              <a:gd name="connsiteY1-312" fmla="*/ 302992 h 1270146"/>
              <a:gd name="connsiteX2-313" fmla="*/ 5127546 w 9478107"/>
              <a:gd name="connsiteY2-314" fmla="*/ 115678 h 1270146"/>
              <a:gd name="connsiteX3-315" fmla="*/ 7084613 w 9478107"/>
              <a:gd name="connsiteY3-316" fmla="*/ 724642 h 1270146"/>
              <a:gd name="connsiteX4-317" fmla="*/ 9478107 w 9478107"/>
              <a:gd name="connsiteY4-318" fmla="*/ 346954 h 1270146"/>
              <a:gd name="connsiteX5-319" fmla="*/ 9469315 w 9478107"/>
              <a:gd name="connsiteY5-320" fmla="*/ 1252562 h 1270146"/>
              <a:gd name="connsiteX6-321" fmla="*/ 7253653 w 9478107"/>
              <a:gd name="connsiteY6-322" fmla="*/ 1243769 h 1270146"/>
              <a:gd name="connsiteX7-323" fmla="*/ 4826976 w 9478107"/>
              <a:gd name="connsiteY7-324" fmla="*/ 1270146 h 1270146"/>
              <a:gd name="connsiteX8-325" fmla="*/ 2751992 w 9478107"/>
              <a:gd name="connsiteY8-326" fmla="*/ 1261354 h 1270146"/>
              <a:gd name="connsiteX9-327" fmla="*/ 0 w 9478107"/>
              <a:gd name="connsiteY9-328" fmla="*/ 1208600 h 1270146"/>
              <a:gd name="connsiteX10-329" fmla="*/ 8792 w 9478107"/>
              <a:gd name="connsiteY10-330" fmla="*/ 346954 h 1270146"/>
              <a:gd name="connsiteX0-331" fmla="*/ 8792 w 9478107"/>
              <a:gd name="connsiteY0-332" fmla="*/ 346954 h 1270146"/>
              <a:gd name="connsiteX1-333" fmla="*/ 2358147 w 9478107"/>
              <a:gd name="connsiteY1-334" fmla="*/ 302992 h 1270146"/>
              <a:gd name="connsiteX2-335" fmla="*/ 5127546 w 9478107"/>
              <a:gd name="connsiteY2-336" fmla="*/ 115678 h 1270146"/>
              <a:gd name="connsiteX3-337" fmla="*/ 7084613 w 9478107"/>
              <a:gd name="connsiteY3-338" fmla="*/ 647346 h 1270146"/>
              <a:gd name="connsiteX4-339" fmla="*/ 9478107 w 9478107"/>
              <a:gd name="connsiteY4-340" fmla="*/ 346954 h 1270146"/>
              <a:gd name="connsiteX5-341" fmla="*/ 9469315 w 9478107"/>
              <a:gd name="connsiteY5-342" fmla="*/ 1252562 h 1270146"/>
              <a:gd name="connsiteX6-343" fmla="*/ 7253653 w 9478107"/>
              <a:gd name="connsiteY6-344" fmla="*/ 1243769 h 1270146"/>
              <a:gd name="connsiteX7-345" fmla="*/ 4826976 w 9478107"/>
              <a:gd name="connsiteY7-346" fmla="*/ 1270146 h 1270146"/>
              <a:gd name="connsiteX8-347" fmla="*/ 2751992 w 9478107"/>
              <a:gd name="connsiteY8-348" fmla="*/ 1261354 h 1270146"/>
              <a:gd name="connsiteX9-349" fmla="*/ 0 w 9478107"/>
              <a:gd name="connsiteY9-350" fmla="*/ 1208600 h 1270146"/>
              <a:gd name="connsiteX10-351" fmla="*/ 8792 w 9478107"/>
              <a:gd name="connsiteY10-352" fmla="*/ 346954 h 1270146"/>
              <a:gd name="connsiteX0-353" fmla="*/ 8792 w 9478107"/>
              <a:gd name="connsiteY0-354" fmla="*/ 346954 h 1270146"/>
              <a:gd name="connsiteX1-355" fmla="*/ 2358147 w 9478107"/>
              <a:gd name="connsiteY1-356" fmla="*/ 302992 h 1270146"/>
              <a:gd name="connsiteX2-357" fmla="*/ 5127546 w 9478107"/>
              <a:gd name="connsiteY2-358" fmla="*/ 115678 h 1270146"/>
              <a:gd name="connsiteX3-359" fmla="*/ 7084613 w 9478107"/>
              <a:gd name="connsiteY3-360" fmla="*/ 647346 h 1270146"/>
              <a:gd name="connsiteX4-361" fmla="*/ 8755857 w 9478107"/>
              <a:gd name="connsiteY4-362" fmla="*/ 446231 h 1270146"/>
              <a:gd name="connsiteX5-363" fmla="*/ 9478107 w 9478107"/>
              <a:gd name="connsiteY5-364" fmla="*/ 346954 h 1270146"/>
              <a:gd name="connsiteX6-365" fmla="*/ 9469315 w 9478107"/>
              <a:gd name="connsiteY6-366" fmla="*/ 1252562 h 1270146"/>
              <a:gd name="connsiteX7-367" fmla="*/ 7253653 w 9478107"/>
              <a:gd name="connsiteY7-368" fmla="*/ 1243769 h 1270146"/>
              <a:gd name="connsiteX8-369" fmla="*/ 4826976 w 9478107"/>
              <a:gd name="connsiteY8-370" fmla="*/ 1270146 h 1270146"/>
              <a:gd name="connsiteX9-371" fmla="*/ 2751992 w 9478107"/>
              <a:gd name="connsiteY9-372" fmla="*/ 1261354 h 1270146"/>
              <a:gd name="connsiteX10-373" fmla="*/ 0 w 9478107"/>
              <a:gd name="connsiteY10-374" fmla="*/ 1208600 h 1270146"/>
              <a:gd name="connsiteX11" fmla="*/ 8792 w 9478107"/>
              <a:gd name="connsiteY11" fmla="*/ 346954 h 1270146"/>
              <a:gd name="connsiteX0-375" fmla="*/ 8792 w 9478107"/>
              <a:gd name="connsiteY0-376" fmla="*/ 346954 h 1270146"/>
              <a:gd name="connsiteX1-377" fmla="*/ 2358147 w 9478107"/>
              <a:gd name="connsiteY1-378" fmla="*/ 302992 h 1270146"/>
              <a:gd name="connsiteX2-379" fmla="*/ 5127546 w 9478107"/>
              <a:gd name="connsiteY2-380" fmla="*/ 115678 h 1270146"/>
              <a:gd name="connsiteX3-381" fmla="*/ 7084613 w 9478107"/>
              <a:gd name="connsiteY3-382" fmla="*/ 647346 h 1270146"/>
              <a:gd name="connsiteX4-383" fmla="*/ 8557637 w 9478107"/>
              <a:gd name="connsiteY4-384" fmla="*/ 716768 h 1270146"/>
              <a:gd name="connsiteX5-385" fmla="*/ 9478107 w 9478107"/>
              <a:gd name="connsiteY5-386" fmla="*/ 346954 h 1270146"/>
              <a:gd name="connsiteX6-387" fmla="*/ 9469315 w 9478107"/>
              <a:gd name="connsiteY6-388" fmla="*/ 1252562 h 1270146"/>
              <a:gd name="connsiteX7-389" fmla="*/ 7253653 w 9478107"/>
              <a:gd name="connsiteY7-390" fmla="*/ 1243769 h 1270146"/>
              <a:gd name="connsiteX8-391" fmla="*/ 4826976 w 9478107"/>
              <a:gd name="connsiteY8-392" fmla="*/ 1270146 h 1270146"/>
              <a:gd name="connsiteX9-393" fmla="*/ 2751992 w 9478107"/>
              <a:gd name="connsiteY9-394" fmla="*/ 1261354 h 1270146"/>
              <a:gd name="connsiteX10-395" fmla="*/ 0 w 9478107"/>
              <a:gd name="connsiteY10-396" fmla="*/ 1208600 h 1270146"/>
              <a:gd name="connsiteX11-397" fmla="*/ 8792 w 9478107"/>
              <a:gd name="connsiteY11-398" fmla="*/ 346954 h 1270146"/>
              <a:gd name="connsiteX0-399" fmla="*/ 15627 w 9484942"/>
              <a:gd name="connsiteY0-400" fmla="*/ 346954 h 1277035"/>
              <a:gd name="connsiteX1-401" fmla="*/ 2364982 w 9484942"/>
              <a:gd name="connsiteY1-402" fmla="*/ 302992 h 1277035"/>
              <a:gd name="connsiteX2-403" fmla="*/ 5134381 w 9484942"/>
              <a:gd name="connsiteY2-404" fmla="*/ 115678 h 1277035"/>
              <a:gd name="connsiteX3-405" fmla="*/ 7091448 w 9484942"/>
              <a:gd name="connsiteY3-406" fmla="*/ 647346 h 1277035"/>
              <a:gd name="connsiteX4-407" fmla="*/ 8564472 w 9484942"/>
              <a:gd name="connsiteY4-408" fmla="*/ 716768 h 1277035"/>
              <a:gd name="connsiteX5-409" fmla="*/ 9484942 w 9484942"/>
              <a:gd name="connsiteY5-410" fmla="*/ 346954 h 1277035"/>
              <a:gd name="connsiteX6-411" fmla="*/ 9476150 w 9484942"/>
              <a:gd name="connsiteY6-412" fmla="*/ 1252562 h 1277035"/>
              <a:gd name="connsiteX7-413" fmla="*/ 7260488 w 9484942"/>
              <a:gd name="connsiteY7-414" fmla="*/ 1243769 h 1277035"/>
              <a:gd name="connsiteX8-415" fmla="*/ 4833811 w 9484942"/>
              <a:gd name="connsiteY8-416" fmla="*/ 1270146 h 1277035"/>
              <a:gd name="connsiteX9-417" fmla="*/ 2758827 w 9484942"/>
              <a:gd name="connsiteY9-418" fmla="*/ 1261354 h 1277035"/>
              <a:gd name="connsiteX10-419" fmla="*/ 0 w 9484942"/>
              <a:gd name="connsiteY10-420" fmla="*/ 1273013 h 1277035"/>
              <a:gd name="connsiteX11-421" fmla="*/ 15627 w 9484942"/>
              <a:gd name="connsiteY11-422" fmla="*/ 346954 h 1277035"/>
              <a:gd name="connsiteX0-423" fmla="*/ 15627 w 9484942"/>
              <a:gd name="connsiteY0-424" fmla="*/ 346954 h 1300002"/>
              <a:gd name="connsiteX1-425" fmla="*/ 2364982 w 9484942"/>
              <a:gd name="connsiteY1-426" fmla="*/ 302992 h 1300002"/>
              <a:gd name="connsiteX2-427" fmla="*/ 5134381 w 9484942"/>
              <a:gd name="connsiteY2-428" fmla="*/ 115678 h 1300002"/>
              <a:gd name="connsiteX3-429" fmla="*/ 7091448 w 9484942"/>
              <a:gd name="connsiteY3-430" fmla="*/ 647346 h 1300002"/>
              <a:gd name="connsiteX4-431" fmla="*/ 8564472 w 9484942"/>
              <a:gd name="connsiteY4-432" fmla="*/ 716768 h 1300002"/>
              <a:gd name="connsiteX5-433" fmla="*/ 9484942 w 9484942"/>
              <a:gd name="connsiteY5-434" fmla="*/ 346954 h 1300002"/>
              <a:gd name="connsiteX6-435" fmla="*/ 9476150 w 9484942"/>
              <a:gd name="connsiteY6-436" fmla="*/ 1252562 h 1300002"/>
              <a:gd name="connsiteX7-437" fmla="*/ 7260488 w 9484942"/>
              <a:gd name="connsiteY7-438" fmla="*/ 1243769 h 1300002"/>
              <a:gd name="connsiteX8-439" fmla="*/ 4833811 w 9484942"/>
              <a:gd name="connsiteY8-440" fmla="*/ 1270146 h 1300002"/>
              <a:gd name="connsiteX9-441" fmla="*/ 2779333 w 9484942"/>
              <a:gd name="connsiteY9-442" fmla="*/ 1300002 h 1300002"/>
              <a:gd name="connsiteX10-443" fmla="*/ 0 w 9484942"/>
              <a:gd name="connsiteY10-444" fmla="*/ 1273013 h 1300002"/>
              <a:gd name="connsiteX11-445" fmla="*/ 15627 w 9484942"/>
              <a:gd name="connsiteY11-446" fmla="*/ 346954 h 1300002"/>
              <a:gd name="connsiteX0-447" fmla="*/ 15627 w 9484942"/>
              <a:gd name="connsiteY0-448" fmla="*/ 346954 h 1346830"/>
              <a:gd name="connsiteX1-449" fmla="*/ 2364982 w 9484942"/>
              <a:gd name="connsiteY1-450" fmla="*/ 302992 h 1346830"/>
              <a:gd name="connsiteX2-451" fmla="*/ 5134381 w 9484942"/>
              <a:gd name="connsiteY2-452" fmla="*/ 115678 h 1346830"/>
              <a:gd name="connsiteX3-453" fmla="*/ 7091448 w 9484942"/>
              <a:gd name="connsiteY3-454" fmla="*/ 647346 h 1346830"/>
              <a:gd name="connsiteX4-455" fmla="*/ 8564472 w 9484942"/>
              <a:gd name="connsiteY4-456" fmla="*/ 716768 h 1346830"/>
              <a:gd name="connsiteX5-457" fmla="*/ 9484942 w 9484942"/>
              <a:gd name="connsiteY5-458" fmla="*/ 346954 h 1346830"/>
              <a:gd name="connsiteX6-459" fmla="*/ 9476150 w 9484942"/>
              <a:gd name="connsiteY6-460" fmla="*/ 1252562 h 1346830"/>
              <a:gd name="connsiteX7-461" fmla="*/ 7267323 w 9484942"/>
              <a:gd name="connsiteY7-462" fmla="*/ 1346830 h 1346830"/>
              <a:gd name="connsiteX8-463" fmla="*/ 4833811 w 9484942"/>
              <a:gd name="connsiteY8-464" fmla="*/ 1270146 h 1346830"/>
              <a:gd name="connsiteX9-465" fmla="*/ 2779333 w 9484942"/>
              <a:gd name="connsiteY9-466" fmla="*/ 1300002 h 1346830"/>
              <a:gd name="connsiteX10-467" fmla="*/ 0 w 9484942"/>
              <a:gd name="connsiteY10-468" fmla="*/ 1273013 h 1346830"/>
              <a:gd name="connsiteX11-469" fmla="*/ 15627 w 9484942"/>
              <a:gd name="connsiteY11-470" fmla="*/ 346954 h 1346830"/>
              <a:gd name="connsiteX0-471" fmla="*/ 15627 w 9484942"/>
              <a:gd name="connsiteY0-472" fmla="*/ 346954 h 1308182"/>
              <a:gd name="connsiteX1-473" fmla="*/ 2364982 w 9484942"/>
              <a:gd name="connsiteY1-474" fmla="*/ 302992 h 1308182"/>
              <a:gd name="connsiteX2-475" fmla="*/ 5134381 w 9484942"/>
              <a:gd name="connsiteY2-476" fmla="*/ 115678 h 1308182"/>
              <a:gd name="connsiteX3-477" fmla="*/ 7091448 w 9484942"/>
              <a:gd name="connsiteY3-478" fmla="*/ 647346 h 1308182"/>
              <a:gd name="connsiteX4-479" fmla="*/ 8564472 w 9484942"/>
              <a:gd name="connsiteY4-480" fmla="*/ 716768 h 1308182"/>
              <a:gd name="connsiteX5-481" fmla="*/ 9484942 w 9484942"/>
              <a:gd name="connsiteY5-482" fmla="*/ 346954 h 1308182"/>
              <a:gd name="connsiteX6-483" fmla="*/ 9476150 w 9484942"/>
              <a:gd name="connsiteY6-484" fmla="*/ 1252562 h 1308182"/>
              <a:gd name="connsiteX7-485" fmla="*/ 7246817 w 9484942"/>
              <a:gd name="connsiteY7-486" fmla="*/ 1308182 h 1308182"/>
              <a:gd name="connsiteX8-487" fmla="*/ 4833811 w 9484942"/>
              <a:gd name="connsiteY8-488" fmla="*/ 1270146 h 1308182"/>
              <a:gd name="connsiteX9-489" fmla="*/ 2779333 w 9484942"/>
              <a:gd name="connsiteY9-490" fmla="*/ 1300002 h 1308182"/>
              <a:gd name="connsiteX10-491" fmla="*/ 0 w 9484942"/>
              <a:gd name="connsiteY10-492" fmla="*/ 1273013 h 1308182"/>
              <a:gd name="connsiteX11-493" fmla="*/ 15627 w 9484942"/>
              <a:gd name="connsiteY11-494" fmla="*/ 346954 h 1308182"/>
              <a:gd name="connsiteX0-495" fmla="*/ 15627 w 9496987"/>
              <a:gd name="connsiteY0-496" fmla="*/ 346954 h 1316976"/>
              <a:gd name="connsiteX1-497" fmla="*/ 2364982 w 9496987"/>
              <a:gd name="connsiteY1-498" fmla="*/ 302992 h 1316976"/>
              <a:gd name="connsiteX2-499" fmla="*/ 5134381 w 9496987"/>
              <a:gd name="connsiteY2-500" fmla="*/ 115678 h 1316976"/>
              <a:gd name="connsiteX3-501" fmla="*/ 7091448 w 9496987"/>
              <a:gd name="connsiteY3-502" fmla="*/ 647346 h 1316976"/>
              <a:gd name="connsiteX4-503" fmla="*/ 8564472 w 9496987"/>
              <a:gd name="connsiteY4-504" fmla="*/ 716768 h 1316976"/>
              <a:gd name="connsiteX5-505" fmla="*/ 9484942 w 9496987"/>
              <a:gd name="connsiteY5-506" fmla="*/ 346954 h 1316976"/>
              <a:gd name="connsiteX6-507" fmla="*/ 9496656 w 9496987"/>
              <a:gd name="connsiteY6-508" fmla="*/ 1316976 h 1316976"/>
              <a:gd name="connsiteX7-509" fmla="*/ 7246817 w 9496987"/>
              <a:gd name="connsiteY7-510" fmla="*/ 1308182 h 1316976"/>
              <a:gd name="connsiteX8-511" fmla="*/ 4833811 w 9496987"/>
              <a:gd name="connsiteY8-512" fmla="*/ 1270146 h 1316976"/>
              <a:gd name="connsiteX9-513" fmla="*/ 2779333 w 9496987"/>
              <a:gd name="connsiteY9-514" fmla="*/ 1300002 h 1316976"/>
              <a:gd name="connsiteX10-515" fmla="*/ 0 w 9496987"/>
              <a:gd name="connsiteY10-516" fmla="*/ 1273013 h 1316976"/>
              <a:gd name="connsiteX11-517" fmla="*/ 15627 w 9496987"/>
              <a:gd name="connsiteY11-518" fmla="*/ 346954 h 13169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97" y="connsiteY11-398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/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/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-1" fmla="*/ 17585 w 9486900"/>
              <a:gd name="connsiteY0-2" fmla="*/ 168095 h 1091287"/>
              <a:gd name="connsiteX1-3" fmla="*/ 2004646 w 9486900"/>
              <a:gd name="connsiteY1-4" fmla="*/ 185679 h 1091287"/>
              <a:gd name="connsiteX2-5" fmla="*/ 4466492 w 9486900"/>
              <a:gd name="connsiteY2-6" fmla="*/ 194472 h 1091287"/>
              <a:gd name="connsiteX3-7" fmla="*/ 7025054 w 9486900"/>
              <a:gd name="connsiteY3-8" fmla="*/ 159303 h 1091287"/>
              <a:gd name="connsiteX4-9" fmla="*/ 9486900 w 9486900"/>
              <a:gd name="connsiteY4-10" fmla="*/ 168095 h 1091287"/>
              <a:gd name="connsiteX5-11" fmla="*/ 9478108 w 9486900"/>
              <a:gd name="connsiteY5-12" fmla="*/ 1073703 h 1091287"/>
              <a:gd name="connsiteX6-13" fmla="*/ 7262446 w 9486900"/>
              <a:gd name="connsiteY6-14" fmla="*/ 1064910 h 1091287"/>
              <a:gd name="connsiteX7-15" fmla="*/ 4835769 w 9486900"/>
              <a:gd name="connsiteY7-16" fmla="*/ 1091287 h 1091287"/>
              <a:gd name="connsiteX8-17" fmla="*/ 2760785 w 9486900"/>
              <a:gd name="connsiteY8-18" fmla="*/ 1082495 h 1091287"/>
              <a:gd name="connsiteX9-19" fmla="*/ 0 w 9486900"/>
              <a:gd name="connsiteY9-20" fmla="*/ 1038533 h 1091287"/>
              <a:gd name="connsiteX10-21" fmla="*/ 17585 w 9486900"/>
              <a:gd name="connsiteY10-22" fmla="*/ 168095 h 1091287"/>
              <a:gd name="connsiteX0-23" fmla="*/ 17585 w 9486900"/>
              <a:gd name="connsiteY0-24" fmla="*/ 234508 h 1157700"/>
              <a:gd name="connsiteX1-25" fmla="*/ 2004646 w 9486900"/>
              <a:gd name="connsiteY1-26" fmla="*/ 252092 h 1157700"/>
              <a:gd name="connsiteX2-27" fmla="*/ 4466492 w 9486900"/>
              <a:gd name="connsiteY2-28" fmla="*/ 260885 h 1157700"/>
              <a:gd name="connsiteX3-29" fmla="*/ 7025054 w 9486900"/>
              <a:gd name="connsiteY3-30" fmla="*/ 225716 h 1157700"/>
              <a:gd name="connsiteX4-31" fmla="*/ 9486900 w 9486900"/>
              <a:gd name="connsiteY4-32" fmla="*/ 234508 h 1157700"/>
              <a:gd name="connsiteX5-33" fmla="*/ 9478108 w 9486900"/>
              <a:gd name="connsiteY5-34" fmla="*/ 1140116 h 1157700"/>
              <a:gd name="connsiteX6-35" fmla="*/ 7262446 w 9486900"/>
              <a:gd name="connsiteY6-36" fmla="*/ 1131323 h 1157700"/>
              <a:gd name="connsiteX7-37" fmla="*/ 4835769 w 9486900"/>
              <a:gd name="connsiteY7-38" fmla="*/ 1157700 h 1157700"/>
              <a:gd name="connsiteX8-39" fmla="*/ 2760785 w 9486900"/>
              <a:gd name="connsiteY8-40" fmla="*/ 1148908 h 1157700"/>
              <a:gd name="connsiteX9-41" fmla="*/ 0 w 9486900"/>
              <a:gd name="connsiteY9-42" fmla="*/ 1104946 h 1157700"/>
              <a:gd name="connsiteX10-43" fmla="*/ 17585 w 9486900"/>
              <a:gd name="connsiteY10-44" fmla="*/ 234508 h 1157700"/>
              <a:gd name="connsiteX0-45" fmla="*/ 17585 w 9486900"/>
              <a:gd name="connsiteY0-46" fmla="*/ 375168 h 1298360"/>
              <a:gd name="connsiteX1-47" fmla="*/ 2004646 w 9486900"/>
              <a:gd name="connsiteY1-48" fmla="*/ 392752 h 1298360"/>
              <a:gd name="connsiteX2-49" fmla="*/ 4466492 w 9486900"/>
              <a:gd name="connsiteY2-50" fmla="*/ 401545 h 1298360"/>
              <a:gd name="connsiteX3-51" fmla="*/ 7025054 w 9486900"/>
              <a:gd name="connsiteY3-52" fmla="*/ 366376 h 1298360"/>
              <a:gd name="connsiteX4-53" fmla="*/ 9486900 w 9486900"/>
              <a:gd name="connsiteY4-54" fmla="*/ 375168 h 1298360"/>
              <a:gd name="connsiteX5-55" fmla="*/ 9478108 w 9486900"/>
              <a:gd name="connsiteY5-56" fmla="*/ 1280776 h 1298360"/>
              <a:gd name="connsiteX6-57" fmla="*/ 7262446 w 9486900"/>
              <a:gd name="connsiteY6-58" fmla="*/ 1271983 h 1298360"/>
              <a:gd name="connsiteX7-59" fmla="*/ 4835769 w 9486900"/>
              <a:gd name="connsiteY7-60" fmla="*/ 1298360 h 1298360"/>
              <a:gd name="connsiteX8-61" fmla="*/ 2760785 w 9486900"/>
              <a:gd name="connsiteY8-62" fmla="*/ 1289568 h 1298360"/>
              <a:gd name="connsiteX9-63" fmla="*/ 0 w 9486900"/>
              <a:gd name="connsiteY9-64" fmla="*/ 1245606 h 1298360"/>
              <a:gd name="connsiteX10-65" fmla="*/ 17585 w 9486900"/>
              <a:gd name="connsiteY10-66" fmla="*/ 375168 h 1298360"/>
              <a:gd name="connsiteX0-67" fmla="*/ 17585 w 9486900"/>
              <a:gd name="connsiteY0-68" fmla="*/ 375168 h 1298360"/>
              <a:gd name="connsiteX1-69" fmla="*/ 2004646 w 9486900"/>
              <a:gd name="connsiteY1-70" fmla="*/ 392752 h 1298360"/>
              <a:gd name="connsiteX2-71" fmla="*/ 4466492 w 9486900"/>
              <a:gd name="connsiteY2-72" fmla="*/ 401545 h 1298360"/>
              <a:gd name="connsiteX3-73" fmla="*/ 7025054 w 9486900"/>
              <a:gd name="connsiteY3-74" fmla="*/ 366376 h 1298360"/>
              <a:gd name="connsiteX4-75" fmla="*/ 9486900 w 9486900"/>
              <a:gd name="connsiteY4-76" fmla="*/ 375168 h 1298360"/>
              <a:gd name="connsiteX5-77" fmla="*/ 9478108 w 9486900"/>
              <a:gd name="connsiteY5-78" fmla="*/ 1280776 h 1298360"/>
              <a:gd name="connsiteX6-79" fmla="*/ 7262446 w 9486900"/>
              <a:gd name="connsiteY6-80" fmla="*/ 1271983 h 1298360"/>
              <a:gd name="connsiteX7-81" fmla="*/ 4835769 w 9486900"/>
              <a:gd name="connsiteY7-82" fmla="*/ 1298360 h 1298360"/>
              <a:gd name="connsiteX8-83" fmla="*/ 2760785 w 9486900"/>
              <a:gd name="connsiteY8-84" fmla="*/ 1289568 h 1298360"/>
              <a:gd name="connsiteX9-85" fmla="*/ 0 w 9486900"/>
              <a:gd name="connsiteY9-86" fmla="*/ 1245606 h 1298360"/>
              <a:gd name="connsiteX10-87" fmla="*/ 17585 w 9486900"/>
              <a:gd name="connsiteY10-88" fmla="*/ 375168 h 1298360"/>
              <a:gd name="connsiteX0-89" fmla="*/ 17585 w 9486900"/>
              <a:gd name="connsiteY0-90" fmla="*/ 375168 h 1298360"/>
              <a:gd name="connsiteX1-91" fmla="*/ 2004646 w 9486900"/>
              <a:gd name="connsiteY1-92" fmla="*/ 392752 h 1298360"/>
              <a:gd name="connsiteX2-93" fmla="*/ 4466492 w 9486900"/>
              <a:gd name="connsiteY2-94" fmla="*/ 401545 h 1298360"/>
              <a:gd name="connsiteX3-95" fmla="*/ 7025054 w 9486900"/>
              <a:gd name="connsiteY3-96" fmla="*/ 366376 h 1298360"/>
              <a:gd name="connsiteX4-97" fmla="*/ 9486900 w 9486900"/>
              <a:gd name="connsiteY4-98" fmla="*/ 375168 h 1298360"/>
              <a:gd name="connsiteX5-99" fmla="*/ 9478108 w 9486900"/>
              <a:gd name="connsiteY5-100" fmla="*/ 1280776 h 1298360"/>
              <a:gd name="connsiteX6-101" fmla="*/ 7262446 w 9486900"/>
              <a:gd name="connsiteY6-102" fmla="*/ 1271983 h 1298360"/>
              <a:gd name="connsiteX7-103" fmla="*/ 4835769 w 9486900"/>
              <a:gd name="connsiteY7-104" fmla="*/ 1298360 h 1298360"/>
              <a:gd name="connsiteX8-105" fmla="*/ 2760785 w 9486900"/>
              <a:gd name="connsiteY8-106" fmla="*/ 1289568 h 1298360"/>
              <a:gd name="connsiteX9-107" fmla="*/ 0 w 9486900"/>
              <a:gd name="connsiteY9-108" fmla="*/ 1245606 h 1298360"/>
              <a:gd name="connsiteX10-109" fmla="*/ 17585 w 9486900"/>
              <a:gd name="connsiteY10-110" fmla="*/ 375168 h 1298360"/>
              <a:gd name="connsiteX0-111" fmla="*/ 17585 w 9486900"/>
              <a:gd name="connsiteY0-112" fmla="*/ 375168 h 1298360"/>
              <a:gd name="connsiteX1-113" fmla="*/ 2004646 w 9486900"/>
              <a:gd name="connsiteY1-114" fmla="*/ 392752 h 1298360"/>
              <a:gd name="connsiteX2-115" fmla="*/ 4466492 w 9486900"/>
              <a:gd name="connsiteY2-116" fmla="*/ 401545 h 1298360"/>
              <a:gd name="connsiteX3-117" fmla="*/ 7025054 w 9486900"/>
              <a:gd name="connsiteY3-118" fmla="*/ 366376 h 1298360"/>
              <a:gd name="connsiteX4-119" fmla="*/ 9486900 w 9486900"/>
              <a:gd name="connsiteY4-120" fmla="*/ 375168 h 1298360"/>
              <a:gd name="connsiteX5-121" fmla="*/ 9478108 w 9486900"/>
              <a:gd name="connsiteY5-122" fmla="*/ 1280776 h 1298360"/>
              <a:gd name="connsiteX6-123" fmla="*/ 7262446 w 9486900"/>
              <a:gd name="connsiteY6-124" fmla="*/ 1271983 h 1298360"/>
              <a:gd name="connsiteX7-125" fmla="*/ 4835769 w 9486900"/>
              <a:gd name="connsiteY7-126" fmla="*/ 1298360 h 1298360"/>
              <a:gd name="connsiteX8-127" fmla="*/ 2760785 w 9486900"/>
              <a:gd name="connsiteY8-128" fmla="*/ 1289568 h 1298360"/>
              <a:gd name="connsiteX9-129" fmla="*/ 0 w 9486900"/>
              <a:gd name="connsiteY9-130" fmla="*/ 1245606 h 1298360"/>
              <a:gd name="connsiteX10-131" fmla="*/ 17585 w 9486900"/>
              <a:gd name="connsiteY10-132" fmla="*/ 375168 h 1298360"/>
              <a:gd name="connsiteX0-133" fmla="*/ 17585 w 9486900"/>
              <a:gd name="connsiteY0-134" fmla="*/ 375168 h 1298360"/>
              <a:gd name="connsiteX1-135" fmla="*/ 2004646 w 9486900"/>
              <a:gd name="connsiteY1-136" fmla="*/ 392752 h 1298360"/>
              <a:gd name="connsiteX2-137" fmla="*/ 4466492 w 9486900"/>
              <a:gd name="connsiteY2-138" fmla="*/ 401545 h 1298360"/>
              <a:gd name="connsiteX3-139" fmla="*/ 7025054 w 9486900"/>
              <a:gd name="connsiteY3-140" fmla="*/ 366376 h 1298360"/>
              <a:gd name="connsiteX4-141" fmla="*/ 9486900 w 9486900"/>
              <a:gd name="connsiteY4-142" fmla="*/ 375168 h 1298360"/>
              <a:gd name="connsiteX5-143" fmla="*/ 9478108 w 9486900"/>
              <a:gd name="connsiteY5-144" fmla="*/ 1280776 h 1298360"/>
              <a:gd name="connsiteX6-145" fmla="*/ 7262446 w 9486900"/>
              <a:gd name="connsiteY6-146" fmla="*/ 1271983 h 1298360"/>
              <a:gd name="connsiteX7-147" fmla="*/ 4835769 w 9486900"/>
              <a:gd name="connsiteY7-148" fmla="*/ 1298360 h 1298360"/>
              <a:gd name="connsiteX8-149" fmla="*/ 2760785 w 9486900"/>
              <a:gd name="connsiteY8-150" fmla="*/ 1289568 h 1298360"/>
              <a:gd name="connsiteX9-151" fmla="*/ 0 w 9486900"/>
              <a:gd name="connsiteY9-152" fmla="*/ 1245606 h 1298360"/>
              <a:gd name="connsiteX10-153" fmla="*/ 17585 w 9486900"/>
              <a:gd name="connsiteY10-154" fmla="*/ 375168 h 1298360"/>
              <a:gd name="connsiteX0-155" fmla="*/ 17585 w 9486900"/>
              <a:gd name="connsiteY0-156" fmla="*/ 375168 h 1298360"/>
              <a:gd name="connsiteX1-157" fmla="*/ 2004646 w 9486900"/>
              <a:gd name="connsiteY1-158" fmla="*/ 392752 h 1298360"/>
              <a:gd name="connsiteX2-159" fmla="*/ 4466492 w 9486900"/>
              <a:gd name="connsiteY2-160" fmla="*/ 401545 h 1298360"/>
              <a:gd name="connsiteX3-161" fmla="*/ 7025054 w 9486900"/>
              <a:gd name="connsiteY3-162" fmla="*/ 366376 h 1298360"/>
              <a:gd name="connsiteX4-163" fmla="*/ 9486900 w 9486900"/>
              <a:gd name="connsiteY4-164" fmla="*/ 375168 h 1298360"/>
              <a:gd name="connsiteX5-165" fmla="*/ 9478108 w 9486900"/>
              <a:gd name="connsiteY5-166" fmla="*/ 1280776 h 1298360"/>
              <a:gd name="connsiteX6-167" fmla="*/ 7262446 w 9486900"/>
              <a:gd name="connsiteY6-168" fmla="*/ 1271983 h 1298360"/>
              <a:gd name="connsiteX7-169" fmla="*/ 4835769 w 9486900"/>
              <a:gd name="connsiteY7-170" fmla="*/ 1298360 h 1298360"/>
              <a:gd name="connsiteX8-171" fmla="*/ 2760785 w 9486900"/>
              <a:gd name="connsiteY8-172" fmla="*/ 1289568 h 1298360"/>
              <a:gd name="connsiteX9-173" fmla="*/ 0 w 9486900"/>
              <a:gd name="connsiteY9-174" fmla="*/ 1245606 h 1298360"/>
              <a:gd name="connsiteX10-175" fmla="*/ 17585 w 9486900"/>
              <a:gd name="connsiteY10-176" fmla="*/ 375168 h 1298360"/>
              <a:gd name="connsiteX0-177" fmla="*/ 8792 w 9478107"/>
              <a:gd name="connsiteY0-178" fmla="*/ 375168 h 1298360"/>
              <a:gd name="connsiteX1-179" fmla="*/ 1995853 w 9478107"/>
              <a:gd name="connsiteY1-180" fmla="*/ 392752 h 1298360"/>
              <a:gd name="connsiteX2-181" fmla="*/ 4457699 w 9478107"/>
              <a:gd name="connsiteY2-182" fmla="*/ 401545 h 1298360"/>
              <a:gd name="connsiteX3-183" fmla="*/ 7016261 w 9478107"/>
              <a:gd name="connsiteY3-184" fmla="*/ 366376 h 1298360"/>
              <a:gd name="connsiteX4-185" fmla="*/ 9478107 w 9478107"/>
              <a:gd name="connsiteY4-186" fmla="*/ 375168 h 1298360"/>
              <a:gd name="connsiteX5-187" fmla="*/ 9469315 w 9478107"/>
              <a:gd name="connsiteY5-188" fmla="*/ 1280776 h 1298360"/>
              <a:gd name="connsiteX6-189" fmla="*/ 7253653 w 9478107"/>
              <a:gd name="connsiteY6-190" fmla="*/ 1271983 h 1298360"/>
              <a:gd name="connsiteX7-191" fmla="*/ 4826976 w 9478107"/>
              <a:gd name="connsiteY7-192" fmla="*/ 1298360 h 1298360"/>
              <a:gd name="connsiteX8-193" fmla="*/ 2751992 w 9478107"/>
              <a:gd name="connsiteY8-194" fmla="*/ 1289568 h 1298360"/>
              <a:gd name="connsiteX9-195" fmla="*/ 0 w 9478107"/>
              <a:gd name="connsiteY9-196" fmla="*/ 1236814 h 1298360"/>
              <a:gd name="connsiteX10-197" fmla="*/ 8792 w 9478107"/>
              <a:gd name="connsiteY10-198" fmla="*/ 375168 h 1298360"/>
              <a:gd name="connsiteX0-199" fmla="*/ 8792 w 9478107"/>
              <a:gd name="connsiteY0-200" fmla="*/ 421112 h 1344304"/>
              <a:gd name="connsiteX1-201" fmla="*/ 2057399 w 9478107"/>
              <a:gd name="connsiteY1-202" fmla="*/ 377150 h 1344304"/>
              <a:gd name="connsiteX2-203" fmla="*/ 4457699 w 9478107"/>
              <a:gd name="connsiteY2-204" fmla="*/ 447489 h 1344304"/>
              <a:gd name="connsiteX3-205" fmla="*/ 7016261 w 9478107"/>
              <a:gd name="connsiteY3-206" fmla="*/ 412320 h 1344304"/>
              <a:gd name="connsiteX4-207" fmla="*/ 9478107 w 9478107"/>
              <a:gd name="connsiteY4-208" fmla="*/ 421112 h 1344304"/>
              <a:gd name="connsiteX5-209" fmla="*/ 9469315 w 9478107"/>
              <a:gd name="connsiteY5-210" fmla="*/ 1326720 h 1344304"/>
              <a:gd name="connsiteX6-211" fmla="*/ 7253653 w 9478107"/>
              <a:gd name="connsiteY6-212" fmla="*/ 1317927 h 1344304"/>
              <a:gd name="connsiteX7-213" fmla="*/ 4826976 w 9478107"/>
              <a:gd name="connsiteY7-214" fmla="*/ 1344304 h 1344304"/>
              <a:gd name="connsiteX8-215" fmla="*/ 2751992 w 9478107"/>
              <a:gd name="connsiteY8-216" fmla="*/ 1335512 h 1344304"/>
              <a:gd name="connsiteX9-217" fmla="*/ 0 w 9478107"/>
              <a:gd name="connsiteY9-218" fmla="*/ 1282758 h 1344304"/>
              <a:gd name="connsiteX10-219" fmla="*/ 8792 w 9478107"/>
              <a:gd name="connsiteY10-220" fmla="*/ 421112 h 1344304"/>
              <a:gd name="connsiteX0-221" fmla="*/ 8792 w 9478107"/>
              <a:gd name="connsiteY0-222" fmla="*/ 350485 h 1273677"/>
              <a:gd name="connsiteX1-223" fmla="*/ 2057399 w 9478107"/>
              <a:gd name="connsiteY1-224" fmla="*/ 306523 h 1273677"/>
              <a:gd name="connsiteX2-225" fmla="*/ 4457699 w 9478107"/>
              <a:gd name="connsiteY2-226" fmla="*/ 376862 h 1273677"/>
              <a:gd name="connsiteX3-227" fmla="*/ 7016261 w 9478107"/>
              <a:gd name="connsiteY3-228" fmla="*/ 341693 h 1273677"/>
              <a:gd name="connsiteX4-229" fmla="*/ 9478107 w 9478107"/>
              <a:gd name="connsiteY4-230" fmla="*/ 350485 h 1273677"/>
              <a:gd name="connsiteX5-231" fmla="*/ 9469315 w 9478107"/>
              <a:gd name="connsiteY5-232" fmla="*/ 1256093 h 1273677"/>
              <a:gd name="connsiteX6-233" fmla="*/ 7253653 w 9478107"/>
              <a:gd name="connsiteY6-234" fmla="*/ 1247300 h 1273677"/>
              <a:gd name="connsiteX7-235" fmla="*/ 4826976 w 9478107"/>
              <a:gd name="connsiteY7-236" fmla="*/ 1273677 h 1273677"/>
              <a:gd name="connsiteX8-237" fmla="*/ 2751992 w 9478107"/>
              <a:gd name="connsiteY8-238" fmla="*/ 1264885 h 1273677"/>
              <a:gd name="connsiteX9-239" fmla="*/ 0 w 9478107"/>
              <a:gd name="connsiteY9-240" fmla="*/ 1212131 h 1273677"/>
              <a:gd name="connsiteX10-241" fmla="*/ 8792 w 9478107"/>
              <a:gd name="connsiteY10-242" fmla="*/ 350485 h 1273677"/>
              <a:gd name="connsiteX0-243" fmla="*/ 8792 w 9478107"/>
              <a:gd name="connsiteY0-244" fmla="*/ 350485 h 1273677"/>
              <a:gd name="connsiteX1-245" fmla="*/ 2057399 w 9478107"/>
              <a:gd name="connsiteY1-246" fmla="*/ 306523 h 1273677"/>
              <a:gd name="connsiteX2-247" fmla="*/ 4457699 w 9478107"/>
              <a:gd name="connsiteY2-248" fmla="*/ 376862 h 1273677"/>
              <a:gd name="connsiteX3-249" fmla="*/ 7016261 w 9478107"/>
              <a:gd name="connsiteY3-250" fmla="*/ 341693 h 1273677"/>
              <a:gd name="connsiteX4-251" fmla="*/ 9478107 w 9478107"/>
              <a:gd name="connsiteY4-252" fmla="*/ 350485 h 1273677"/>
              <a:gd name="connsiteX5-253" fmla="*/ 9469315 w 9478107"/>
              <a:gd name="connsiteY5-254" fmla="*/ 1256093 h 1273677"/>
              <a:gd name="connsiteX6-255" fmla="*/ 7253653 w 9478107"/>
              <a:gd name="connsiteY6-256" fmla="*/ 1247300 h 1273677"/>
              <a:gd name="connsiteX7-257" fmla="*/ 4826976 w 9478107"/>
              <a:gd name="connsiteY7-258" fmla="*/ 1273677 h 1273677"/>
              <a:gd name="connsiteX8-259" fmla="*/ 2751992 w 9478107"/>
              <a:gd name="connsiteY8-260" fmla="*/ 1264885 h 1273677"/>
              <a:gd name="connsiteX9-261" fmla="*/ 0 w 9478107"/>
              <a:gd name="connsiteY9-262" fmla="*/ 1212131 h 1273677"/>
              <a:gd name="connsiteX10-263" fmla="*/ 8792 w 9478107"/>
              <a:gd name="connsiteY10-264" fmla="*/ 350485 h 1273677"/>
              <a:gd name="connsiteX0-265" fmla="*/ 8792 w 9478107"/>
              <a:gd name="connsiteY0-266" fmla="*/ 350485 h 1273677"/>
              <a:gd name="connsiteX1-267" fmla="*/ 2057399 w 9478107"/>
              <a:gd name="connsiteY1-268" fmla="*/ 306523 h 1273677"/>
              <a:gd name="connsiteX2-269" fmla="*/ 4457699 w 9478107"/>
              <a:gd name="connsiteY2-270" fmla="*/ 376862 h 1273677"/>
              <a:gd name="connsiteX3-271" fmla="*/ 7016261 w 9478107"/>
              <a:gd name="connsiteY3-272" fmla="*/ 341693 h 1273677"/>
              <a:gd name="connsiteX4-273" fmla="*/ 8414099 w 9478107"/>
              <a:gd name="connsiteY4-274" fmla="*/ 797823 h 1273677"/>
              <a:gd name="connsiteX5-275" fmla="*/ 9478107 w 9478107"/>
              <a:gd name="connsiteY5-276" fmla="*/ 350485 h 1273677"/>
              <a:gd name="connsiteX6-277" fmla="*/ 9469315 w 9478107"/>
              <a:gd name="connsiteY6-278" fmla="*/ 1256093 h 1273677"/>
              <a:gd name="connsiteX7-279" fmla="*/ 7253653 w 9478107"/>
              <a:gd name="connsiteY7-280" fmla="*/ 1247300 h 1273677"/>
              <a:gd name="connsiteX8-281" fmla="*/ 4826976 w 9478107"/>
              <a:gd name="connsiteY8-282" fmla="*/ 1273677 h 1273677"/>
              <a:gd name="connsiteX9-283" fmla="*/ 2751992 w 9478107"/>
              <a:gd name="connsiteY9-284" fmla="*/ 1264885 h 1273677"/>
              <a:gd name="connsiteX10-285" fmla="*/ 0 w 9478107"/>
              <a:gd name="connsiteY10-286" fmla="*/ 1212131 h 1273677"/>
              <a:gd name="connsiteX11" fmla="*/ 8792 w 9478107"/>
              <a:gd name="connsiteY11" fmla="*/ 350485 h 1273677"/>
              <a:gd name="connsiteX0-287" fmla="*/ 8792 w 9478107"/>
              <a:gd name="connsiteY0-288" fmla="*/ 463370 h 1386562"/>
              <a:gd name="connsiteX1-289" fmla="*/ 2057399 w 9478107"/>
              <a:gd name="connsiteY1-290" fmla="*/ 419408 h 1386562"/>
              <a:gd name="connsiteX2-291" fmla="*/ 4457699 w 9478107"/>
              <a:gd name="connsiteY2-292" fmla="*/ 489747 h 1386562"/>
              <a:gd name="connsiteX3-293" fmla="*/ 7009426 w 9478107"/>
              <a:gd name="connsiteY3-294" fmla="*/ 98357 h 1386562"/>
              <a:gd name="connsiteX4-295" fmla="*/ 8414099 w 9478107"/>
              <a:gd name="connsiteY4-296" fmla="*/ 910708 h 1386562"/>
              <a:gd name="connsiteX5-297" fmla="*/ 9478107 w 9478107"/>
              <a:gd name="connsiteY5-298" fmla="*/ 463370 h 1386562"/>
              <a:gd name="connsiteX6-299" fmla="*/ 9469315 w 9478107"/>
              <a:gd name="connsiteY6-300" fmla="*/ 1368978 h 1386562"/>
              <a:gd name="connsiteX7-301" fmla="*/ 7253653 w 9478107"/>
              <a:gd name="connsiteY7-302" fmla="*/ 1360185 h 1386562"/>
              <a:gd name="connsiteX8-303" fmla="*/ 4826976 w 9478107"/>
              <a:gd name="connsiteY8-304" fmla="*/ 1386562 h 1386562"/>
              <a:gd name="connsiteX9-305" fmla="*/ 2751992 w 9478107"/>
              <a:gd name="connsiteY9-306" fmla="*/ 1377770 h 1386562"/>
              <a:gd name="connsiteX10-307" fmla="*/ 0 w 9478107"/>
              <a:gd name="connsiteY10-308" fmla="*/ 1325016 h 1386562"/>
              <a:gd name="connsiteX11-309" fmla="*/ 8792 w 9478107"/>
              <a:gd name="connsiteY11-310" fmla="*/ 463370 h 1386562"/>
              <a:gd name="connsiteX0-311" fmla="*/ 8792 w 9478107"/>
              <a:gd name="connsiteY0-312" fmla="*/ 463370 h 1386562"/>
              <a:gd name="connsiteX1-313" fmla="*/ 2057399 w 9478107"/>
              <a:gd name="connsiteY1-314" fmla="*/ 419408 h 1386562"/>
              <a:gd name="connsiteX2-315" fmla="*/ 4457699 w 9478107"/>
              <a:gd name="connsiteY2-316" fmla="*/ 489747 h 1386562"/>
              <a:gd name="connsiteX3-317" fmla="*/ 7009426 w 9478107"/>
              <a:gd name="connsiteY3-318" fmla="*/ 98357 h 1386562"/>
              <a:gd name="connsiteX4-319" fmla="*/ 8414099 w 9478107"/>
              <a:gd name="connsiteY4-320" fmla="*/ 910708 h 1386562"/>
              <a:gd name="connsiteX5-321" fmla="*/ 9478107 w 9478107"/>
              <a:gd name="connsiteY5-322" fmla="*/ 463370 h 1386562"/>
              <a:gd name="connsiteX6-323" fmla="*/ 9469315 w 9478107"/>
              <a:gd name="connsiteY6-324" fmla="*/ 1368978 h 1386562"/>
              <a:gd name="connsiteX7-325" fmla="*/ 7253653 w 9478107"/>
              <a:gd name="connsiteY7-326" fmla="*/ 1360185 h 1386562"/>
              <a:gd name="connsiteX8-327" fmla="*/ 4826976 w 9478107"/>
              <a:gd name="connsiteY8-328" fmla="*/ 1386562 h 1386562"/>
              <a:gd name="connsiteX9-329" fmla="*/ 2751992 w 9478107"/>
              <a:gd name="connsiteY9-330" fmla="*/ 1377770 h 1386562"/>
              <a:gd name="connsiteX10-331" fmla="*/ 0 w 9478107"/>
              <a:gd name="connsiteY10-332" fmla="*/ 1325016 h 1386562"/>
              <a:gd name="connsiteX11-333" fmla="*/ 8792 w 9478107"/>
              <a:gd name="connsiteY11-334" fmla="*/ 463370 h 1386562"/>
              <a:gd name="connsiteX0-335" fmla="*/ 8792 w 9498612"/>
              <a:gd name="connsiteY0-336" fmla="*/ 463370 h 1386562"/>
              <a:gd name="connsiteX1-337" fmla="*/ 2057399 w 9498612"/>
              <a:gd name="connsiteY1-338" fmla="*/ 419408 h 1386562"/>
              <a:gd name="connsiteX2-339" fmla="*/ 4457699 w 9498612"/>
              <a:gd name="connsiteY2-340" fmla="*/ 489747 h 1386562"/>
              <a:gd name="connsiteX3-341" fmla="*/ 7009426 w 9498612"/>
              <a:gd name="connsiteY3-342" fmla="*/ 98357 h 1386562"/>
              <a:gd name="connsiteX4-343" fmla="*/ 8414099 w 9498612"/>
              <a:gd name="connsiteY4-344" fmla="*/ 910708 h 1386562"/>
              <a:gd name="connsiteX5-345" fmla="*/ 9498612 w 9498612"/>
              <a:gd name="connsiteY5-346" fmla="*/ 200892 h 1386562"/>
              <a:gd name="connsiteX6-347" fmla="*/ 9469315 w 9498612"/>
              <a:gd name="connsiteY6-348" fmla="*/ 1368978 h 1386562"/>
              <a:gd name="connsiteX7-349" fmla="*/ 7253653 w 9498612"/>
              <a:gd name="connsiteY7-350" fmla="*/ 1360185 h 1386562"/>
              <a:gd name="connsiteX8-351" fmla="*/ 4826976 w 9498612"/>
              <a:gd name="connsiteY8-352" fmla="*/ 1386562 h 1386562"/>
              <a:gd name="connsiteX9-353" fmla="*/ 2751992 w 9498612"/>
              <a:gd name="connsiteY9-354" fmla="*/ 1377770 h 1386562"/>
              <a:gd name="connsiteX10-355" fmla="*/ 0 w 9498612"/>
              <a:gd name="connsiteY10-356" fmla="*/ 1325016 h 1386562"/>
              <a:gd name="connsiteX11-357" fmla="*/ 8792 w 9498612"/>
              <a:gd name="connsiteY11-358" fmla="*/ 463370 h 1386562"/>
              <a:gd name="connsiteX0-359" fmla="*/ 8792 w 9498612"/>
              <a:gd name="connsiteY0-360" fmla="*/ 444298 h 1367490"/>
              <a:gd name="connsiteX1-361" fmla="*/ 2057399 w 9498612"/>
              <a:gd name="connsiteY1-362" fmla="*/ 400336 h 1367490"/>
              <a:gd name="connsiteX2-363" fmla="*/ 4320995 w 9498612"/>
              <a:gd name="connsiteY2-364" fmla="*/ 695656 h 1367490"/>
              <a:gd name="connsiteX3-365" fmla="*/ 7009426 w 9498612"/>
              <a:gd name="connsiteY3-366" fmla="*/ 79285 h 1367490"/>
              <a:gd name="connsiteX4-367" fmla="*/ 8414099 w 9498612"/>
              <a:gd name="connsiteY4-368" fmla="*/ 891636 h 1367490"/>
              <a:gd name="connsiteX5-369" fmla="*/ 9498612 w 9498612"/>
              <a:gd name="connsiteY5-370" fmla="*/ 181820 h 1367490"/>
              <a:gd name="connsiteX6-371" fmla="*/ 9469315 w 9498612"/>
              <a:gd name="connsiteY6-372" fmla="*/ 1349906 h 1367490"/>
              <a:gd name="connsiteX7-373" fmla="*/ 7253653 w 9498612"/>
              <a:gd name="connsiteY7-374" fmla="*/ 1341113 h 1367490"/>
              <a:gd name="connsiteX8-375" fmla="*/ 4826976 w 9498612"/>
              <a:gd name="connsiteY8-376" fmla="*/ 1367490 h 1367490"/>
              <a:gd name="connsiteX9-377" fmla="*/ 2751992 w 9498612"/>
              <a:gd name="connsiteY9-378" fmla="*/ 1358698 h 1367490"/>
              <a:gd name="connsiteX10-379" fmla="*/ 0 w 9498612"/>
              <a:gd name="connsiteY10-380" fmla="*/ 1305944 h 1367490"/>
              <a:gd name="connsiteX11-381" fmla="*/ 8792 w 9498612"/>
              <a:gd name="connsiteY11-382" fmla="*/ 444298 h 1367490"/>
              <a:gd name="connsiteX0-383" fmla="*/ 8792 w 9498612"/>
              <a:gd name="connsiteY0-384" fmla="*/ 428789 h 1351981"/>
              <a:gd name="connsiteX1-385" fmla="*/ 2057399 w 9498612"/>
              <a:gd name="connsiteY1-386" fmla="*/ 384827 h 1351981"/>
              <a:gd name="connsiteX2-387" fmla="*/ 3698995 w 9498612"/>
              <a:gd name="connsiteY2-388" fmla="*/ 961374 h 1351981"/>
              <a:gd name="connsiteX3-389" fmla="*/ 7009426 w 9498612"/>
              <a:gd name="connsiteY3-390" fmla="*/ 63776 h 1351981"/>
              <a:gd name="connsiteX4-391" fmla="*/ 8414099 w 9498612"/>
              <a:gd name="connsiteY4-392" fmla="*/ 876127 h 1351981"/>
              <a:gd name="connsiteX5-393" fmla="*/ 9498612 w 9498612"/>
              <a:gd name="connsiteY5-394" fmla="*/ 166311 h 1351981"/>
              <a:gd name="connsiteX6-395" fmla="*/ 9469315 w 9498612"/>
              <a:gd name="connsiteY6-396" fmla="*/ 1334397 h 1351981"/>
              <a:gd name="connsiteX7-397" fmla="*/ 7253653 w 9498612"/>
              <a:gd name="connsiteY7-398" fmla="*/ 1325604 h 1351981"/>
              <a:gd name="connsiteX8-399" fmla="*/ 4826976 w 9498612"/>
              <a:gd name="connsiteY8-400" fmla="*/ 1351981 h 1351981"/>
              <a:gd name="connsiteX9-401" fmla="*/ 2751992 w 9498612"/>
              <a:gd name="connsiteY9-402" fmla="*/ 1343189 h 1351981"/>
              <a:gd name="connsiteX10-403" fmla="*/ 0 w 9498612"/>
              <a:gd name="connsiteY10-404" fmla="*/ 1290435 h 1351981"/>
              <a:gd name="connsiteX11-405" fmla="*/ 8792 w 9498612"/>
              <a:gd name="connsiteY11-406" fmla="*/ 428789 h 1351981"/>
              <a:gd name="connsiteX0-407" fmla="*/ 8792 w 9498612"/>
              <a:gd name="connsiteY0-408" fmla="*/ 595005 h 1518197"/>
              <a:gd name="connsiteX1-409" fmla="*/ 2057399 w 9498612"/>
              <a:gd name="connsiteY1-410" fmla="*/ 551043 h 1518197"/>
              <a:gd name="connsiteX2-411" fmla="*/ 3698995 w 9498612"/>
              <a:gd name="connsiteY2-412" fmla="*/ 1127590 h 1518197"/>
              <a:gd name="connsiteX3-413" fmla="*/ 5386116 w 9498612"/>
              <a:gd name="connsiteY3-414" fmla="*/ 48678 h 1518197"/>
              <a:gd name="connsiteX4-415" fmla="*/ 7009426 w 9498612"/>
              <a:gd name="connsiteY4-416" fmla="*/ 229992 h 1518197"/>
              <a:gd name="connsiteX5-417" fmla="*/ 8414099 w 9498612"/>
              <a:gd name="connsiteY5-418" fmla="*/ 1042343 h 1518197"/>
              <a:gd name="connsiteX6-419" fmla="*/ 9498612 w 9498612"/>
              <a:gd name="connsiteY6-420" fmla="*/ 332527 h 1518197"/>
              <a:gd name="connsiteX7-421" fmla="*/ 9469315 w 9498612"/>
              <a:gd name="connsiteY7-422" fmla="*/ 1500613 h 1518197"/>
              <a:gd name="connsiteX8-423" fmla="*/ 7253653 w 9498612"/>
              <a:gd name="connsiteY8-424" fmla="*/ 1491820 h 1518197"/>
              <a:gd name="connsiteX9-425" fmla="*/ 4826976 w 9498612"/>
              <a:gd name="connsiteY9-426" fmla="*/ 1518197 h 1518197"/>
              <a:gd name="connsiteX10-427" fmla="*/ 2751992 w 9498612"/>
              <a:gd name="connsiteY10-428" fmla="*/ 1509405 h 1518197"/>
              <a:gd name="connsiteX11-429" fmla="*/ 0 w 9498612"/>
              <a:gd name="connsiteY11-430" fmla="*/ 1456651 h 1518197"/>
              <a:gd name="connsiteX12" fmla="*/ 8792 w 9498612"/>
              <a:gd name="connsiteY12" fmla="*/ 595005 h 1518197"/>
              <a:gd name="connsiteX0-431" fmla="*/ 8792 w 9498612"/>
              <a:gd name="connsiteY0-432" fmla="*/ 629716 h 1552908"/>
              <a:gd name="connsiteX1-433" fmla="*/ 2057399 w 9498612"/>
              <a:gd name="connsiteY1-434" fmla="*/ 585754 h 1552908"/>
              <a:gd name="connsiteX2-435" fmla="*/ 3698995 w 9498612"/>
              <a:gd name="connsiteY2-436" fmla="*/ 1162301 h 1552908"/>
              <a:gd name="connsiteX3-437" fmla="*/ 5386116 w 9498612"/>
              <a:gd name="connsiteY3-438" fmla="*/ 83389 h 1552908"/>
              <a:gd name="connsiteX4-439" fmla="*/ 7009426 w 9498612"/>
              <a:gd name="connsiteY4-440" fmla="*/ 264703 h 1552908"/>
              <a:gd name="connsiteX5-441" fmla="*/ 8414099 w 9498612"/>
              <a:gd name="connsiteY5-442" fmla="*/ 1077054 h 1552908"/>
              <a:gd name="connsiteX6-443" fmla="*/ 9498612 w 9498612"/>
              <a:gd name="connsiteY6-444" fmla="*/ 367238 h 1552908"/>
              <a:gd name="connsiteX7-445" fmla="*/ 9469315 w 9498612"/>
              <a:gd name="connsiteY7-446" fmla="*/ 1535324 h 1552908"/>
              <a:gd name="connsiteX8-447" fmla="*/ 7253653 w 9498612"/>
              <a:gd name="connsiteY8-448" fmla="*/ 1526531 h 1552908"/>
              <a:gd name="connsiteX9-449" fmla="*/ 4826976 w 9498612"/>
              <a:gd name="connsiteY9-450" fmla="*/ 1552908 h 1552908"/>
              <a:gd name="connsiteX10-451" fmla="*/ 2751992 w 9498612"/>
              <a:gd name="connsiteY10-452" fmla="*/ 1544116 h 1552908"/>
              <a:gd name="connsiteX11-453" fmla="*/ 0 w 9498612"/>
              <a:gd name="connsiteY11-454" fmla="*/ 1491362 h 1552908"/>
              <a:gd name="connsiteX12-455" fmla="*/ 8792 w 9498612"/>
              <a:gd name="connsiteY12-456" fmla="*/ 629716 h 1552908"/>
              <a:gd name="connsiteX0-457" fmla="*/ 8792 w 9498612"/>
              <a:gd name="connsiteY0-458" fmla="*/ 629716 h 1552908"/>
              <a:gd name="connsiteX1-459" fmla="*/ 2057399 w 9498612"/>
              <a:gd name="connsiteY1-460" fmla="*/ 585754 h 1552908"/>
              <a:gd name="connsiteX2-461" fmla="*/ 3698995 w 9498612"/>
              <a:gd name="connsiteY2-462" fmla="*/ 1162301 h 1552908"/>
              <a:gd name="connsiteX3-463" fmla="*/ 5386116 w 9498612"/>
              <a:gd name="connsiteY3-464" fmla="*/ 83389 h 1552908"/>
              <a:gd name="connsiteX4-465" fmla="*/ 7009426 w 9498612"/>
              <a:gd name="connsiteY4-466" fmla="*/ 264703 h 1552908"/>
              <a:gd name="connsiteX5-467" fmla="*/ 8414099 w 9498612"/>
              <a:gd name="connsiteY5-468" fmla="*/ 1077054 h 1552908"/>
              <a:gd name="connsiteX6-469" fmla="*/ 9498612 w 9498612"/>
              <a:gd name="connsiteY6-470" fmla="*/ 367238 h 1552908"/>
              <a:gd name="connsiteX7-471" fmla="*/ 9469315 w 9498612"/>
              <a:gd name="connsiteY7-472" fmla="*/ 1535324 h 1552908"/>
              <a:gd name="connsiteX8-473" fmla="*/ 7253653 w 9498612"/>
              <a:gd name="connsiteY8-474" fmla="*/ 1526531 h 1552908"/>
              <a:gd name="connsiteX9-475" fmla="*/ 4826976 w 9498612"/>
              <a:gd name="connsiteY9-476" fmla="*/ 1552908 h 1552908"/>
              <a:gd name="connsiteX10-477" fmla="*/ 2751992 w 9498612"/>
              <a:gd name="connsiteY10-478" fmla="*/ 1544116 h 1552908"/>
              <a:gd name="connsiteX11-479" fmla="*/ 0 w 9498612"/>
              <a:gd name="connsiteY11-480" fmla="*/ 1491362 h 1552908"/>
              <a:gd name="connsiteX12-481" fmla="*/ 8792 w 9498612"/>
              <a:gd name="connsiteY12-482" fmla="*/ 629716 h 15529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309" y="connsiteY11-310"/>
              </a:cxn>
              <a:cxn ang="0">
                <a:pos x="connsiteX12-455" y="connsiteY12-456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Optimus Syria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t>‹#›</a:t>
            </a:fld>
            <a:endParaRPr lang="en-GB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microsoft.com/office/2018/10/relationships/comments" Target="../comments/modernComment_13D_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mh-gruppe.de/en/products/iron-castings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product-catalogue.pdf" TargetMode="External"/><Relationship Id="rId2" Type="http://schemas.openxmlformats.org/officeDocument/2006/relationships/hyperlink" Target="https://www.svendborg-brakes.com/products/hydraulic-brakes/active-brakes/bsac-120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mh-gruppe.de/en/products/iron-casting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/>
              <a:t>Weekly report: Machine Bed &amp; Yaw System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err="1"/>
              <a:t>Shoukat</a:t>
            </a:r>
            <a:r>
              <a:rPr lang="en-GB"/>
              <a:t> Abbas, </a:t>
            </a:r>
            <a:r>
              <a:rPr lang="en-GB" err="1"/>
              <a:t>Luksh</a:t>
            </a:r>
            <a:r>
              <a:rPr lang="en-GB"/>
              <a:t> Chawla, Sathishkumar Venkatachalam, Shrihari G Kadam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02/12/2025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2"/>
          </p:nvPr>
        </p:nvSpPr>
        <p:spPr>
          <a:xfrm>
            <a:off x="8802836" y="6566802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Machine Bed &amp; Yaw System/ Optimus Syria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</a:t>
            </a:fld>
            <a:endParaRPr lang="en-GB"/>
          </a:p>
        </p:txBody>
      </p:sp>
      <p:sp>
        <p:nvSpPr>
          <p:cNvPr id="26" name="Title 1"/>
          <p:cNvSpPr txBox="1"/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/>
          </a:p>
        </p:txBody>
      </p:sp>
      <p:sp>
        <p:nvSpPr>
          <p:cNvPr id="27" name="Subtitle 2"/>
          <p:cNvSpPr txBox="1"/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/>
              <a:t>Week No - 10</a:t>
            </a:r>
          </a:p>
          <a:p>
            <a:r>
              <a:rPr lang="it-IT" sz="2000"/>
              <a:t>Date: 02.12.2025</a:t>
            </a:r>
          </a:p>
          <a:p>
            <a:r>
              <a:rPr lang="it-IT" sz="2000"/>
              <a:t>Supervisor: Prof. Peter Quell</a:t>
            </a:r>
          </a:p>
        </p:txBody>
      </p:sp>
      <p:sp>
        <p:nvSpPr>
          <p:cNvPr id="5" name="Textplatzhalter 9"/>
          <p:cNvSpPr txBox="1"/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Presented by –  </a:t>
            </a:r>
            <a:r>
              <a:rPr lang="en-GB"/>
              <a:t>Sathishkumar Venkatachalam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32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814195" y="1679531"/>
            <a:ext cx="6405573" cy="40867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Yaw disc / Brakes – Modification Difference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Yaw disc / Brakes finalisation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Machine Bed – Modification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Machine Bed finalisation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Machine Bed – Material Cost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cs typeface="Times New Roman"/>
              </a:rPr>
              <a:t>Updated Assembly &amp; Status of the Work</a:t>
            </a:r>
          </a:p>
          <a:p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/>
                <a:cs typeface="Times New Roman"/>
                <a:sym typeface="+mn-ea"/>
              </a:rPr>
              <a:t>Yaw Brake – Modification Diff.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17632" y="6059007"/>
            <a:ext cx="2634136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altLang="en-GB" dirty="0"/>
              <a:t>Modified New Brake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323" y="6059007"/>
            <a:ext cx="322597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altLang="en-GB"/>
              <a:t>Old 2D drawing – With Slots</a:t>
            </a:r>
          </a:p>
        </p:txBody>
      </p:sp>
      <p:pic>
        <p:nvPicPr>
          <p:cNvPr id="3" name="Picture 2" descr="A drawing of a circular object&#10;&#10;AI-generated content may be incorrect.">
            <a:extLst>
              <a:ext uri="{FF2B5EF4-FFF2-40B4-BE49-F238E27FC236}">
                <a16:creationId xmlns:a16="http://schemas.microsoft.com/office/drawing/2014/main" id="{F5D8C8BD-85D0-5E1F-8AF7-64D685930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040255"/>
            <a:ext cx="3790950" cy="3752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99B9D1-1A30-FFF0-80D6-F32453707C28}"/>
              </a:ext>
            </a:extLst>
          </p:cNvPr>
          <p:cNvSpPr txBox="1"/>
          <p:nvPr/>
        </p:nvSpPr>
        <p:spPr>
          <a:xfrm>
            <a:off x="1026160" y="1386840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baseline="0" dirty="0">
                <a:latin typeface="Aptos"/>
              </a:rPr>
              <a:t>Yaw brake disk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Picture 7" descr="A drawing of a circular object&#10;&#10;AI-generated content may be incorrect.">
            <a:extLst>
              <a:ext uri="{FF2B5EF4-FFF2-40B4-BE49-F238E27FC236}">
                <a16:creationId xmlns:a16="http://schemas.microsoft.com/office/drawing/2014/main" id="{00AE2C57-8597-B28E-9F7E-12C3BFDFE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84" y="2044507"/>
            <a:ext cx="4652149" cy="374471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8C1F259-4C37-A1AE-FCA6-6045D59963B2}"/>
              </a:ext>
            </a:extLst>
          </p:cNvPr>
          <p:cNvSpPr/>
          <p:nvPr/>
        </p:nvSpPr>
        <p:spPr>
          <a:xfrm>
            <a:off x="5067981" y="37536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5F458A9C-85BC-78CD-923B-961315D8ADEE}"/>
              </a:ext>
            </a:extLst>
          </p:cNvPr>
          <p:cNvSpPr/>
          <p:nvPr/>
        </p:nvSpPr>
        <p:spPr>
          <a:xfrm>
            <a:off x="3047628" y="2297523"/>
            <a:ext cx="596590" cy="55941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813E0C6-410B-FC81-7B63-6B855D36E354}"/>
              </a:ext>
            </a:extLst>
          </p:cNvPr>
          <p:cNvSpPr/>
          <p:nvPr/>
        </p:nvSpPr>
        <p:spPr>
          <a:xfrm>
            <a:off x="6820457" y="2371864"/>
            <a:ext cx="596590" cy="55941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8836A8-D8EE-1E84-D54C-3FF518FE21A7}"/>
              </a:ext>
            </a:extLst>
          </p:cNvPr>
          <p:cNvCxnSpPr/>
          <p:nvPr/>
        </p:nvCxnSpPr>
        <p:spPr>
          <a:xfrm flipV="1">
            <a:off x="8523744" y="3221836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Bed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Yaw</a:t>
            </a:r>
            <a:r>
              <a:rPr lang="en-IN" altLang="en-GB" sz="4000" b="1" dirty="0"/>
              <a:t> Brake Finalization</a:t>
            </a:r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 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1498" y="1417250"/>
            <a:ext cx="11360502" cy="12790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2000"/>
          </a:p>
          <a:p>
            <a:pPr>
              <a:lnSpc>
                <a:spcPct val="150000"/>
              </a:lnSpc>
            </a:pPr>
            <a:r>
              <a:rPr lang="en-IN" sz="2000" b="1"/>
              <a:t> </a:t>
            </a:r>
          </a:p>
          <a:p>
            <a:pPr>
              <a:lnSpc>
                <a:spcPct val="150000"/>
              </a:lnSpc>
            </a:pPr>
            <a:endParaRPr lang="en-IN" sz="2000" b="1"/>
          </a:p>
        </p:txBody>
      </p:sp>
      <p:pic>
        <p:nvPicPr>
          <p:cNvPr id="3" name="Picture 2" descr="A circular object with holes&#10;&#10;AI-generated content may be incorrect.">
            <a:extLst>
              <a:ext uri="{FF2B5EF4-FFF2-40B4-BE49-F238E27FC236}">
                <a16:creationId xmlns:a16="http://schemas.microsoft.com/office/drawing/2014/main" id="{B86C204B-CBB6-B777-75BD-11DBED602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745" y="2216468"/>
            <a:ext cx="3765550" cy="3664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DA574F-020A-CB6A-81C9-81E3BA7AB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585" y="2214563"/>
            <a:ext cx="4710430" cy="3668395"/>
          </a:xfrm>
          <a:prstGeom prst="rect">
            <a:avLst/>
          </a:prstGeom>
        </p:spPr>
      </p:pic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074107C4-C8EC-52C8-BA5B-BBC70B1C8BEF}"/>
              </a:ext>
            </a:extLst>
          </p:cNvPr>
          <p:cNvSpPr/>
          <p:nvPr/>
        </p:nvSpPr>
        <p:spPr>
          <a:xfrm>
            <a:off x="3454028" y="2348323"/>
            <a:ext cx="596590" cy="55941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C151C334-2C77-5ACC-1894-C61A038AC88F}"/>
              </a:ext>
            </a:extLst>
          </p:cNvPr>
          <p:cNvSpPr/>
          <p:nvPr/>
        </p:nvSpPr>
        <p:spPr>
          <a:xfrm>
            <a:off x="10566028" y="3801202"/>
            <a:ext cx="799790" cy="81341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1D5266-F5E0-0C9A-3696-41F05FB5BCD6}"/>
              </a:ext>
            </a:extLst>
          </p:cNvPr>
          <p:cNvCxnSpPr/>
          <p:nvPr/>
        </p:nvCxnSpPr>
        <p:spPr>
          <a:xfrm flipV="1">
            <a:off x="7395984" y="4512156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F1268C-333B-B8D6-37A2-44E143BBA02D}"/>
              </a:ext>
            </a:extLst>
          </p:cNvPr>
          <p:cNvCxnSpPr/>
          <p:nvPr/>
        </p:nvCxnSpPr>
        <p:spPr>
          <a:xfrm flipV="1">
            <a:off x="3779024" y="3364076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9739F2-0687-9827-16F7-87E2BE9139A7}"/>
              </a:ext>
            </a:extLst>
          </p:cNvPr>
          <p:cNvSpPr txBox="1"/>
          <p:nvPr/>
        </p:nvSpPr>
        <p:spPr>
          <a:xfrm>
            <a:off x="1279293" y="1422524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baseline="0" dirty="0">
                <a:latin typeface="Aptos"/>
              </a:rPr>
              <a:t>Yaw brake disk</a:t>
            </a:r>
            <a:r>
              <a:rPr lang="en-IN" sz="2000" b="1" dirty="0">
                <a:latin typeface="Aptos"/>
              </a:rPr>
              <a:t> - 3D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cs typeface="Times New Roman"/>
              </a:rPr>
              <a:t>M</a:t>
            </a:r>
            <a:r>
              <a:rPr lang="en-US" sz="4000" b="1" dirty="0" err="1">
                <a:cs typeface="Times New Roman"/>
              </a:rPr>
              <a:t>achine</a:t>
            </a:r>
            <a:r>
              <a:rPr lang="en-US" sz="4000" b="1" dirty="0">
                <a:cs typeface="Times New Roman"/>
              </a:rPr>
              <a:t> Bed – Modification Diff.</a:t>
            </a:r>
          </a:p>
        </p:txBody>
      </p:sp>
      <p:pic>
        <p:nvPicPr>
          <p:cNvPr id="22" name="Picture 21" descr="A black object with a hole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9" t="9422" r="17826" b="14520"/>
          <a:stretch>
            <a:fillRect/>
          </a:stretch>
        </p:blipFill>
        <p:spPr>
          <a:xfrm>
            <a:off x="1220186" y="2272470"/>
            <a:ext cx="3998133" cy="3076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13AA69-99D7-0418-3B35-A53E2C32BAD9}"/>
              </a:ext>
            </a:extLst>
          </p:cNvPr>
          <p:cNvSpPr txBox="1"/>
          <p:nvPr/>
        </p:nvSpPr>
        <p:spPr>
          <a:xfrm>
            <a:off x="1576182" y="1681976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Machine Bed </a:t>
            </a:r>
            <a:r>
              <a:rPr lang="en-IN" sz="2000" b="1" i="0" u="none" strike="noStrike" baseline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- 3D</a:t>
            </a:r>
            <a:endParaRPr lang="en-US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" name="Picture 2" descr="A black object with yellow lines&#10;&#10;AI-generated content may be incorrect.">
            <a:extLst>
              <a:ext uri="{FF2B5EF4-FFF2-40B4-BE49-F238E27FC236}">
                <a16:creationId xmlns:a16="http://schemas.microsoft.com/office/drawing/2014/main" id="{1CEB323D-F4A6-C78B-5F1D-7E88CC088D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409" t="96" r="5901" b="7379"/>
          <a:stretch>
            <a:fillRect/>
          </a:stretch>
        </p:blipFill>
        <p:spPr>
          <a:xfrm>
            <a:off x="6659717" y="2267182"/>
            <a:ext cx="3891237" cy="3077011"/>
          </a:xfrm>
          <a:prstGeom prst="rect">
            <a:avLst/>
          </a:prstGeom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3EE34C9-B3BB-9E74-9F70-D740CFA60E5F}"/>
              </a:ext>
            </a:extLst>
          </p:cNvPr>
          <p:cNvSpPr/>
          <p:nvPr/>
        </p:nvSpPr>
        <p:spPr>
          <a:xfrm>
            <a:off x="2229872" y="3263962"/>
            <a:ext cx="819614" cy="782443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763D8BF-2DC9-8BA3-FEBA-5A70502BABEE}"/>
              </a:ext>
            </a:extLst>
          </p:cNvPr>
          <p:cNvSpPr/>
          <p:nvPr/>
        </p:nvSpPr>
        <p:spPr>
          <a:xfrm>
            <a:off x="7656799" y="3412645"/>
            <a:ext cx="819614" cy="782443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6565BD-ECDC-59B0-68EC-A6BD9F9637D9}"/>
              </a:ext>
            </a:extLst>
          </p:cNvPr>
          <p:cNvCxnSpPr/>
          <p:nvPr/>
        </p:nvCxnSpPr>
        <p:spPr>
          <a:xfrm flipV="1">
            <a:off x="1242122" y="5064637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EBDB83-BEEF-09BB-FEDB-23B3319D1DC0}"/>
              </a:ext>
            </a:extLst>
          </p:cNvPr>
          <p:cNvCxnSpPr/>
          <p:nvPr/>
        </p:nvCxnSpPr>
        <p:spPr>
          <a:xfrm flipV="1">
            <a:off x="6882780" y="4953125"/>
            <a:ext cx="886522" cy="5445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A50E39-2F35-F04C-0F11-D755F158578E}"/>
              </a:ext>
            </a:extLst>
          </p:cNvPr>
          <p:cNvCxnSpPr/>
          <p:nvPr/>
        </p:nvCxnSpPr>
        <p:spPr>
          <a:xfrm>
            <a:off x="1009805" y="3601968"/>
            <a:ext cx="1118839" cy="626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84AF653-F2D4-1DFF-4783-1C8F4DB3B202}"/>
              </a:ext>
            </a:extLst>
          </p:cNvPr>
          <p:cNvCxnSpPr/>
          <p:nvPr/>
        </p:nvCxnSpPr>
        <p:spPr>
          <a:xfrm flipH="1" flipV="1">
            <a:off x="8373326" y="4757979"/>
            <a:ext cx="962721" cy="52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8818FC5-7666-7114-737B-499AAE5766B3}"/>
              </a:ext>
            </a:extLst>
          </p:cNvPr>
          <p:cNvSpPr/>
          <p:nvPr/>
        </p:nvSpPr>
        <p:spPr>
          <a:xfrm>
            <a:off x="5467566" y="366999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FC7E5AE-C550-0BFF-BEB0-E1A0F8BFD2C6}"/>
              </a:ext>
            </a:extLst>
          </p:cNvPr>
          <p:cNvCxnSpPr>
            <a:cxnSpLocks/>
          </p:cNvCxnSpPr>
          <p:nvPr/>
        </p:nvCxnSpPr>
        <p:spPr>
          <a:xfrm flipH="1" flipV="1">
            <a:off x="9572081" y="4116783"/>
            <a:ext cx="786162" cy="33081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E3D982-3743-B56A-D8C4-F081CBF2F73B}"/>
              </a:ext>
            </a:extLst>
          </p:cNvPr>
          <p:cNvCxnSpPr>
            <a:cxnSpLocks/>
          </p:cNvCxnSpPr>
          <p:nvPr/>
        </p:nvCxnSpPr>
        <p:spPr>
          <a:xfrm flipH="1">
            <a:off x="8884422" y="2551895"/>
            <a:ext cx="944137" cy="449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>
                <a:cs typeface="Times New Roman"/>
              </a:rPr>
              <a:t>M</a:t>
            </a:r>
            <a:r>
              <a:rPr lang="en-US" sz="4000" b="1" err="1">
                <a:cs typeface="Times New Roman"/>
              </a:rPr>
              <a:t>achine</a:t>
            </a:r>
            <a:r>
              <a:rPr lang="en-US" sz="4000" b="1">
                <a:cs typeface="Times New Roman"/>
              </a:rPr>
              <a:t> Bed – Updated  </a:t>
            </a:r>
            <a:endParaRPr lang="en-US" sz="4000" b="1"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object with a curved top&#10;&#10;AI-generated content may be incorrect.">
            <a:extLst>
              <a:ext uri="{FF2B5EF4-FFF2-40B4-BE49-F238E27FC236}">
                <a16:creationId xmlns:a16="http://schemas.microsoft.com/office/drawing/2014/main" id="{E24F6B6A-F613-132C-177F-1624C3449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695" y="4009390"/>
            <a:ext cx="4484370" cy="2080260"/>
          </a:xfrm>
          <a:prstGeom prst="rect">
            <a:avLst/>
          </a:prstGeom>
        </p:spPr>
      </p:pic>
      <p:pic>
        <p:nvPicPr>
          <p:cNvPr id="3" name="Picture 2" descr="A black rectangular object with a circular object&#10;&#10;AI-generated content may be incorrect.">
            <a:extLst>
              <a:ext uri="{FF2B5EF4-FFF2-40B4-BE49-F238E27FC236}">
                <a16:creationId xmlns:a16="http://schemas.microsoft.com/office/drawing/2014/main" id="{DC69FBDF-996E-9020-5577-722EDD898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55" y="1588770"/>
            <a:ext cx="4493895" cy="1935480"/>
          </a:xfrm>
          <a:prstGeom prst="rect">
            <a:avLst/>
          </a:prstGeom>
        </p:spPr>
      </p:pic>
      <p:pic>
        <p:nvPicPr>
          <p:cNvPr id="11" name="Picture 10" descr="A black object with round holes&#10;&#10;AI-generated content may be incorrect.">
            <a:extLst>
              <a:ext uri="{FF2B5EF4-FFF2-40B4-BE49-F238E27FC236}">
                <a16:creationId xmlns:a16="http://schemas.microsoft.com/office/drawing/2014/main" id="{F48E09D7-A69D-61A4-334B-D768EF8ED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815" y="3973830"/>
            <a:ext cx="2611755" cy="2272665"/>
          </a:xfrm>
          <a:prstGeom prst="rect">
            <a:avLst/>
          </a:prstGeom>
        </p:spPr>
      </p:pic>
      <p:pic>
        <p:nvPicPr>
          <p:cNvPr id="13" name="Picture 12" descr="A black object with yellow lines&#10;&#10;AI-generated content may be incorrect.">
            <a:extLst>
              <a:ext uri="{FF2B5EF4-FFF2-40B4-BE49-F238E27FC236}">
                <a16:creationId xmlns:a16="http://schemas.microsoft.com/office/drawing/2014/main" id="{2A4E2496-7256-6D93-8640-9C72284934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730" r="6461"/>
          <a:stretch>
            <a:fillRect/>
          </a:stretch>
        </p:blipFill>
        <p:spPr>
          <a:xfrm>
            <a:off x="1946275" y="1413705"/>
            <a:ext cx="2619803" cy="2274570"/>
          </a:xfrm>
          <a:prstGeom prst="rect">
            <a:avLst/>
          </a:prstGeom>
        </p:spPr>
      </p:pic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5716622-E0C5-E71C-1462-28EB10A8C523}"/>
              </a:ext>
            </a:extLst>
          </p:cNvPr>
          <p:cNvSpPr/>
          <p:nvPr/>
        </p:nvSpPr>
        <p:spPr>
          <a:xfrm>
            <a:off x="2083333" y="5208039"/>
            <a:ext cx="506999" cy="528443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D26A549-F984-5783-6223-F5208F28F16D}"/>
              </a:ext>
            </a:extLst>
          </p:cNvPr>
          <p:cNvSpPr/>
          <p:nvPr/>
        </p:nvSpPr>
        <p:spPr>
          <a:xfrm>
            <a:off x="2591333" y="2218654"/>
            <a:ext cx="497230" cy="5089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92A2F15-391D-A431-FB17-5DFA2B5D0617}"/>
              </a:ext>
            </a:extLst>
          </p:cNvPr>
          <p:cNvSpPr/>
          <p:nvPr/>
        </p:nvSpPr>
        <p:spPr>
          <a:xfrm>
            <a:off x="3724564" y="4358115"/>
            <a:ext cx="497230" cy="5089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C07B7F00-ABB3-05FD-3819-C06D66A771C5}"/>
              </a:ext>
            </a:extLst>
          </p:cNvPr>
          <p:cNvSpPr/>
          <p:nvPr/>
        </p:nvSpPr>
        <p:spPr>
          <a:xfrm>
            <a:off x="7036332" y="2834115"/>
            <a:ext cx="497230" cy="5089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2F08C0-F208-350F-A90F-C8726D63263D}"/>
              </a:ext>
            </a:extLst>
          </p:cNvPr>
          <p:cNvCxnSpPr/>
          <p:nvPr/>
        </p:nvCxnSpPr>
        <p:spPr>
          <a:xfrm flipV="1">
            <a:off x="6521319" y="5148509"/>
            <a:ext cx="1003752" cy="3589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33E5-13A3-6CA1-EA71-58316380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4CA55B-45EE-79AA-1031-1883F27A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71FB5A-EC0A-A6E7-A3C0-F793A76D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DE1C4-0A09-B330-4DCA-1ADD8EB7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9D722FC-1F7A-3E33-EBC7-2416903DBE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F24C9E5-8222-9CD5-A8D7-DBAAC94D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>
                <a:cs typeface="Times New Roman"/>
              </a:rPr>
              <a:t>M</a:t>
            </a:r>
            <a:r>
              <a:rPr lang="en-US" sz="4000" b="1" err="1">
                <a:cs typeface="Times New Roman"/>
              </a:rPr>
              <a:t>achine</a:t>
            </a:r>
            <a:r>
              <a:rPr lang="en-US" sz="4000" b="1">
                <a:cs typeface="Times New Roman"/>
              </a:rPr>
              <a:t> Bed – Material Cost </a:t>
            </a:r>
            <a:r>
              <a:rPr lang="en-US" sz="4000" b="1" err="1">
                <a:cs typeface="Times New Roman"/>
              </a:rPr>
              <a:t>Estim</a:t>
            </a:r>
            <a:r>
              <a:rPr lang="en-US" sz="4000" b="1">
                <a:cs typeface="Times New Roman"/>
              </a:rPr>
              <a:t>.  </a:t>
            </a:r>
            <a:endParaRPr lang="en-US" sz="4000" b="1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A115F-28D4-E8FB-3379-E33BE42CD9E1}"/>
              </a:ext>
            </a:extLst>
          </p:cNvPr>
          <p:cNvSpPr txBox="1"/>
          <p:nvPr/>
        </p:nvSpPr>
        <p:spPr>
          <a:xfrm>
            <a:off x="1279768" y="1260231"/>
            <a:ext cx="809037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IN" sz="2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lang="en-IN" sz="2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IN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Material: </a:t>
            </a:r>
            <a:r>
              <a:rPr lang="en-IN" sz="2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Gray Cast Iron – EN-JL-1060</a:t>
            </a:r>
            <a:endParaRPr lang="en-IN" sz="2000" b="1" dirty="0"/>
          </a:p>
          <a:p>
            <a:pPr lvl="0" algn="l"/>
            <a:endParaRPr lang="en-IN" sz="2000" b="1" i="0" u="none" strike="noStrike" baseline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IN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Total Weight of the Machine bed:</a:t>
            </a:r>
            <a:r>
              <a:rPr lang="en-IN" sz="2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IN" sz="2000" b="1" dirty="0">
                <a:solidFill>
                  <a:srgbClr val="000000"/>
                </a:solidFill>
                <a:latin typeface="Arial"/>
                <a:cs typeface="Arial"/>
              </a:rPr>
              <a:t>29521.70 kilograms = 29,52 Tons</a:t>
            </a:r>
          </a:p>
          <a:p>
            <a:endParaRPr lang="en-IN" sz="20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IN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Cost per Kg of the Material =</a:t>
            </a:r>
            <a:r>
              <a:rPr lang="en-IN" sz="20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IN" sz="2000" dirty="0">
                <a:solidFill>
                  <a:srgbClr val="000000"/>
                </a:solidFill>
                <a:latin typeface="Arial"/>
                <a:cs typeface="Arial"/>
              </a:rPr>
              <a:t> </a:t>
            </a:r>
            <a:r>
              <a:rPr lang="en-IN" sz="2000" b="1" dirty="0">
                <a:solidFill>
                  <a:srgbClr val="000000"/>
                </a:solidFill>
                <a:latin typeface="Arial"/>
                <a:cs typeface="Arial"/>
              </a:rPr>
              <a:t>€3,15 / kg</a:t>
            </a:r>
            <a:r>
              <a:rPr lang="en-IN" sz="2000" dirty="0">
                <a:solidFill>
                  <a:srgbClr val="FFFFFF"/>
                </a:solidFill>
                <a:latin typeface="Aptos"/>
                <a:cs typeface="Arial"/>
              </a:rPr>
              <a:t>0</a:t>
            </a:r>
            <a:endParaRPr lang="en-IN" sz="2000" dirty="0">
              <a:latin typeface="Aptos"/>
              <a:ea typeface="Arial"/>
              <a:cs typeface="Arial"/>
            </a:endParaRPr>
          </a:p>
          <a:p>
            <a:endParaRPr lang="en-US" sz="2000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0AAED-45CC-9074-1C31-AA67B48DAC1E}"/>
              </a:ext>
            </a:extLst>
          </p:cNvPr>
          <p:cNvSpPr txBox="1"/>
          <p:nvPr/>
        </p:nvSpPr>
        <p:spPr>
          <a:xfrm>
            <a:off x="1279768" y="3684253"/>
            <a:ext cx="6096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29521.70 kg × 3.15 €/kg = 92994€ </a:t>
            </a:r>
          </a:p>
          <a:p>
            <a:endParaRPr lang="en-US" sz="2000" dirty="0"/>
          </a:p>
          <a:p>
            <a:r>
              <a:rPr lang="en-US" sz="2000" b="1" dirty="0"/>
              <a:t>Estimated Total Material Cost = €92994 </a:t>
            </a:r>
            <a:r>
              <a:rPr lang="en-US" sz="2000" dirty="0"/>
              <a:t>€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31D2A-D3D3-CC0D-9F4A-04C5EAE6E1F6}"/>
              </a:ext>
            </a:extLst>
          </p:cNvPr>
          <p:cNvSpPr txBox="1"/>
          <p:nvPr/>
        </p:nvSpPr>
        <p:spPr>
          <a:xfrm>
            <a:off x="10636127" y="5950878"/>
            <a:ext cx="717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a typeface="+mn-lt"/>
                <a:cs typeface="+mn-lt"/>
                <a:hlinkClick r:id="rId2"/>
              </a:rPr>
              <a:t>[3].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79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3DEC-B2CA-64D4-2544-C459BC2C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54826E-4525-98FA-494D-47EEA877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21A2B5-9143-172F-48F8-FF132E0B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3757DE-C929-BCB5-7965-92A129DE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8C9DBB5-A533-E7DC-9A24-131AFEDC72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 </a:t>
            </a:r>
          </a:p>
          <a:p>
            <a:endParaRPr lang="en-GB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6EAD8B2-0A79-F1F8-FC91-A9CDA8322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cs typeface="Times New Roman"/>
              </a:rPr>
              <a:t>Updated Machine Bed &amp; Yaw System Assembly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pic>
        <p:nvPicPr>
          <p:cNvPr id="7" name="Picture 6" descr="A black and grey device with yellow trim&#10;&#10;AI-generated content may be incorrect.">
            <a:extLst>
              <a:ext uri="{FF2B5EF4-FFF2-40B4-BE49-F238E27FC236}">
                <a16:creationId xmlns:a16="http://schemas.microsoft.com/office/drawing/2014/main" id="{0ACF1F97-60CC-23CB-95E1-AC4FDD19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60" y="2013525"/>
            <a:ext cx="3844925" cy="3147402"/>
          </a:xfrm>
          <a:prstGeom prst="rect">
            <a:avLst/>
          </a:prstGeom>
        </p:spPr>
      </p:pic>
      <p:pic>
        <p:nvPicPr>
          <p:cNvPr id="8" name="Picture 7" descr="A black and yellow object with blue and yellow accents&#10;&#10;AI-generated content may be incorrect.">
            <a:extLst>
              <a:ext uri="{FF2B5EF4-FFF2-40B4-BE49-F238E27FC236}">
                <a16:creationId xmlns:a16="http://schemas.microsoft.com/office/drawing/2014/main" id="{866BD711-88A6-71A5-58C9-D4A0B9713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001" y="2046289"/>
            <a:ext cx="5137882" cy="3099043"/>
          </a:xfrm>
          <a:prstGeom prst="rect">
            <a:avLst/>
          </a:prstGeom>
        </p:spPr>
      </p:pic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E050602-CE00-CCA8-3409-5DECCDCDDF0A}"/>
              </a:ext>
            </a:extLst>
          </p:cNvPr>
          <p:cNvSpPr/>
          <p:nvPr/>
        </p:nvSpPr>
        <p:spPr>
          <a:xfrm>
            <a:off x="6531431" y="2562483"/>
            <a:ext cx="497230" cy="50890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11466D-277C-3C92-6A95-D9F02DAA8D88}"/>
              </a:ext>
            </a:extLst>
          </p:cNvPr>
          <p:cNvCxnSpPr/>
          <p:nvPr/>
        </p:nvCxnSpPr>
        <p:spPr>
          <a:xfrm>
            <a:off x="6046438" y="1873528"/>
            <a:ext cx="561278" cy="747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6DBC8A-9C5D-D5D7-F73E-02617D788F05}"/>
              </a:ext>
            </a:extLst>
          </p:cNvPr>
          <p:cNvSpPr txBox="1"/>
          <p:nvPr/>
        </p:nvSpPr>
        <p:spPr>
          <a:xfrm>
            <a:off x="5563219" y="1543328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/>
              <a:t>Clearance – More Than 15mm</a:t>
            </a:r>
          </a:p>
          <a:p>
            <a:pPr algn="l"/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59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EFA5-32EE-7748-E21B-0A336C6B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6F5006-77E3-198B-81E5-0DED080DC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87B941-23A4-4E0E-E1A2-6F109E6C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2B53E-9640-B770-1CDB-8095B5A7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5AD35A3-54F7-6DC4-8249-A8103CBF24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6F0C4B3-D2A9-86A3-B2A7-AF6F7F9A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cs typeface="Times New Roman"/>
              </a:rPr>
              <a:t>Updated Machine Bed &amp; Yaw System Ass.</a:t>
            </a:r>
            <a:endParaRPr lang="en-US" sz="4000" b="1"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6ECF6D-F5A3-CD19-DF67-A72EA434D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17" y="1724142"/>
            <a:ext cx="4641232" cy="3883645"/>
          </a:xfrm>
          <a:prstGeom prst="rect">
            <a:avLst/>
          </a:prstGeom>
        </p:spPr>
      </p:pic>
      <p:pic>
        <p:nvPicPr>
          <p:cNvPr id="11" name="Picture 10" descr="A black and yellow machine&#10;&#10;AI-generated content may be incorrect.">
            <a:extLst>
              <a:ext uri="{FF2B5EF4-FFF2-40B4-BE49-F238E27FC236}">
                <a16:creationId xmlns:a16="http://schemas.microsoft.com/office/drawing/2014/main" id="{B436088D-0FCC-4773-B2A3-AF25759E5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839" y="1713107"/>
            <a:ext cx="5029666" cy="386854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0D21B7-7FAD-BB66-6D22-5EFDC35C7ADF}"/>
              </a:ext>
            </a:extLst>
          </p:cNvPr>
          <p:cNvCxnSpPr/>
          <p:nvPr/>
        </p:nvCxnSpPr>
        <p:spPr>
          <a:xfrm flipV="1">
            <a:off x="1827560" y="4674346"/>
            <a:ext cx="756425" cy="934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3D1162-AB14-3E1E-1726-F345475419F9}"/>
              </a:ext>
            </a:extLst>
          </p:cNvPr>
          <p:cNvSpPr txBox="1"/>
          <p:nvPr/>
        </p:nvSpPr>
        <p:spPr>
          <a:xfrm>
            <a:off x="1437268" y="5641401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>
                <a:latin typeface="Aptos"/>
              </a:rPr>
              <a:t>No. of yaw</a:t>
            </a:r>
            <a:r>
              <a:rPr lang="en-IN" sz="2000" b="1" baseline="0">
                <a:latin typeface="Aptos"/>
              </a:rPr>
              <a:t> brake</a:t>
            </a:r>
            <a:r>
              <a:rPr lang="en-IN" sz="2000" b="1">
                <a:latin typeface="Aptos"/>
              </a:rPr>
              <a:t> -  Working on it.</a:t>
            </a:r>
            <a:endParaRPr lang="en-US"/>
          </a:p>
          <a:p>
            <a:pPr algn="l"/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838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761D-61EF-A100-FC68-D748812A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C6A308-C780-2E81-2FF4-CF7187EF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18EFB8-7FB5-9CF9-80E6-B264BBBA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C8F308-103E-AB10-CB3B-7E2781919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10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C0BF55B-8B55-A49F-9658-FB1E017CC9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F2949FE-3773-18E3-A669-09A59D1FE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cs typeface="Times New Roman"/>
              </a:rPr>
              <a:t>Work Status  </a:t>
            </a:r>
            <a:endParaRPr lang="en-US" sz="4000" b="1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6CA02-E868-C369-73E6-5E35D0A213E7}"/>
              </a:ext>
            </a:extLst>
          </p:cNvPr>
          <p:cNvSpPr txBox="1"/>
          <p:nvPr/>
        </p:nvSpPr>
        <p:spPr>
          <a:xfrm>
            <a:off x="1279769" y="1260231"/>
            <a:ext cx="10750441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lang="en-IN" b="1" dirty="0">
              <a:latin typeface="Arial"/>
              <a:cs typeface="Arial"/>
            </a:endParaRPr>
          </a:p>
          <a:p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1.Casting Bed Load Distribution – Shoukat Abbas, Sathishkumar Venkatachalam</a:t>
            </a:r>
            <a:endParaRPr lang="en-IN" i="0" u="none" strike="noStrike" baseline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2.Rear Welded bed - Shoukat Abbas, Sathishkumar Venkatachalam</a:t>
            </a:r>
            <a:b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3. Brake Disk Design – Shoukat Abbas, Sathishkumar Venkatachalam</a:t>
            </a:r>
          </a:p>
          <a:p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I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4.Yaw brakes / System - </a:t>
            </a:r>
            <a:r>
              <a:rPr lang="en-GB" dirty="0" err="1">
                <a:solidFill>
                  <a:srgbClr val="000000"/>
                </a:solidFill>
                <a:latin typeface="Arial"/>
                <a:cs typeface="Arial"/>
              </a:rPr>
              <a:t>Luksh</a:t>
            </a:r>
            <a:r>
              <a:rPr lang="en-GB" dirty="0">
                <a:solidFill>
                  <a:srgbClr val="000000"/>
                </a:solidFill>
                <a:latin typeface="Arial"/>
                <a:cs typeface="Arial"/>
              </a:rPr>
              <a:t> Chawla, Shrihari G Kadam</a:t>
            </a:r>
            <a:endParaRPr lang="en-IN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GB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GB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5. Final Report - Team</a:t>
            </a:r>
          </a:p>
          <a:p>
            <a:endParaRPr lang="en-IN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endParaRPr lang="en-IN" sz="1200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  <a:p>
            <a:endParaRPr lang="en-US" sz="1200" dirty="0">
              <a:solidFill>
                <a:srgbClr val="FFFFFF"/>
              </a:solidFill>
              <a:latin typeface="Aptos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381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5142"/>
            <a:ext cx="10515600" cy="1411691"/>
          </a:xfrm>
        </p:spPr>
        <p:txBody>
          <a:bodyPr/>
          <a:lstStyle/>
          <a:p>
            <a:pPr algn="ctr"/>
            <a:r>
              <a:rPr lang="en-GB" sz="4000" b="1"/>
              <a:t>References</a:t>
            </a:r>
            <a:endParaRPr lang="en-US" b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02/12/2025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66923" y="6564113"/>
            <a:ext cx="3086878" cy="365125"/>
          </a:xfrm>
        </p:spPr>
        <p:txBody>
          <a:bodyPr/>
          <a:lstStyle/>
          <a:p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System/ Optimus </a:t>
            </a:r>
            <a:r>
              <a:rPr lang="de-DE" err="1"/>
              <a:t>Syria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11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Sathishkumar Venkatachalam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578498" y="1594192"/>
            <a:ext cx="10775302" cy="4582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2"/>
            <a:r>
              <a:rPr lang="en-IN" sz="1800" dirty="0">
                <a:hlinkClick r:id="rId2"/>
              </a:rPr>
              <a:t>[1]. </a:t>
            </a:r>
            <a:r>
              <a:rPr lang="en-IN" sz="1800" dirty="0"/>
              <a:t>Hydraulic brakes </a:t>
            </a:r>
            <a:r>
              <a:rPr lang="en-IN" sz="1800" dirty="0" err="1"/>
              <a:t>Svensborg</a:t>
            </a:r>
            <a:r>
              <a:rPr lang="en-IN" sz="1800" dirty="0"/>
              <a:t> brakes, </a:t>
            </a:r>
            <a:r>
              <a:rPr lang="en-IN" sz="1800" dirty="0">
                <a:hlinkClick r:id="rId2"/>
              </a:rPr>
              <a:t>https://www.svendborg-brakes.com/products/hydraulic-brakes/active-brakes/bsac-120/</a:t>
            </a:r>
            <a:r>
              <a:rPr lang="en-IN" sz="1800" dirty="0"/>
              <a:t> (accessed: 13.11.2025) </a:t>
            </a:r>
          </a:p>
          <a:p>
            <a:pPr lvl="2"/>
            <a:endParaRPr lang="en-IN" sz="1800" dirty="0"/>
          </a:p>
          <a:p>
            <a:pPr lvl="2"/>
            <a:r>
              <a:rPr lang="en-IN" sz="1800" dirty="0">
                <a:hlinkClick r:id="rId3" action="ppaction://hlinkfile"/>
              </a:rPr>
              <a:t>[2]. </a:t>
            </a:r>
            <a:r>
              <a:rPr lang="en-IN" sz="1800" dirty="0"/>
              <a:t>Hydraulic brakes </a:t>
            </a:r>
            <a:r>
              <a:rPr lang="en-IN" sz="1800" dirty="0" err="1"/>
              <a:t>Svensborg</a:t>
            </a:r>
            <a:r>
              <a:rPr lang="en-IN" sz="1800" dirty="0"/>
              <a:t> brakes, </a:t>
            </a:r>
            <a:r>
              <a:rPr lang="en-IN" sz="1800" dirty="0">
                <a:hlinkClick r:id="rId2"/>
              </a:rPr>
              <a:t>Svendborg-brakes </a:t>
            </a:r>
            <a:r>
              <a:rPr lang="en-IN" sz="1800" dirty="0"/>
              <a:t>/product-catalogue/ (accessed: 13.11.2025)</a:t>
            </a:r>
          </a:p>
          <a:p>
            <a:pPr marL="914400" lvl="2" indent="0">
              <a:buNone/>
            </a:pPr>
            <a:endParaRPr lang="en-IN" sz="1800" dirty="0">
              <a:ea typeface="+mn-lt"/>
              <a:cs typeface="+mn-lt"/>
            </a:endParaRPr>
          </a:p>
          <a:p>
            <a:pPr lvl="2"/>
            <a:r>
              <a:rPr lang="en-IN" sz="1800" dirty="0">
                <a:ea typeface="+mn-lt"/>
                <a:cs typeface="+mn-lt"/>
                <a:hlinkClick r:id="rId4"/>
              </a:rPr>
              <a:t>[3]. </a:t>
            </a:r>
            <a:r>
              <a:rPr lang="en-IN" sz="1800" dirty="0">
                <a:ea typeface="+mn-lt"/>
                <a:cs typeface="+mn-lt"/>
              </a:rPr>
              <a:t>For Casting Material Price  -(accessed on 30.11-2025)</a:t>
            </a:r>
            <a:br>
              <a:rPr lang="en-IN" sz="1800" dirty="0">
                <a:ea typeface="+mn-lt"/>
                <a:cs typeface="+mn-lt"/>
              </a:rPr>
            </a:br>
            <a:r>
              <a:rPr lang="en-IN" sz="1800" dirty="0">
                <a:ea typeface="+mn-lt"/>
                <a:cs typeface="+mn-lt"/>
                <a:hlinkClick r:id="rId4"/>
              </a:rPr>
              <a:t>https://www.gmh-gruppe.de/en/products/iron-castings/</a:t>
            </a:r>
            <a:r>
              <a:rPr lang="en-IN" sz="1800" dirty="0">
                <a:ea typeface="+mn-lt"/>
                <a:cs typeface="+mn-lt"/>
              </a:rPr>
              <a:t> 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109</TotalTime>
  <Words>470</Words>
  <Application>Microsoft Office PowerPoint</Application>
  <PresentationFormat>Widescreen</PresentationFormat>
  <Paragraphs>109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Yaw Brake – Modification Diff.</vt:lpstr>
      <vt:lpstr>Yaw Brake Finalization </vt:lpstr>
      <vt:lpstr>Machine Bed – Modification Diff.</vt:lpstr>
      <vt:lpstr>Machine Bed – Updated  </vt:lpstr>
      <vt:lpstr>Machine Bed – Material Cost Estim.  </vt:lpstr>
      <vt:lpstr>Updated Machine Bed &amp; Yaw System Assembly</vt:lpstr>
      <vt:lpstr>Updated Machine Bed &amp; Yaw System Ass.</vt:lpstr>
      <vt:lpstr>Work Status 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Shoukat Abbas</cp:lastModifiedBy>
  <cp:revision>10</cp:revision>
  <dcterms:created xsi:type="dcterms:W3CDTF">2025-10-26T22:40:00Z</dcterms:created>
  <dcterms:modified xsi:type="dcterms:W3CDTF">2025-12-01T09:37:01Z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DAD9A43304C8432A92F5AC9DD2E6A8D2_13</vt:lpwstr>
  </property>
  <property fmtid="{D5CDD505-2E9C-101B-9397-08002B2CF9AE}" pid="3" name="KSOProductBuildVer">
    <vt:lpwstr>2057-12.2.0.23149</vt:lpwstr>
  </property>
</Properties>
</file>