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14"/>
  </p:notesMasterIdLst>
  <p:handoutMasterIdLst>
    <p:handoutMasterId r:id="rId15"/>
  </p:handoutMasterIdLst>
  <p:sldIdLst>
    <p:sldId id="263" r:id="rId4"/>
    <p:sldId id="273" r:id="rId5"/>
    <p:sldId id="281" r:id="rId6"/>
    <p:sldId id="289" r:id="rId7"/>
    <p:sldId id="284" r:id="rId8"/>
    <p:sldId id="277" r:id="rId9"/>
    <p:sldId id="286" r:id="rId10"/>
    <p:sldId id="279" r:id="rId11"/>
    <p:sldId id="28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73"/>
          </p14:sldIdLst>
        </p14:section>
        <p14:section name="Title, main slides" id="{B26F6679-C236-4D3D-BC2F-CAE5ED400718}">
          <p14:sldIdLst>
            <p14:sldId id="281"/>
            <p14:sldId id="289"/>
            <p14:sldId id="284"/>
            <p14:sldId id="277"/>
            <p14:sldId id="286"/>
            <p14:sldId id="279"/>
            <p14:sldId id="288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33ED54-ED68-42FC-B3D9-7856E1D294CF}" v="15" dt="2025-12-01T11:10:27.700"/>
    <p1510:client id="{610E18A5-F96C-4173-A978-038BB212F996}" v="60" dt="2025-12-01T11:20:46.8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jay Bogala" userId="63504118-204c-4be1-80aa-b03b0ab20c39" providerId="ADAL" clId="{374F5938-D6BE-4DF1-A10B-2FA049B80B8D}"/>
    <pc:docChg chg="undo redo custSel addSld delSld modSld sldOrd modMainMaster modSection">
      <pc:chgData name="Vijay Bogala" userId="63504118-204c-4be1-80aa-b03b0ab20c39" providerId="ADAL" clId="{374F5938-D6BE-4DF1-A10B-2FA049B80B8D}" dt="2025-12-01T11:10:32.004" v="3180" actId="20577"/>
      <pc:docMkLst>
        <pc:docMk/>
      </pc:docMkLst>
      <pc:sldChg chg="modSp mod">
        <pc:chgData name="Vijay Bogala" userId="63504118-204c-4be1-80aa-b03b0ab20c39" providerId="ADAL" clId="{374F5938-D6BE-4DF1-A10B-2FA049B80B8D}" dt="2025-12-01T11:10:32.004" v="3180" actId="20577"/>
        <pc:sldMkLst>
          <pc:docMk/>
          <pc:sldMk cId="761244998" sldId="267"/>
        </pc:sldMkLst>
        <pc:spChg chg="mod">
          <ac:chgData name="Vijay Bogala" userId="63504118-204c-4be1-80aa-b03b0ab20c39" providerId="ADAL" clId="{374F5938-D6BE-4DF1-A10B-2FA049B80B8D}" dt="2025-12-01T11:10:32.004" v="3180" actId="20577"/>
          <ac:spMkLst>
            <pc:docMk/>
            <pc:sldMk cId="761244998" sldId="267"/>
            <ac:spMk id="7" creationId="{F5C19340-9D16-A981-A772-1E4CF9E86436}"/>
          </ac:spMkLst>
        </pc:spChg>
      </pc:sldChg>
      <pc:sldChg chg="modSp mod">
        <pc:chgData name="Vijay Bogala" userId="63504118-204c-4be1-80aa-b03b0ab20c39" providerId="ADAL" clId="{374F5938-D6BE-4DF1-A10B-2FA049B80B8D}" dt="2025-12-01T10:54:21.401" v="2526" actId="20577"/>
        <pc:sldMkLst>
          <pc:docMk/>
          <pc:sldMk cId="2664931291" sldId="273"/>
        </pc:sldMkLst>
        <pc:spChg chg="mod">
          <ac:chgData name="Vijay Bogala" userId="63504118-204c-4be1-80aa-b03b0ab20c39" providerId="ADAL" clId="{374F5938-D6BE-4DF1-A10B-2FA049B80B8D}" dt="2025-12-01T10:54:21.401" v="2526" actId="20577"/>
          <ac:spMkLst>
            <pc:docMk/>
            <pc:sldMk cId="2664931291" sldId="273"/>
            <ac:spMk id="2" creationId="{BC8A5761-C58E-5FDF-F2C0-8788E28E8E12}"/>
          </ac:spMkLst>
        </pc:spChg>
      </pc:sldChg>
      <pc:sldChg chg="del">
        <pc:chgData name="Vijay Bogala" userId="63504118-204c-4be1-80aa-b03b0ab20c39" providerId="ADAL" clId="{374F5938-D6BE-4DF1-A10B-2FA049B80B8D}" dt="2025-12-01T10:37:33.243" v="2146" actId="2696"/>
        <pc:sldMkLst>
          <pc:docMk/>
          <pc:sldMk cId="2198013393" sldId="275"/>
        </pc:sldMkLst>
      </pc:sldChg>
      <pc:sldChg chg="delSp modSp mod">
        <pc:chgData name="Vijay Bogala" userId="63504118-204c-4be1-80aa-b03b0ab20c39" providerId="ADAL" clId="{374F5938-D6BE-4DF1-A10B-2FA049B80B8D}" dt="2025-12-01T11:08:30.422" v="3143" actId="20577"/>
        <pc:sldMkLst>
          <pc:docMk/>
          <pc:sldMk cId="2675395771" sldId="277"/>
        </pc:sldMkLst>
        <pc:spChg chg="mod">
          <ac:chgData name="Vijay Bogala" userId="63504118-204c-4be1-80aa-b03b0ab20c39" providerId="ADAL" clId="{374F5938-D6BE-4DF1-A10B-2FA049B80B8D}" dt="2025-12-01T11:08:30.422" v="3143" actId="20577"/>
          <ac:spMkLst>
            <pc:docMk/>
            <pc:sldMk cId="2675395771" sldId="277"/>
            <ac:spMk id="2" creationId="{E772E82F-751C-9CDD-7F51-F8A868CFF61B}"/>
          </ac:spMkLst>
        </pc:spChg>
        <pc:spChg chg="mod">
          <ac:chgData name="Vijay Bogala" userId="63504118-204c-4be1-80aa-b03b0ab20c39" providerId="ADAL" clId="{374F5938-D6BE-4DF1-A10B-2FA049B80B8D}" dt="2025-12-01T10:28:25.337" v="2144" actId="20577"/>
          <ac:spMkLst>
            <pc:docMk/>
            <pc:sldMk cId="2675395771" sldId="277"/>
            <ac:spMk id="3" creationId="{00965CB1-4D6D-A0AB-630E-2CB9A112B029}"/>
          </ac:spMkLst>
        </pc:spChg>
        <pc:spChg chg="del">
          <ac:chgData name="Vijay Bogala" userId="63504118-204c-4be1-80aa-b03b0ab20c39" providerId="ADAL" clId="{374F5938-D6BE-4DF1-A10B-2FA049B80B8D}" dt="2025-12-01T11:06:46.533" v="3131" actId="478"/>
          <ac:spMkLst>
            <pc:docMk/>
            <pc:sldMk cId="2675395771" sldId="277"/>
            <ac:spMk id="7" creationId="{F6C2A5A3-E136-47AF-A377-BC13E8A49E4E}"/>
          </ac:spMkLst>
        </pc:spChg>
      </pc:sldChg>
      <pc:sldChg chg="delSp modSp mod ord">
        <pc:chgData name="Vijay Bogala" userId="63504118-204c-4be1-80aa-b03b0ab20c39" providerId="ADAL" clId="{374F5938-D6BE-4DF1-A10B-2FA049B80B8D}" dt="2025-12-01T11:06:32.328" v="3130" actId="478"/>
        <pc:sldMkLst>
          <pc:docMk/>
          <pc:sldMk cId="952652319" sldId="279"/>
        </pc:sldMkLst>
        <pc:spChg chg="mod">
          <ac:chgData name="Vijay Bogala" userId="63504118-204c-4be1-80aa-b03b0ab20c39" providerId="ADAL" clId="{374F5938-D6BE-4DF1-A10B-2FA049B80B8D}" dt="2025-12-01T10:53:14.460" v="2504" actId="20577"/>
          <ac:spMkLst>
            <pc:docMk/>
            <pc:sldMk cId="952652319" sldId="279"/>
            <ac:spMk id="7" creationId="{4B9A746D-705A-A459-F924-AAB8D2A1DD37}"/>
          </ac:spMkLst>
        </pc:spChg>
        <pc:spChg chg="mod">
          <ac:chgData name="Vijay Bogala" userId="63504118-204c-4be1-80aa-b03b0ab20c39" providerId="ADAL" clId="{374F5938-D6BE-4DF1-A10B-2FA049B80B8D}" dt="2025-12-01T10:40:28.381" v="2170" actId="20577"/>
          <ac:spMkLst>
            <pc:docMk/>
            <pc:sldMk cId="952652319" sldId="279"/>
            <ac:spMk id="8" creationId="{9F7C46D5-1A3A-0131-E70F-DB0DBE0A45D6}"/>
          </ac:spMkLst>
        </pc:spChg>
        <pc:spChg chg="del">
          <ac:chgData name="Vijay Bogala" userId="63504118-204c-4be1-80aa-b03b0ab20c39" providerId="ADAL" clId="{374F5938-D6BE-4DF1-A10B-2FA049B80B8D}" dt="2025-12-01T11:06:32.328" v="3130" actId="478"/>
          <ac:spMkLst>
            <pc:docMk/>
            <pc:sldMk cId="952652319" sldId="279"/>
            <ac:spMk id="9" creationId="{56CB4714-71AD-22E2-7F0D-4D3065AF2655}"/>
          </ac:spMkLst>
        </pc:spChg>
      </pc:sldChg>
      <pc:sldChg chg="del">
        <pc:chgData name="Vijay Bogala" userId="63504118-204c-4be1-80aa-b03b0ab20c39" providerId="ADAL" clId="{374F5938-D6BE-4DF1-A10B-2FA049B80B8D}" dt="2025-12-01T10:37:42.900" v="2148" actId="2696"/>
        <pc:sldMkLst>
          <pc:docMk/>
          <pc:sldMk cId="3834053409" sldId="280"/>
        </pc:sldMkLst>
      </pc:sldChg>
      <pc:sldChg chg="addSp modSp mod ord">
        <pc:chgData name="Vijay Bogala" userId="63504118-204c-4be1-80aa-b03b0ab20c39" providerId="ADAL" clId="{374F5938-D6BE-4DF1-A10B-2FA049B80B8D}" dt="2025-12-01T10:56:57.692" v="2768" actId="5793"/>
        <pc:sldMkLst>
          <pc:docMk/>
          <pc:sldMk cId="752435282" sldId="281"/>
        </pc:sldMkLst>
        <pc:spChg chg="add mod">
          <ac:chgData name="Vijay Bogala" userId="63504118-204c-4be1-80aa-b03b0ab20c39" providerId="ADAL" clId="{374F5938-D6BE-4DF1-A10B-2FA049B80B8D}" dt="2025-12-01T10:56:57.692" v="2768" actId="5793"/>
          <ac:spMkLst>
            <pc:docMk/>
            <pc:sldMk cId="752435282" sldId="281"/>
            <ac:spMk id="2" creationId="{15363A2C-2A2A-326A-F122-5724D429FDA2}"/>
          </ac:spMkLst>
        </pc:spChg>
        <pc:spChg chg="mod">
          <ac:chgData name="Vijay Bogala" userId="63504118-204c-4be1-80aa-b03b0ab20c39" providerId="ADAL" clId="{374F5938-D6BE-4DF1-A10B-2FA049B80B8D}" dt="2025-12-01T10:54:51.151" v="2541"/>
          <ac:spMkLst>
            <pc:docMk/>
            <pc:sldMk cId="752435282" sldId="281"/>
            <ac:spMk id="7" creationId="{D163E528-27F1-EB1B-2E98-69096F016E73}"/>
          </ac:spMkLst>
        </pc:spChg>
        <pc:spChg chg="mod">
          <ac:chgData name="Vijay Bogala" userId="63504118-204c-4be1-80aa-b03b0ab20c39" providerId="ADAL" clId="{374F5938-D6BE-4DF1-A10B-2FA049B80B8D}" dt="2025-12-01T10:56:54.237" v="2767" actId="1037"/>
          <ac:spMkLst>
            <pc:docMk/>
            <pc:sldMk cId="752435282" sldId="281"/>
            <ac:spMk id="9" creationId="{18FA03DA-C9FB-6C74-42A4-17976C4E184E}"/>
          </ac:spMkLst>
        </pc:spChg>
      </pc:sldChg>
      <pc:sldChg chg="modSp del mod">
        <pc:chgData name="Vijay Bogala" userId="63504118-204c-4be1-80aa-b03b0ab20c39" providerId="ADAL" clId="{374F5938-D6BE-4DF1-A10B-2FA049B80B8D}" dt="2025-12-01T10:13:25.715" v="1119" actId="2696"/>
        <pc:sldMkLst>
          <pc:docMk/>
          <pc:sldMk cId="1249962583" sldId="282"/>
        </pc:sldMkLst>
        <pc:spChg chg="mod">
          <ac:chgData name="Vijay Bogala" userId="63504118-204c-4be1-80aa-b03b0ab20c39" providerId="ADAL" clId="{374F5938-D6BE-4DF1-A10B-2FA049B80B8D}" dt="2025-12-01T09:57:04.263" v="1115" actId="1038"/>
          <ac:spMkLst>
            <pc:docMk/>
            <pc:sldMk cId="1249962583" sldId="282"/>
            <ac:spMk id="9" creationId="{89FAD9D6-3060-77C6-297A-AA4F5BD628DB}"/>
          </ac:spMkLst>
        </pc:spChg>
        <pc:graphicFrameChg chg="mod">
          <ac:chgData name="Vijay Bogala" userId="63504118-204c-4be1-80aa-b03b0ab20c39" providerId="ADAL" clId="{374F5938-D6BE-4DF1-A10B-2FA049B80B8D}" dt="2025-12-01T09:59:44.193" v="1116"/>
          <ac:graphicFrameMkLst>
            <pc:docMk/>
            <pc:sldMk cId="1249962583" sldId="282"/>
            <ac:graphicFrameMk id="11" creationId="{4C9A9279-39E9-3543-6C8E-3BED418709BE}"/>
          </ac:graphicFrameMkLst>
        </pc:graphicFrameChg>
      </pc:sldChg>
      <pc:sldChg chg="addSp delSp modSp del mod">
        <pc:chgData name="Vijay Bogala" userId="63504118-204c-4be1-80aa-b03b0ab20c39" providerId="ADAL" clId="{374F5938-D6BE-4DF1-A10B-2FA049B80B8D}" dt="2025-12-01T10:37:38.862" v="2147" actId="2696"/>
        <pc:sldMkLst>
          <pc:docMk/>
          <pc:sldMk cId="2889466013" sldId="283"/>
        </pc:sldMkLst>
        <pc:spChg chg="add mod">
          <ac:chgData name="Vijay Bogala" userId="63504118-204c-4be1-80aa-b03b0ab20c39" providerId="ADAL" clId="{374F5938-D6BE-4DF1-A10B-2FA049B80B8D}" dt="2025-12-01T10:13:42.982" v="1121" actId="21"/>
          <ac:spMkLst>
            <pc:docMk/>
            <pc:sldMk cId="2889466013" sldId="283"/>
            <ac:spMk id="3" creationId="{38A2E60D-9F48-93F7-4C95-5F9EA9CA5B52}"/>
          </ac:spMkLst>
        </pc:spChg>
        <pc:spChg chg="mod">
          <ac:chgData name="Vijay Bogala" userId="63504118-204c-4be1-80aa-b03b0ab20c39" providerId="ADAL" clId="{374F5938-D6BE-4DF1-A10B-2FA049B80B8D}" dt="2025-12-01T09:37:59.630" v="879" actId="20577"/>
          <ac:spMkLst>
            <pc:docMk/>
            <pc:sldMk cId="2889466013" sldId="283"/>
            <ac:spMk id="7" creationId="{31A87C46-7F5A-1658-73E3-0965F85D513B}"/>
          </ac:spMkLst>
        </pc:spChg>
        <pc:picChg chg="del mod">
          <ac:chgData name="Vijay Bogala" userId="63504118-204c-4be1-80aa-b03b0ab20c39" providerId="ADAL" clId="{374F5938-D6BE-4DF1-A10B-2FA049B80B8D}" dt="2025-12-01T10:13:42.982" v="1121" actId="21"/>
          <ac:picMkLst>
            <pc:docMk/>
            <pc:sldMk cId="2889466013" sldId="283"/>
            <ac:picMk id="15" creationId="{202332B9-8D46-3AA9-372C-7797D1FE3922}"/>
          </ac:picMkLst>
        </pc:picChg>
      </pc:sldChg>
      <pc:sldChg chg="addSp modSp mod">
        <pc:chgData name="Vijay Bogala" userId="63504118-204c-4be1-80aa-b03b0ab20c39" providerId="ADAL" clId="{374F5938-D6BE-4DF1-A10B-2FA049B80B8D}" dt="2025-12-01T11:09:40.523" v="3176" actId="20577"/>
        <pc:sldMkLst>
          <pc:docMk/>
          <pc:sldMk cId="3982396142" sldId="284"/>
        </pc:sldMkLst>
        <pc:spChg chg="mod">
          <ac:chgData name="Vijay Bogala" userId="63504118-204c-4be1-80aa-b03b0ab20c39" providerId="ADAL" clId="{374F5938-D6BE-4DF1-A10B-2FA049B80B8D}" dt="2025-12-01T11:09:40.523" v="3176" actId="20577"/>
          <ac:spMkLst>
            <pc:docMk/>
            <pc:sldMk cId="3982396142" sldId="284"/>
            <ac:spMk id="7" creationId="{1FD28B1B-206A-F9AD-EC97-79A11D2EBBC3}"/>
          </ac:spMkLst>
        </pc:spChg>
        <pc:spChg chg="mod">
          <ac:chgData name="Vijay Bogala" userId="63504118-204c-4be1-80aa-b03b0ab20c39" providerId="ADAL" clId="{374F5938-D6BE-4DF1-A10B-2FA049B80B8D}" dt="2025-12-01T10:57:39.787" v="2810" actId="1035"/>
          <ac:spMkLst>
            <pc:docMk/>
            <pc:sldMk cId="3982396142" sldId="284"/>
            <ac:spMk id="9" creationId="{285CB089-7DE3-49FE-0D05-37D735A140DA}"/>
          </ac:spMkLst>
        </pc:spChg>
        <pc:picChg chg="add mod">
          <ac:chgData name="Vijay Bogala" userId="63504118-204c-4be1-80aa-b03b0ab20c39" providerId="ADAL" clId="{374F5938-D6BE-4DF1-A10B-2FA049B80B8D}" dt="2025-12-01T11:00:00.727" v="2988" actId="1037"/>
          <ac:picMkLst>
            <pc:docMk/>
            <pc:sldMk cId="3982396142" sldId="284"/>
            <ac:picMk id="3" creationId="{01F01028-D233-D2D3-ADC7-2E840BBF2590}"/>
          </ac:picMkLst>
        </pc:picChg>
        <pc:picChg chg="mod">
          <ac:chgData name="Vijay Bogala" userId="63504118-204c-4be1-80aa-b03b0ab20c39" providerId="ADAL" clId="{374F5938-D6BE-4DF1-A10B-2FA049B80B8D}" dt="2025-12-01T10:59:55.131" v="2957" actId="1037"/>
          <ac:picMkLst>
            <pc:docMk/>
            <pc:sldMk cId="3982396142" sldId="284"/>
            <ac:picMk id="10" creationId="{41EBEA57-3BCA-80C0-6AA4-B5B341E73FF0}"/>
          </ac:picMkLst>
        </pc:picChg>
        <pc:picChg chg="add mod">
          <ac:chgData name="Vijay Bogala" userId="63504118-204c-4be1-80aa-b03b0ab20c39" providerId="ADAL" clId="{374F5938-D6BE-4DF1-A10B-2FA049B80B8D}" dt="2025-12-01T11:01:06.007" v="3071" actId="1038"/>
          <ac:picMkLst>
            <pc:docMk/>
            <pc:sldMk cId="3982396142" sldId="284"/>
            <ac:picMk id="11" creationId="{424A5D35-2D5B-7FB3-5BBD-8EAC121F05BF}"/>
          </ac:picMkLst>
        </pc:picChg>
      </pc:sldChg>
      <pc:sldChg chg="del">
        <pc:chgData name="Vijay Bogala" userId="63504118-204c-4be1-80aa-b03b0ab20c39" providerId="ADAL" clId="{374F5938-D6BE-4DF1-A10B-2FA049B80B8D}" dt="2025-12-01T10:30:03.837" v="2145" actId="2696"/>
        <pc:sldMkLst>
          <pc:docMk/>
          <pc:sldMk cId="2143522207" sldId="285"/>
        </pc:sldMkLst>
      </pc:sldChg>
      <pc:sldChg chg="addSp delSp modSp mod">
        <pc:chgData name="Vijay Bogala" userId="63504118-204c-4be1-80aa-b03b0ab20c39" providerId="ADAL" clId="{374F5938-D6BE-4DF1-A10B-2FA049B80B8D}" dt="2025-12-01T11:08:34.513" v="3145" actId="20577"/>
        <pc:sldMkLst>
          <pc:docMk/>
          <pc:sldMk cId="2876370839" sldId="286"/>
        </pc:sldMkLst>
        <pc:spChg chg="mod">
          <ac:chgData name="Vijay Bogala" userId="63504118-204c-4be1-80aa-b03b0ab20c39" providerId="ADAL" clId="{374F5938-D6BE-4DF1-A10B-2FA049B80B8D}" dt="2025-12-01T11:08:34.513" v="3145" actId="20577"/>
          <ac:spMkLst>
            <pc:docMk/>
            <pc:sldMk cId="2876370839" sldId="286"/>
            <ac:spMk id="2" creationId="{71F7E3AD-0125-BE7D-BFF9-65ED4B6290EC}"/>
          </ac:spMkLst>
        </pc:spChg>
        <pc:spChg chg="add mod">
          <ac:chgData name="Vijay Bogala" userId="63504118-204c-4be1-80aa-b03b0ab20c39" providerId="ADAL" clId="{374F5938-D6BE-4DF1-A10B-2FA049B80B8D}" dt="2025-12-01T10:50:03.792" v="2432" actId="1037"/>
          <ac:spMkLst>
            <pc:docMk/>
            <pc:sldMk cId="2876370839" sldId="286"/>
            <ac:spMk id="3" creationId="{E6CEFB80-0768-5ED8-056A-D8CE29CB40FE}"/>
          </ac:spMkLst>
        </pc:spChg>
        <pc:spChg chg="del">
          <ac:chgData name="Vijay Bogala" userId="63504118-204c-4be1-80aa-b03b0ab20c39" providerId="ADAL" clId="{374F5938-D6BE-4DF1-A10B-2FA049B80B8D}" dt="2025-12-01T10:53:49.955" v="2511" actId="478"/>
          <ac:spMkLst>
            <pc:docMk/>
            <pc:sldMk cId="2876370839" sldId="286"/>
            <ac:spMk id="7" creationId="{7C004169-A703-5B29-96F5-3BCBF8670950}"/>
          </ac:spMkLst>
        </pc:spChg>
        <pc:picChg chg="mod">
          <ac:chgData name="Vijay Bogala" userId="63504118-204c-4be1-80aa-b03b0ab20c39" providerId="ADAL" clId="{374F5938-D6BE-4DF1-A10B-2FA049B80B8D}" dt="2025-12-01T10:48:52.339" v="2309" actId="1035"/>
          <ac:picMkLst>
            <pc:docMk/>
            <pc:sldMk cId="2876370839" sldId="286"/>
            <ac:picMk id="9" creationId="{53487918-85EE-BE51-6346-34E16FE29C89}"/>
          </ac:picMkLst>
        </pc:picChg>
      </pc:sldChg>
      <pc:sldChg chg="addSp delSp modSp add del mod">
        <pc:chgData name="Vijay Bogala" userId="63504118-204c-4be1-80aa-b03b0ab20c39" providerId="ADAL" clId="{374F5938-D6BE-4DF1-A10B-2FA049B80B8D}" dt="2025-12-01T10:40:36.438" v="2171" actId="2696"/>
        <pc:sldMkLst>
          <pc:docMk/>
          <pc:sldMk cId="2373980030" sldId="287"/>
        </pc:sldMkLst>
        <pc:spChg chg="add mod">
          <ac:chgData name="Vijay Bogala" userId="63504118-204c-4be1-80aa-b03b0ab20c39" providerId="ADAL" clId="{374F5938-D6BE-4DF1-A10B-2FA049B80B8D}" dt="2025-12-01T10:40:00.033" v="2155" actId="21"/>
          <ac:spMkLst>
            <pc:docMk/>
            <pc:sldMk cId="2373980030" sldId="287"/>
            <ac:spMk id="3" creationId="{B4180632-E593-84BF-E20A-811DA43E6D8C}"/>
          </ac:spMkLst>
        </pc:spChg>
        <pc:picChg chg="del">
          <ac:chgData name="Vijay Bogala" userId="63504118-204c-4be1-80aa-b03b0ab20c39" providerId="ADAL" clId="{374F5938-D6BE-4DF1-A10B-2FA049B80B8D}" dt="2025-11-30T13:44:46.963" v="170" actId="478"/>
          <ac:picMkLst>
            <pc:docMk/>
            <pc:sldMk cId="2373980030" sldId="287"/>
            <ac:picMk id="11" creationId="{EB01C6EE-A0F7-8A30-3B9A-9884D75AE34B}"/>
          </ac:picMkLst>
        </pc:picChg>
      </pc:sldChg>
      <pc:sldChg chg="modSp add mod ord">
        <pc:chgData name="Vijay Bogala" userId="63504118-204c-4be1-80aa-b03b0ab20c39" providerId="ADAL" clId="{374F5938-D6BE-4DF1-A10B-2FA049B80B8D}" dt="2025-12-01T11:06:11.983" v="3129" actId="1038"/>
        <pc:sldMkLst>
          <pc:docMk/>
          <pc:sldMk cId="980845782" sldId="288"/>
        </pc:sldMkLst>
        <pc:spChg chg="mod">
          <ac:chgData name="Vijay Bogala" userId="63504118-204c-4be1-80aa-b03b0ab20c39" providerId="ADAL" clId="{374F5938-D6BE-4DF1-A10B-2FA049B80B8D}" dt="2025-12-01T10:53:07.068" v="2502" actId="20577"/>
          <ac:spMkLst>
            <pc:docMk/>
            <pc:sldMk cId="980845782" sldId="288"/>
            <ac:spMk id="7" creationId="{E9EC3D00-BFFA-0B7F-A0C5-AEA3F5A9B316}"/>
          </ac:spMkLst>
        </pc:spChg>
        <pc:spChg chg="mod">
          <ac:chgData name="Vijay Bogala" userId="63504118-204c-4be1-80aa-b03b0ab20c39" providerId="ADAL" clId="{374F5938-D6BE-4DF1-A10B-2FA049B80B8D}" dt="2025-12-01T11:05:16.593" v="3107" actId="6549"/>
          <ac:spMkLst>
            <pc:docMk/>
            <pc:sldMk cId="980845782" sldId="288"/>
            <ac:spMk id="8" creationId="{90C9EDAA-1CF5-E851-7B94-E575DAC11AEC}"/>
          </ac:spMkLst>
        </pc:spChg>
        <pc:spChg chg="mod">
          <ac:chgData name="Vijay Bogala" userId="63504118-204c-4be1-80aa-b03b0ab20c39" providerId="ADAL" clId="{374F5938-D6BE-4DF1-A10B-2FA049B80B8D}" dt="2025-12-01T11:06:11.983" v="3129" actId="1038"/>
          <ac:spMkLst>
            <pc:docMk/>
            <pc:sldMk cId="980845782" sldId="288"/>
            <ac:spMk id="9" creationId="{EEDDA868-D049-E265-63EA-C10AAD84CF85}"/>
          </ac:spMkLst>
        </pc:spChg>
      </pc:sldChg>
      <pc:sldChg chg="addSp modSp add mod">
        <pc:chgData name="Vijay Bogala" userId="63504118-204c-4be1-80aa-b03b0ab20c39" providerId="ADAL" clId="{374F5938-D6BE-4DF1-A10B-2FA049B80B8D}" dt="2025-12-01T10:54:43.350" v="2540" actId="20577"/>
        <pc:sldMkLst>
          <pc:docMk/>
          <pc:sldMk cId="915781948" sldId="289"/>
        </pc:sldMkLst>
        <pc:spChg chg="mod">
          <ac:chgData name="Vijay Bogala" userId="63504118-204c-4be1-80aa-b03b0ab20c39" providerId="ADAL" clId="{374F5938-D6BE-4DF1-A10B-2FA049B80B8D}" dt="2025-12-01T10:54:43.350" v="2540" actId="20577"/>
          <ac:spMkLst>
            <pc:docMk/>
            <pc:sldMk cId="915781948" sldId="289"/>
            <ac:spMk id="7" creationId="{0A60AC97-D65C-BA71-4213-18B81CE08947}"/>
          </ac:spMkLst>
        </pc:spChg>
        <pc:graphicFrameChg chg="mod">
          <ac:chgData name="Vijay Bogala" userId="63504118-204c-4be1-80aa-b03b0ab20c39" providerId="ADAL" clId="{374F5938-D6BE-4DF1-A10B-2FA049B80B8D}" dt="2025-12-01T10:06:05.723" v="1118"/>
          <ac:graphicFrameMkLst>
            <pc:docMk/>
            <pc:sldMk cId="915781948" sldId="289"/>
            <ac:graphicFrameMk id="11" creationId="{EF8BB76D-2232-D2E2-CDBE-700B26E310BA}"/>
          </ac:graphicFrameMkLst>
        </pc:graphicFrameChg>
        <pc:picChg chg="add mod">
          <ac:chgData name="Vijay Bogala" userId="63504118-204c-4be1-80aa-b03b0ab20c39" providerId="ADAL" clId="{374F5938-D6BE-4DF1-A10B-2FA049B80B8D}" dt="2025-12-01T10:13:58.531" v="1216" actId="1037"/>
          <ac:picMkLst>
            <pc:docMk/>
            <pc:sldMk cId="915781948" sldId="289"/>
            <ac:picMk id="15" creationId="{202332B9-8D46-3AA9-372C-7797D1FE3922}"/>
          </ac:picMkLst>
        </pc:picChg>
      </pc:sldChg>
      <pc:sldMasterChg chg="modSldLayout">
        <pc:chgData name="Vijay Bogala" userId="63504118-204c-4be1-80aa-b03b0ab20c39" providerId="ADAL" clId="{374F5938-D6BE-4DF1-A10B-2FA049B80B8D}" dt="2025-12-01T11:08:03.386" v="3141" actId="20577"/>
        <pc:sldMasterMkLst>
          <pc:docMk/>
          <pc:sldMasterMk cId="3811557844" sldId="2147483672"/>
        </pc:sldMasterMkLst>
        <pc:sldLayoutChg chg="modSp mod">
          <pc:chgData name="Vijay Bogala" userId="63504118-204c-4be1-80aa-b03b0ab20c39" providerId="ADAL" clId="{374F5938-D6BE-4DF1-A10B-2FA049B80B8D}" dt="2025-12-01T11:08:03.386" v="3141" actId="20577"/>
          <pc:sldLayoutMkLst>
            <pc:docMk/>
            <pc:sldMasterMk cId="3811557844" sldId="2147483672"/>
            <pc:sldLayoutMk cId="4139413162" sldId="2147483678"/>
          </pc:sldLayoutMkLst>
          <pc:spChg chg="mod">
            <ac:chgData name="Vijay Bogala" userId="63504118-204c-4be1-80aa-b03b0ab20c39" providerId="ADAL" clId="{374F5938-D6BE-4DF1-A10B-2FA049B80B8D}" dt="2025-12-01T11:08:03.386" v="3141" actId="20577"/>
            <ac:spMkLst>
              <pc:docMk/>
              <pc:sldMasterMk cId="3811557844" sldId="2147483672"/>
              <pc:sldLayoutMk cId="4139413162" sldId="2147483678"/>
              <ac:spMk id="9" creationId="{92481298-4C0F-EA65-5B6C-A8C699065050}"/>
            </ac:spMkLst>
          </pc:spChg>
        </pc:sldLayoutChg>
      </pc:sldMasterChg>
    </pc:docChg>
  </pc:docChgLst>
  <pc:docChgLst>
    <pc:chgData name="Josef Remberger" userId="7497df3f-f8b8-4cfe-8089-9b4ad60d4715" providerId="ADAL" clId="{610E18A5-F96C-4173-A978-038BB212F996}"/>
    <pc:docChg chg="custSel modSld modMainMaster">
      <pc:chgData name="Josef Remberger" userId="7497df3f-f8b8-4cfe-8089-9b4ad60d4715" providerId="ADAL" clId="{610E18A5-F96C-4173-A978-038BB212F996}" dt="2025-12-01T11:20:46.840" v="59" actId="20577"/>
      <pc:docMkLst>
        <pc:docMk/>
      </pc:docMkLst>
      <pc:sldChg chg="addSp delSp modSp mod">
        <pc:chgData name="Josef Remberger" userId="7497df3f-f8b8-4cfe-8089-9b4ad60d4715" providerId="ADAL" clId="{610E18A5-F96C-4173-A978-038BB212F996}" dt="2025-12-01T11:20:46.840" v="59" actId="20577"/>
        <pc:sldMkLst>
          <pc:docMk/>
          <pc:sldMk cId="761244998" sldId="267"/>
        </pc:sldMkLst>
        <pc:spChg chg="mod">
          <ac:chgData name="Josef Remberger" userId="7497df3f-f8b8-4cfe-8089-9b4ad60d4715" providerId="ADAL" clId="{610E18A5-F96C-4173-A978-038BB212F996}" dt="2025-12-01T11:20:46.840" v="59" actId="20577"/>
          <ac:spMkLst>
            <pc:docMk/>
            <pc:sldMk cId="761244998" sldId="267"/>
            <ac:spMk id="2" creationId="{CDCB6ED1-18E3-9640-3D93-84F8B0B15004}"/>
          </ac:spMkLst>
        </pc:spChg>
        <pc:spChg chg="add del mod">
          <ac:chgData name="Josef Remberger" userId="7497df3f-f8b8-4cfe-8089-9b4ad60d4715" providerId="ADAL" clId="{610E18A5-F96C-4173-A978-038BB212F996}" dt="2025-12-01T11:20:30.491" v="34"/>
          <ac:spMkLst>
            <pc:docMk/>
            <pc:sldMk cId="761244998" sldId="267"/>
            <ac:spMk id="3" creationId="{63B0B243-A6C7-0D21-5E52-89EA30A398C1}"/>
          </ac:spMkLst>
        </pc:spChg>
        <pc:spChg chg="del">
          <ac:chgData name="Josef Remberger" userId="7497df3f-f8b8-4cfe-8089-9b4ad60d4715" providerId="ADAL" clId="{610E18A5-F96C-4173-A978-038BB212F996}" dt="2025-12-01T11:20:26.527" v="32" actId="478"/>
          <ac:spMkLst>
            <pc:docMk/>
            <pc:sldMk cId="761244998" sldId="267"/>
            <ac:spMk id="6" creationId="{40055318-CDFF-2436-5D76-D30CE5CB6A48}"/>
          </ac:spMkLst>
        </pc:spChg>
        <pc:picChg chg="add mod">
          <ac:chgData name="Josef Remberger" userId="7497df3f-f8b8-4cfe-8089-9b4ad60d4715" providerId="ADAL" clId="{610E18A5-F96C-4173-A978-038BB212F996}" dt="2025-12-01T11:20:37.488" v="36" actId="1076"/>
          <ac:picMkLst>
            <pc:docMk/>
            <pc:sldMk cId="761244998" sldId="267"/>
            <ac:picMk id="8" creationId="{CE1DE191-4C59-FF9F-51E1-E8FF6A69AEE6}"/>
          </ac:picMkLst>
        </pc:picChg>
      </pc:sldChg>
      <pc:sldChg chg="addSp modSp mod">
        <pc:chgData name="Josef Remberger" userId="7497df3f-f8b8-4cfe-8089-9b4ad60d4715" providerId="ADAL" clId="{610E18A5-F96C-4173-A978-038BB212F996}" dt="2025-12-01T11:19:09.154" v="17" actId="122"/>
        <pc:sldMkLst>
          <pc:docMk/>
          <pc:sldMk cId="2664931291" sldId="273"/>
        </pc:sldMkLst>
        <pc:spChg chg="add mod">
          <ac:chgData name="Josef Remberger" userId="7497df3f-f8b8-4cfe-8089-9b4ad60d4715" providerId="ADAL" clId="{610E18A5-F96C-4173-A978-038BB212F996}" dt="2025-12-01T11:19:09.154" v="17" actId="122"/>
          <ac:spMkLst>
            <pc:docMk/>
            <pc:sldMk cId="2664931291" sldId="273"/>
            <ac:spMk id="7" creationId="{F3A25757-901C-3DBA-8118-4706B56F2711}"/>
          </ac:spMkLst>
        </pc:spChg>
      </pc:sldChg>
      <pc:sldChg chg="addSp modSp mod">
        <pc:chgData name="Josef Remberger" userId="7497df3f-f8b8-4cfe-8089-9b4ad60d4715" providerId="ADAL" clId="{610E18A5-F96C-4173-A978-038BB212F996}" dt="2025-12-01T11:20:01.678" v="28"/>
        <pc:sldMkLst>
          <pc:docMk/>
          <pc:sldMk cId="2675395771" sldId="277"/>
        </pc:sldMkLst>
        <pc:spChg chg="add mod">
          <ac:chgData name="Josef Remberger" userId="7497df3f-f8b8-4cfe-8089-9b4ad60d4715" providerId="ADAL" clId="{610E18A5-F96C-4173-A978-038BB212F996}" dt="2025-12-01T11:20:01.678" v="28"/>
          <ac:spMkLst>
            <pc:docMk/>
            <pc:sldMk cId="2675395771" sldId="277"/>
            <ac:spMk id="6" creationId="{6A343EE8-9C5F-08CE-A862-4331A8D00719}"/>
          </ac:spMkLst>
        </pc:spChg>
        <pc:spChg chg="mod">
          <ac:chgData name="Josef Remberger" userId="7497df3f-f8b8-4cfe-8089-9b4ad60d4715" providerId="ADAL" clId="{610E18A5-F96C-4173-A978-038BB212F996}" dt="2025-12-01T11:19:32.243" v="21" actId="20577"/>
          <ac:spMkLst>
            <pc:docMk/>
            <pc:sldMk cId="2675395771" sldId="277"/>
            <ac:spMk id="8" creationId="{26B4E2CD-6889-FB6E-4E0F-16AF7E1D540A}"/>
          </ac:spMkLst>
        </pc:spChg>
      </pc:sldChg>
      <pc:sldChg chg="addSp modSp mod">
        <pc:chgData name="Josef Remberger" userId="7497df3f-f8b8-4cfe-8089-9b4ad60d4715" providerId="ADAL" clId="{610E18A5-F96C-4173-A978-038BB212F996}" dt="2025-12-01T11:20:07.133" v="30"/>
        <pc:sldMkLst>
          <pc:docMk/>
          <pc:sldMk cId="952652319" sldId="279"/>
        </pc:sldMkLst>
        <pc:spChg chg="add mod">
          <ac:chgData name="Josef Remberger" userId="7497df3f-f8b8-4cfe-8089-9b4ad60d4715" providerId="ADAL" clId="{610E18A5-F96C-4173-A978-038BB212F996}" dt="2025-12-01T11:20:07.133" v="30"/>
          <ac:spMkLst>
            <pc:docMk/>
            <pc:sldMk cId="952652319" sldId="279"/>
            <ac:spMk id="2" creationId="{FE17C54A-CE2D-38F2-BE11-C4D784056579}"/>
          </ac:spMkLst>
        </pc:spChg>
        <pc:spChg chg="mod">
          <ac:chgData name="Josef Remberger" userId="7497df3f-f8b8-4cfe-8089-9b4ad60d4715" providerId="ADAL" clId="{610E18A5-F96C-4173-A978-038BB212F996}" dt="2025-12-01T11:19:40.440" v="23" actId="20577"/>
          <ac:spMkLst>
            <pc:docMk/>
            <pc:sldMk cId="952652319" sldId="279"/>
            <ac:spMk id="6" creationId="{B79D10E8-FB9C-8065-6081-DDA6F065DE08}"/>
          </ac:spMkLst>
        </pc:spChg>
      </pc:sldChg>
      <pc:sldChg chg="addSp modSp mod">
        <pc:chgData name="Josef Remberger" userId="7497df3f-f8b8-4cfe-8089-9b4ad60d4715" providerId="ADAL" clId="{610E18A5-F96C-4173-A978-038BB212F996}" dt="2025-12-01T11:19:55.757" v="25"/>
        <pc:sldMkLst>
          <pc:docMk/>
          <pc:sldMk cId="752435282" sldId="281"/>
        </pc:sldMkLst>
        <pc:spChg chg="add mod">
          <ac:chgData name="Josef Remberger" userId="7497df3f-f8b8-4cfe-8089-9b4ad60d4715" providerId="ADAL" clId="{610E18A5-F96C-4173-A978-038BB212F996}" dt="2025-12-01T11:19:55.757" v="25"/>
          <ac:spMkLst>
            <pc:docMk/>
            <pc:sldMk cId="752435282" sldId="281"/>
            <ac:spMk id="3" creationId="{F356949A-F50E-36BA-A717-81C285584054}"/>
          </ac:spMkLst>
        </pc:spChg>
        <pc:spChg chg="mod">
          <ac:chgData name="Josef Remberger" userId="7497df3f-f8b8-4cfe-8089-9b4ad60d4715" providerId="ADAL" clId="{610E18A5-F96C-4173-A978-038BB212F996}" dt="2025-12-01T11:19:23.259" v="18" actId="20577"/>
          <ac:spMkLst>
            <pc:docMk/>
            <pc:sldMk cId="752435282" sldId="281"/>
            <ac:spMk id="6" creationId="{B2A1079D-2BE2-1783-94BD-B60830DE270F}"/>
          </ac:spMkLst>
        </pc:spChg>
      </pc:sldChg>
      <pc:sldChg chg="addSp modSp mod">
        <pc:chgData name="Josef Remberger" userId="7497df3f-f8b8-4cfe-8089-9b4ad60d4715" providerId="ADAL" clId="{610E18A5-F96C-4173-A978-038BB212F996}" dt="2025-12-01T11:19:59.839" v="27"/>
        <pc:sldMkLst>
          <pc:docMk/>
          <pc:sldMk cId="3982396142" sldId="284"/>
        </pc:sldMkLst>
        <pc:spChg chg="add mod">
          <ac:chgData name="Josef Remberger" userId="7497df3f-f8b8-4cfe-8089-9b4ad60d4715" providerId="ADAL" clId="{610E18A5-F96C-4173-A978-038BB212F996}" dt="2025-12-01T11:19:59.839" v="27"/>
          <ac:spMkLst>
            <pc:docMk/>
            <pc:sldMk cId="3982396142" sldId="284"/>
            <ac:spMk id="2" creationId="{5BDFA271-4199-6B6A-84BD-10C3FAEE1F9E}"/>
          </ac:spMkLst>
        </pc:spChg>
        <pc:spChg chg="mod">
          <ac:chgData name="Josef Remberger" userId="7497df3f-f8b8-4cfe-8089-9b4ad60d4715" providerId="ADAL" clId="{610E18A5-F96C-4173-A978-038BB212F996}" dt="2025-12-01T11:19:29.175" v="20" actId="20577"/>
          <ac:spMkLst>
            <pc:docMk/>
            <pc:sldMk cId="3982396142" sldId="284"/>
            <ac:spMk id="6" creationId="{AAEAA19E-D04E-59CC-7771-319BDAC28330}"/>
          </ac:spMkLst>
        </pc:spChg>
      </pc:sldChg>
      <pc:sldChg chg="addSp modSp mod">
        <pc:chgData name="Josef Remberger" userId="7497df3f-f8b8-4cfe-8089-9b4ad60d4715" providerId="ADAL" clId="{610E18A5-F96C-4173-A978-038BB212F996}" dt="2025-12-01T11:20:04.488" v="29"/>
        <pc:sldMkLst>
          <pc:docMk/>
          <pc:sldMk cId="2876370839" sldId="286"/>
        </pc:sldMkLst>
        <pc:spChg chg="add mod">
          <ac:chgData name="Josef Remberger" userId="7497df3f-f8b8-4cfe-8089-9b4ad60d4715" providerId="ADAL" clId="{610E18A5-F96C-4173-A978-038BB212F996}" dt="2025-12-01T11:20:04.488" v="29"/>
          <ac:spMkLst>
            <pc:docMk/>
            <pc:sldMk cId="2876370839" sldId="286"/>
            <ac:spMk id="6" creationId="{1E82026C-936D-35D1-E5EE-740D6C0C7262}"/>
          </ac:spMkLst>
        </pc:spChg>
        <pc:spChg chg="mod">
          <ac:chgData name="Josef Remberger" userId="7497df3f-f8b8-4cfe-8089-9b4ad60d4715" providerId="ADAL" clId="{610E18A5-F96C-4173-A978-038BB212F996}" dt="2025-12-01T11:19:37.085" v="22" actId="20577"/>
          <ac:spMkLst>
            <pc:docMk/>
            <pc:sldMk cId="2876370839" sldId="286"/>
            <ac:spMk id="8" creationId="{924C2E2C-C01E-4B04-4047-838266D4C76B}"/>
          </ac:spMkLst>
        </pc:spChg>
      </pc:sldChg>
      <pc:sldChg chg="addSp modSp mod">
        <pc:chgData name="Josef Remberger" userId="7497df3f-f8b8-4cfe-8089-9b4ad60d4715" providerId="ADAL" clId="{610E18A5-F96C-4173-A978-038BB212F996}" dt="2025-12-01T11:20:08.944" v="31"/>
        <pc:sldMkLst>
          <pc:docMk/>
          <pc:sldMk cId="980845782" sldId="288"/>
        </pc:sldMkLst>
        <pc:spChg chg="add mod">
          <ac:chgData name="Josef Remberger" userId="7497df3f-f8b8-4cfe-8089-9b4ad60d4715" providerId="ADAL" clId="{610E18A5-F96C-4173-A978-038BB212F996}" dt="2025-12-01T11:20:08.944" v="31"/>
          <ac:spMkLst>
            <pc:docMk/>
            <pc:sldMk cId="980845782" sldId="288"/>
            <ac:spMk id="2" creationId="{3ED68E42-9508-DC79-FD80-34BF70727071}"/>
          </ac:spMkLst>
        </pc:spChg>
        <pc:spChg chg="mod">
          <ac:chgData name="Josef Remberger" userId="7497df3f-f8b8-4cfe-8089-9b4ad60d4715" providerId="ADAL" clId="{610E18A5-F96C-4173-A978-038BB212F996}" dt="2025-12-01T11:19:44.930" v="24" actId="20577"/>
          <ac:spMkLst>
            <pc:docMk/>
            <pc:sldMk cId="980845782" sldId="288"/>
            <ac:spMk id="6" creationId="{BF43C50D-6723-D085-D07A-B1C3FACF64ED}"/>
          </ac:spMkLst>
        </pc:spChg>
      </pc:sldChg>
      <pc:sldChg chg="addSp modSp mod">
        <pc:chgData name="Josef Remberger" userId="7497df3f-f8b8-4cfe-8089-9b4ad60d4715" providerId="ADAL" clId="{610E18A5-F96C-4173-A978-038BB212F996}" dt="2025-12-01T11:19:57.822" v="26"/>
        <pc:sldMkLst>
          <pc:docMk/>
          <pc:sldMk cId="915781948" sldId="289"/>
        </pc:sldMkLst>
        <pc:spChg chg="add mod">
          <ac:chgData name="Josef Remberger" userId="7497df3f-f8b8-4cfe-8089-9b4ad60d4715" providerId="ADAL" clId="{610E18A5-F96C-4173-A978-038BB212F996}" dt="2025-12-01T11:19:57.822" v="26"/>
          <ac:spMkLst>
            <pc:docMk/>
            <pc:sldMk cId="915781948" sldId="289"/>
            <ac:spMk id="2" creationId="{7D4FF7FD-9C6C-B230-4A29-DAC5A701E41B}"/>
          </ac:spMkLst>
        </pc:spChg>
        <pc:spChg chg="mod">
          <ac:chgData name="Josef Remberger" userId="7497df3f-f8b8-4cfe-8089-9b4ad60d4715" providerId="ADAL" clId="{610E18A5-F96C-4173-A978-038BB212F996}" dt="2025-12-01T11:19:26.631" v="19" actId="20577"/>
          <ac:spMkLst>
            <pc:docMk/>
            <pc:sldMk cId="915781948" sldId="289"/>
            <ac:spMk id="6" creationId="{976777C1-2E51-80F1-3E33-3B551BFA3367}"/>
          </ac:spMkLst>
        </pc:spChg>
      </pc:sldChg>
      <pc:sldMasterChg chg="delSp mod">
        <pc:chgData name="Josef Remberger" userId="7497df3f-f8b8-4cfe-8089-9b4ad60d4715" providerId="ADAL" clId="{610E18A5-F96C-4173-A978-038BB212F996}" dt="2025-12-01T11:18:39.025" v="0" actId="478"/>
        <pc:sldMasterMkLst>
          <pc:docMk/>
          <pc:sldMasterMk cId="2653178425" sldId="2147483660"/>
        </pc:sldMasterMkLst>
        <pc:spChg chg="del">
          <ac:chgData name="Josef Remberger" userId="7497df3f-f8b8-4cfe-8089-9b4ad60d4715" providerId="ADAL" clId="{610E18A5-F96C-4173-A978-038BB212F996}" dt="2025-12-01T11:18:39.025" v="0" actId="478"/>
          <ac:spMkLst>
            <pc:docMk/>
            <pc:sldMasterMk cId="2653178425" sldId="2147483660"/>
            <ac:spMk id="10" creationId="{29D1E917-6813-D282-C770-7DEAF2BEF5AE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 and short, concise bullet points) </a:t>
            </a:r>
            <a:br>
              <a:rPr lang="it-IT"/>
            </a:br>
            <a:r>
              <a:rPr lang="it-IT" err="1"/>
              <a:t>Only</a:t>
            </a:r>
            <a:r>
              <a:rPr lang="it-IT"/>
              <a:t> </a:t>
            </a:r>
            <a:r>
              <a:rPr lang="it-IT" err="1"/>
              <a:t>topics</a:t>
            </a:r>
            <a:r>
              <a:rPr lang="it-IT"/>
              <a:t> for the 4 min </a:t>
            </a:r>
            <a:r>
              <a:rPr lang="it-IT" err="1"/>
              <a:t>timeslot</a:t>
            </a:r>
            <a:r>
              <a:rPr lang="it-IT"/>
              <a:t>!</a:t>
            </a:r>
            <a:endParaRPr lang="en-GB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Use the </a:t>
            </a:r>
            <a:r>
              <a:rPr lang="it-IT" err="1"/>
              <a:t>heading</a:t>
            </a:r>
            <a:r>
              <a:rPr lang="it-IT"/>
              <a:t> in the </a:t>
            </a:r>
            <a:r>
              <a:rPr lang="it-IT" err="1"/>
              <a:t>same</a:t>
            </a:r>
            <a:r>
              <a:rPr lang="it-IT"/>
              <a:t> style </a:t>
            </a:r>
            <a:endParaRPr lang="en-GB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el 5">
            <a:extLst>
              <a:ext uri="{FF2B5EF4-FFF2-40B4-BE49-F238E27FC236}">
                <a16:creationId xmlns:a16="http://schemas.microsoft.com/office/drawing/2014/main" id="{AB1D9243-8229-B9C4-A02A-5E63BE83B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4BB005FA-39FA-12C8-DC2D-31A340767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9B9390C7-5C48-FF96-A176-8D62B6893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1E447F1-4BB7-C0B9-2C90-8D55E0F37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53BFB0F-4CAD-8072-8ADC-EF6C3DD6D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C9E1FA-B12A-4E64-A7FE-9F1D40FE0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980E9DB-D8D6-DA40-1EB5-4B06D5A17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Use [1], [2], [3] for </a:t>
            </a:r>
            <a:r>
              <a:rPr lang="it-IT" err="1"/>
              <a:t>everything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from a source (</a:t>
            </a:r>
            <a:r>
              <a:rPr lang="it-IT" err="1"/>
              <a:t>numbers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be the </a:t>
            </a:r>
            <a:r>
              <a:rPr lang="it-IT" err="1"/>
              <a:t>same</a:t>
            </a:r>
            <a:r>
              <a:rPr lang="it-IT"/>
              <a:t> like in the </a:t>
            </a:r>
            <a:r>
              <a:rPr lang="it-IT" err="1"/>
              <a:t>bibliography</a:t>
            </a:r>
            <a:r>
              <a:rPr lang="it-IT"/>
              <a:t>) (</a:t>
            </a:r>
            <a:r>
              <a:rPr lang="it-IT" err="1"/>
              <a:t>incl</a:t>
            </a:r>
            <a:r>
              <a:rPr lang="it-IT"/>
              <a:t>. pictures /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created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by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own</a:t>
            </a:r>
            <a:r>
              <a:rPr lang="it-IT"/>
              <a:t>, </a:t>
            </a:r>
            <a:r>
              <a:rPr lang="it-IT" err="1"/>
              <a:t>declare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a </a:t>
            </a:r>
            <a:r>
              <a:rPr lang="it-IT" err="1"/>
              <a:t>thing</a:t>
            </a:r>
            <a:r>
              <a:rPr lang="it-IT"/>
              <a:t> </a:t>
            </a:r>
            <a:r>
              <a:rPr lang="it-IT" err="1"/>
              <a:t>you’ve</a:t>
            </a:r>
            <a:r>
              <a:rPr lang="it-IT"/>
              <a:t> </a:t>
            </a:r>
            <a:r>
              <a:rPr lang="it-IT" err="1"/>
              <a:t>done</a:t>
            </a:r>
            <a:r>
              <a:rPr lang="it-IT"/>
              <a:t> ) [Style </a:t>
            </a:r>
            <a:r>
              <a:rPr lang="it-IT" err="1"/>
              <a:t>Aptos</a:t>
            </a:r>
            <a:r>
              <a:rPr lang="it-IT"/>
              <a:t>/14]</a:t>
            </a:r>
            <a:endParaRPr lang="en-GB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</a:p>
          <a:p>
            <a:pPr algn="ctr"/>
            <a:r>
              <a:rPr lang="it-IT"/>
              <a:t>an </a:t>
            </a:r>
            <a:r>
              <a:rPr lang="it-IT" err="1"/>
              <a:t>intial</a:t>
            </a:r>
            <a:r>
              <a:rPr lang="it-IT"/>
              <a:t> slide with </a:t>
            </a:r>
            <a:r>
              <a:rPr lang="it-IT" err="1"/>
              <a:t>all</a:t>
            </a:r>
            <a:r>
              <a:rPr lang="it-IT"/>
              <a:t> the tasks </a:t>
            </a:r>
            <a:r>
              <a:rPr lang="it-IT" err="1"/>
              <a:t>completed</a:t>
            </a:r>
            <a:r>
              <a:rPr lang="it-IT"/>
              <a:t> for the week </a:t>
            </a:r>
            <a:r>
              <a:rPr lang="it-IT" err="1"/>
              <a:t>should</a:t>
            </a:r>
            <a:r>
              <a:rPr lang="it-IT"/>
              <a:t> </a:t>
            </a:r>
            <a:r>
              <a:rPr lang="it-IT" err="1"/>
              <a:t>always</a:t>
            </a:r>
            <a:r>
              <a:rPr lang="it-IT"/>
              <a:t> be </a:t>
            </a:r>
            <a:r>
              <a:rPr lang="it-IT" err="1"/>
              <a:t>included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style, do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write</a:t>
            </a:r>
            <a:r>
              <a:rPr lang="it-IT"/>
              <a:t> more text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necessary</a:t>
            </a:r>
            <a:r>
              <a:rPr lang="it-IT"/>
              <a:t> (short, concise bullet points are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enough</a:t>
            </a:r>
            <a:r>
              <a:rPr lang="it-IT"/>
              <a:t>)</a:t>
            </a:r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D95B4E6-9537-C393-2824-688039350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65A59CEA-8229-C3ED-FBFD-CCD1C02CC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124F5D1E-22CA-E4DD-FCEF-1893573E7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938C9C93-276C-C0E0-AFDF-747E93327DC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2209E185-F596-9669-F702-B2893270DDC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7A61A0B5-1F7C-5B1E-20F7-A7C8176F2BF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22)</a:t>
            </a:r>
          </a:p>
          <a:p>
            <a:pPr lvl="1"/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BUT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use </a:t>
            </a:r>
            <a:r>
              <a:rPr lang="it-IT" err="1"/>
              <a:t>underpoints</a:t>
            </a:r>
            <a:r>
              <a:rPr lang="it-IT"/>
              <a:t> </a:t>
            </a:r>
            <a:r>
              <a:rPr lang="it-IT" err="1"/>
              <a:t>please</a:t>
            </a:r>
            <a:r>
              <a:rPr lang="it-IT"/>
              <a:t> with the i, ii, iii….</a:t>
            </a:r>
            <a:endParaRPr lang="en-GB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F3CAB95-1F44-CAD3-DEA8-659A3642D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326012D2-2050-E616-04BA-797D954EF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A5647994-5BB7-1BCA-C59F-0492450D2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27F6A0BC-02A2-CB24-ADCD-401C7A1BFD3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B40418C9-7AED-100D-419C-BBB50E260A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E3F55A80-916B-21A5-79EF-CD8D2A8465B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5352DFF-4AD1-A52C-7641-43FDFE10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51579035-770D-D1E0-481F-7EC7808B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06C0D766-7156-7FFB-F366-587C2B63A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4CD05D44-76D6-19C9-0A8C-F0CC29CE9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4CBB5F11-BFCB-5A82-56D8-AE10EDD68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55F27C04-DA94-E49D-04AD-A0CFF6FA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B50C1D8-04E2-3F45-6CBA-77FD4E7EF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C3D34F6A-4142-3632-2880-BD75E1EC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36E5149-F111-475F-F559-1243BB6A0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6EC6DC7B-0BF4-D23E-1CAE-9BF251607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122F1B93-DAED-25B4-688A-813C27CB7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E5A38B90-6CF1-6378-301C-C521B765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FB5D0E-2AD2-E28A-9A21-04CC328BD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406577CD-08F7-5720-DD92-E66C9DAE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5ADA321-F552-EF84-BBCA-5276BF5E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7ED8DAD-1C41-6A45-1981-E6949003C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46E6D14-178F-CA24-0DC2-2367F8A7B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C16A8A9D-45D2-FFEF-2144-D177479B6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092027B-1712-E55F-EAC0-449C80383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F97A6E-B7EC-784A-0FAB-997AFAB42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6173F95-FB75-D38B-607D-9D080141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F582110-FBCF-A284-F7F3-5153108DE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50A1E64-07A9-FF3E-75A3-E1507AE00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E3ECC2B0-5444-541A-79FE-AFAFDD079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879B8D2-A613-93F1-ABC0-1661A58D3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6A2BA56-9D07-DEBC-7468-34D8D03C1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28643C59-8953-69F6-84A2-CBEC63173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935365-4DCE-29A2-A811-A676DF059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D7FCC3-9A60-9208-D0A8-4D74707A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1F12C05-B41A-F75E-6E17-2540906CA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6EF215B-2D49-F8EF-5C27-13A76648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6A5CA1-B3FC-B0E4-2865-E8B542EFF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AAE0724-3D56-3DBB-40B5-077A4C02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761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 userDrawn="1"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3822456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First slide for groups</a:t>
            </a:r>
            <a:endParaRPr lang="en-GB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err="1"/>
              <a:t>Presented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: </a:t>
            </a:r>
            <a:r>
              <a:rPr lang="de-DE" err="1"/>
              <a:t>name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presenter</a:t>
            </a:r>
            <a:r>
              <a:rPr lang="de-DE"/>
              <a:t> / </a:t>
            </a:r>
            <a:r>
              <a:rPr lang="de-DE" err="1"/>
              <a:t>other</a:t>
            </a:r>
            <a:r>
              <a:rPr lang="de-DE"/>
              <a:t> </a:t>
            </a:r>
            <a:r>
              <a:rPr lang="de-DE" err="1"/>
              <a:t>group</a:t>
            </a:r>
            <a:r>
              <a:rPr lang="de-DE"/>
              <a:t>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02/12/2025</a:t>
            </a:r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41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Grid Code Development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6" r:id="rId2"/>
    <p:sldLayoutId id="2147483674" r:id="rId3"/>
    <p:sldLayoutId id="2147483685" r:id="rId4"/>
    <p:sldLayoutId id="2147483684" r:id="rId5"/>
    <p:sldLayoutId id="2147483688" r:id="rId6"/>
    <p:sldLayoutId id="2147483666" r:id="rId7"/>
    <p:sldLayoutId id="2147483689" r:id="rId8"/>
    <p:sldLayoutId id="2147483662" r:id="rId9"/>
    <p:sldLayoutId id="2147483690" r:id="rId10"/>
    <p:sldLayoutId id="2147483664" r:id="rId11"/>
    <p:sldLayoutId id="2147483665" r:id="rId12"/>
    <p:sldLayoutId id="2147483667" r:id="rId13"/>
    <p:sldLayoutId id="2147483668" r:id="rId14"/>
    <p:sldLayoutId id="2147483669" r:id="rId15"/>
    <p:sldLayoutId id="2147483670" r:id="rId16"/>
    <p:sldLayoutId id="2147483671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3994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3" r:id="rId2"/>
    <p:sldLayoutId id="2147483675" r:id="rId3"/>
    <p:sldLayoutId id="214748367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package" Target="../embeddings/Microsoft_Excel_Worksheet_1F7AC3AC.xlsx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vestas.com/content/dam/vestas-com/global/en/brochures/power-plant-solutions-/VestasOnline_Power_Plant_Controller.pdf.coredownload.inline.pdf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fld id="{E9760055-B4F0-4D03-A54C-8326910BC371}" type="datetime1">
              <a:rPr lang="en-GB" smtClean="0"/>
              <a:t>01/12/2025</a:t>
            </a:fld>
            <a:endParaRPr lang="en-GB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03C8AC-ACFF-082C-E04A-301598446FCB}"/>
              </a:ext>
            </a:extLst>
          </p:cNvPr>
          <p:cNvSpPr txBox="1">
            <a:spLocks/>
          </p:cNvSpPr>
          <p:nvPr/>
        </p:nvSpPr>
        <p:spPr>
          <a:xfrm>
            <a:off x="1524000" y="2492563"/>
            <a:ext cx="9144000" cy="912598"/>
          </a:xfrm>
          <a:prstGeom prst="rect">
            <a:avLst/>
          </a:prstGeom>
        </p:spPr>
        <p:txBody>
          <a:bodyPr numCol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/>
              <a:t>Weekly report: </a:t>
            </a:r>
            <a:r>
              <a:rPr lang="it-IT" sz="4000" err="1"/>
              <a:t>Grid</a:t>
            </a:r>
            <a:r>
              <a:rPr lang="it-IT" sz="4000"/>
              <a:t> Code Development</a:t>
            </a:r>
            <a:endParaRPr lang="en-GB" sz="400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5C6A5A-D647-B958-532A-B6FD2180F534}"/>
              </a:ext>
            </a:extLst>
          </p:cNvPr>
          <p:cNvSpPr txBox="1"/>
          <p:nvPr/>
        </p:nvSpPr>
        <p:spPr>
          <a:xfrm>
            <a:off x="3591498" y="3539230"/>
            <a:ext cx="4786685" cy="1292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000">
                <a:latin typeface="Aptos (Textkörper)"/>
              </a:rPr>
              <a:t>Week </a:t>
            </a:r>
            <a:r>
              <a:rPr lang="it-IT" sz="2000" err="1">
                <a:latin typeface="Aptos (Textkörper)"/>
              </a:rPr>
              <a:t>number</a:t>
            </a:r>
            <a:r>
              <a:rPr lang="it-IT" sz="2000">
                <a:latin typeface="Aptos (Textkörper)"/>
              </a:rPr>
              <a:t>: 10</a:t>
            </a:r>
          </a:p>
          <a:p>
            <a:pPr algn="ctr"/>
            <a:r>
              <a:rPr lang="it-IT" sz="2000">
                <a:latin typeface="Aptos (Textkörper)"/>
              </a:rPr>
              <a:t>Date: 02/12/2025</a:t>
            </a:r>
          </a:p>
          <a:p>
            <a:pPr algn="ctr"/>
            <a:r>
              <a:rPr lang="it-IT" sz="2000">
                <a:latin typeface="Aptos (Textkörper)"/>
              </a:rPr>
              <a:t>Supervisor: </a:t>
            </a:r>
            <a:r>
              <a:rPr lang="it-IT" sz="2000"/>
              <a:t>Prof. Dr.-Ing. </a:t>
            </a:r>
            <a:r>
              <a:rPr lang="it-IT" sz="2000" err="1"/>
              <a:t>Saiju</a:t>
            </a:r>
            <a:endParaRPr lang="it-IT" sz="2000">
              <a:latin typeface="Aptos (Textkörper)"/>
            </a:endParaRPr>
          </a:p>
          <a:p>
            <a:endParaRPr lang="en-GB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3C000AB-BF1C-5055-7B6C-B6CC03EBAE85}"/>
              </a:ext>
            </a:extLst>
          </p:cNvPr>
          <p:cNvSpPr txBox="1">
            <a:spLocks/>
          </p:cNvSpPr>
          <p:nvPr/>
        </p:nvSpPr>
        <p:spPr>
          <a:xfrm>
            <a:off x="3420429" y="4789634"/>
            <a:ext cx="5128821" cy="33171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err="1"/>
              <a:t>Presented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: </a:t>
            </a:r>
            <a:r>
              <a:rPr lang="de-DE" sz="1400"/>
              <a:t>Vijay Bogala / </a:t>
            </a:r>
            <a:r>
              <a:rPr lang="de-DE"/>
              <a:t>Josef Remberger 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8A5761-C58E-5FDF-F2C0-8788E28E8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022"/>
            <a:ext cx="10515600" cy="4351338"/>
          </a:xfrm>
        </p:spPr>
        <p:txBody>
          <a:bodyPr>
            <a:normAutofit/>
          </a:bodyPr>
          <a:lstStyle/>
          <a:p>
            <a:r>
              <a:rPr lang="en-GB"/>
              <a:t>Protection of wind turbine</a:t>
            </a:r>
          </a:p>
          <a:p>
            <a:r>
              <a:rPr lang="en-GB"/>
              <a:t>Power factory workflow</a:t>
            </a:r>
          </a:p>
          <a:p>
            <a:r>
              <a:rPr lang="en-GB"/>
              <a:t>Wind farm control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7B97233-25F0-AC70-89CB-32DC983F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List of 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2F8E95-F853-D383-97C6-DACDAC8A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9371BD-3289-37AA-010C-E60A7C4D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Development/ Optimus Syria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B5AD07-F640-5D0C-F7E5-7D452038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3A25757-901C-3DBA-8118-4706B56F2711}"/>
              </a:ext>
            </a:extLst>
          </p:cNvPr>
          <p:cNvSpPr txBox="1">
            <a:spLocks/>
          </p:cNvSpPr>
          <p:nvPr/>
        </p:nvSpPr>
        <p:spPr>
          <a:xfrm>
            <a:off x="465640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Vijay </a:t>
            </a:r>
            <a:r>
              <a:rPr lang="en-GB" err="1"/>
              <a:t>Bogala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931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16AC3-F582-EBC5-1400-ECF88E2F6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D163E528-27F1-EB1B-2E98-69096F01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Protection of wind turbine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029BCC0-5567-0793-E918-72FFCFB6C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1207" y="1406524"/>
            <a:ext cx="6742818" cy="469697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57E497-3471-ACAD-4204-8A233905BD03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69D494-0682-82D0-F088-85D96EEACFA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8FA03DA-C9FB-6C74-42A4-17976C4E18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75594" y="6188965"/>
            <a:ext cx="2248453" cy="30985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/>
              <a:t>[1] </a:t>
            </a:r>
            <a:r>
              <a:rPr lang="en-GB" err="1"/>
              <a:t>PowerFactory</a:t>
            </a:r>
            <a:r>
              <a:rPr lang="en-GB"/>
              <a:t>, 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A1079D-2BE2-1783-94BD-B60830DE270F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2" name="Textplatzhalter 8">
            <a:extLst>
              <a:ext uri="{FF2B5EF4-FFF2-40B4-BE49-F238E27FC236}">
                <a16:creationId xmlns:a16="http://schemas.microsoft.com/office/drawing/2014/main" id="{15363A2C-2A2A-326A-F122-5724D429FDA2}"/>
              </a:ext>
            </a:extLst>
          </p:cNvPr>
          <p:cNvSpPr txBox="1">
            <a:spLocks/>
          </p:cNvSpPr>
          <p:nvPr/>
        </p:nvSpPr>
        <p:spPr>
          <a:xfrm>
            <a:off x="4148474" y="5902822"/>
            <a:ext cx="3493297" cy="309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400"/>
              <a:t>Overall Control circuit of wind turbine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356949A-F50E-36BA-A717-81C285584054}"/>
              </a:ext>
            </a:extLst>
          </p:cNvPr>
          <p:cNvSpPr txBox="1">
            <a:spLocks/>
          </p:cNvSpPr>
          <p:nvPr/>
        </p:nvSpPr>
        <p:spPr>
          <a:xfrm>
            <a:off x="465640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Vijay </a:t>
            </a:r>
            <a:r>
              <a:rPr lang="en-GB" err="1"/>
              <a:t>Bogala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435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E43DF-1013-DA06-1345-DED6CD303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0A60AC97-D65C-BA71-4213-18B81CE08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Protection of wind turbine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EFAFB2-8570-8A42-6E85-2834E6108540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C014A6-C45F-22E1-8600-1C5976011E9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B4E36B3-B9E3-26C5-5F97-B46865903E5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4339" y="6216958"/>
            <a:ext cx="2815271" cy="3098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400" err="1"/>
              <a:t>Souce</a:t>
            </a:r>
            <a:r>
              <a:rPr lang="en-GB" sz="1400"/>
              <a:t>: own with </a:t>
            </a:r>
            <a:r>
              <a:rPr lang="en-GB" sz="1400" err="1"/>
              <a:t>PowerFactory</a:t>
            </a:r>
            <a:endParaRPr lang="en-GB" sz="140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6777C1-2E51-80F1-3E33-3B551BFA3367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F8BB76D-2232-D2E2-CDBE-700B26E310B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0014220"/>
              </p:ext>
            </p:extLst>
          </p:nvPr>
        </p:nvGraphicFramePr>
        <p:xfrm>
          <a:off x="1401763" y="1484313"/>
          <a:ext cx="4789487" cy="426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937760" imgH="4396653" progId="Excel.Sheet.12">
                  <p:embed/>
                </p:oleObj>
              </mc:Choice>
              <mc:Fallback>
                <p:oleObj name="Worksheet" r:id="rId2" imgW="4937760" imgH="4396653" progId="Excel.Sheet.12">
                  <p:embed/>
                  <p:pic>
                    <p:nvPicPr>
                      <p:cNvPr id="11" name="Content Placeholder 10">
                        <a:extLst>
                          <a:ext uri="{FF2B5EF4-FFF2-40B4-BE49-F238E27FC236}">
                            <a16:creationId xmlns:a16="http://schemas.microsoft.com/office/drawing/2014/main" id="{EF8BB76D-2232-D2E2-CDBE-700B26E310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01763" y="1484313"/>
                        <a:ext cx="4789487" cy="4265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02332B9-8D46-3AA9-372C-7797D1FE3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146" y="2248677"/>
            <a:ext cx="4643818" cy="2831889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D4FF7FD-9C6C-B230-4A29-DAC5A701E41B}"/>
              </a:ext>
            </a:extLst>
          </p:cNvPr>
          <p:cNvSpPr txBox="1">
            <a:spLocks/>
          </p:cNvSpPr>
          <p:nvPr/>
        </p:nvSpPr>
        <p:spPr>
          <a:xfrm>
            <a:off x="465640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Vijay </a:t>
            </a:r>
            <a:r>
              <a:rPr lang="en-GB" err="1"/>
              <a:t>Bogala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781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E040F-8C31-5393-7A3E-2ADA4460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1FD28B1B-206A-F9AD-EC97-79A11D2EB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Protection of wind turbine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1ED8F0-5225-44BB-A544-9AF3E70AE98D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71875DA-6F19-A9C7-499D-DC64FC5D070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85CB089-7DE3-49FE-0D05-37D735A140D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2330" y="6160973"/>
            <a:ext cx="2248453" cy="3098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/>
              <a:t>[2] </a:t>
            </a:r>
            <a:r>
              <a:rPr lang="en-GB" sz="1400" err="1"/>
              <a:t>PowerFactory</a:t>
            </a:r>
            <a:r>
              <a:rPr lang="en-GB" sz="1400"/>
              <a:t>, 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EAA19E-D04E-59CC-7771-319BDAC2833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1EBEA57-3BCA-80C0-6AA4-B5B341E73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952" y="1730683"/>
            <a:ext cx="5325218" cy="36200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F01028-D233-D2D3-ADC7-2E840BBF2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393" y="1455884"/>
            <a:ext cx="3843379" cy="43045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4A5D35-2D5B-7FB3-5BBD-8EAC121F0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843" y="2537925"/>
            <a:ext cx="2840565" cy="2015373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BDFA271-4199-6B6A-84BD-10C3FAEE1F9E}"/>
              </a:ext>
            </a:extLst>
          </p:cNvPr>
          <p:cNvSpPr txBox="1">
            <a:spLocks/>
          </p:cNvSpPr>
          <p:nvPr/>
        </p:nvSpPr>
        <p:spPr>
          <a:xfrm>
            <a:off x="465640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Vijay </a:t>
            </a:r>
            <a:r>
              <a:rPr lang="en-GB" err="1"/>
              <a:t>Bogala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396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2E82F-751C-9CDD-7F51-F8A868CF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Power factory workflow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965CB1-4D6D-A0AB-630E-2CB9A112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/>
              <a:t>Build the elements such as </a:t>
            </a:r>
          </a:p>
          <a:p>
            <a:pPr lvl="1"/>
            <a:r>
              <a:rPr lang="en-GB"/>
              <a:t>Turbine: Generator, Transformer</a:t>
            </a:r>
          </a:p>
          <a:p>
            <a:pPr lvl="1"/>
            <a:r>
              <a:rPr lang="en-GB"/>
              <a:t>Grid: Transformer, equivalent external grid, shunt lines with switches for short-circuit</a:t>
            </a:r>
          </a:p>
          <a:p>
            <a:pPr lvl="1"/>
            <a:r>
              <a:rPr lang="en-GB"/>
              <a:t>Control circuit</a:t>
            </a:r>
          </a:p>
          <a:p>
            <a:r>
              <a:rPr lang="en-GB"/>
              <a:t>Define Simulation event  based on calculation such as</a:t>
            </a:r>
          </a:p>
          <a:p>
            <a:pPr lvl="1"/>
            <a:r>
              <a:rPr lang="en-GB"/>
              <a:t>Run the model to a stabilised point such as 1 </a:t>
            </a:r>
            <a:r>
              <a:rPr lang="en-GB" err="1"/>
              <a:t>pu</a:t>
            </a:r>
            <a:r>
              <a:rPr lang="en-GB"/>
              <a:t> rated P</a:t>
            </a:r>
          </a:p>
          <a:p>
            <a:pPr lvl="1"/>
            <a:r>
              <a:rPr lang="en-GB"/>
              <a:t>Cause 3-phase short circuit in grid at shunt line at 1 sec.</a:t>
            </a:r>
          </a:p>
          <a:p>
            <a:pPr lvl="1"/>
            <a:r>
              <a:rPr lang="en-GB"/>
              <a:t>Remove it at 1.15 s.</a:t>
            </a:r>
          </a:p>
          <a:p>
            <a:r>
              <a:rPr lang="en-GB"/>
              <a:t>Define the point &amp; quantity of measurement, ex. 3-phase balanced current, reactive power at transformer terminal, voltage etc.</a:t>
            </a:r>
          </a:p>
          <a:p>
            <a:r>
              <a:rPr lang="en-GB"/>
              <a:t>Choose the type of simulation: Load flow analysis, balanced/unbalanced RMS, EMT.</a:t>
            </a:r>
          </a:p>
          <a:p>
            <a:r>
              <a:rPr lang="en-GB"/>
              <a:t> Building graphs and repeat for many other such events.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F59BAB-43FB-D1E1-51A7-EAD15E630351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5B8928-1466-B0AB-173E-6A488322756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6B4E2CD-6889-FB6E-4E0F-16AF7E1D540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A343EE8-9C5F-08CE-A862-4331A8D00719}"/>
              </a:ext>
            </a:extLst>
          </p:cNvPr>
          <p:cNvSpPr txBox="1">
            <a:spLocks/>
          </p:cNvSpPr>
          <p:nvPr/>
        </p:nvSpPr>
        <p:spPr>
          <a:xfrm>
            <a:off x="465640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Vijay </a:t>
            </a:r>
            <a:r>
              <a:rPr lang="en-GB" err="1"/>
              <a:t>Bogala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5395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2D72-05DC-5B55-BD9B-DEAA2BD93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F7E3AD-0125-BE7D-BFF9-65ED4B629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2. Power factory workflow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487918-85EE-BE51-6346-34E16FE29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868" y="1532065"/>
            <a:ext cx="6831732" cy="4542518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B0C6D8-56F7-22FD-1B6B-76B73F6FF57F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ED4D16-324A-F43F-7908-363324854B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24C2E2C-C01E-4B04-4047-838266D4C76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3" name="Textplatzhalter 8">
            <a:extLst>
              <a:ext uri="{FF2B5EF4-FFF2-40B4-BE49-F238E27FC236}">
                <a16:creationId xmlns:a16="http://schemas.microsoft.com/office/drawing/2014/main" id="{E6CEFB80-0768-5ED8-056A-D8CE29CB40F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57935" y="6170305"/>
            <a:ext cx="2815271" cy="3098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400" err="1"/>
              <a:t>Souce</a:t>
            </a:r>
            <a:r>
              <a:rPr lang="en-GB" sz="1400"/>
              <a:t>: own with </a:t>
            </a:r>
            <a:r>
              <a:rPr lang="en-GB" sz="1400" err="1"/>
              <a:t>PowerFactory</a:t>
            </a:r>
            <a:endParaRPr lang="en-GB" sz="140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82026C-936D-35D1-E5EE-740D6C0C7262}"/>
              </a:ext>
            </a:extLst>
          </p:cNvPr>
          <p:cNvSpPr txBox="1">
            <a:spLocks/>
          </p:cNvSpPr>
          <p:nvPr/>
        </p:nvSpPr>
        <p:spPr>
          <a:xfrm>
            <a:off x="465640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Vijay </a:t>
            </a:r>
            <a:r>
              <a:rPr lang="en-GB" err="1"/>
              <a:t>Bogala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370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95B01-3D1C-7AA8-109B-B54E7BF57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4B9A746D-705A-A459-F924-AAB8D2A1D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3. Wind farm control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F7C46D5-1A3A-0131-E70F-DB0DBE0A4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/>
              <a:t>Nos. of turbines: 3</a:t>
            </a:r>
          </a:p>
          <a:p>
            <a:pPr marL="457200" lvl="1" indent="0">
              <a:buNone/>
            </a:pPr>
            <a:endParaRPr lang="en-GB" sz="220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/>
              <a:t>i.e. PPC / Power Plant Controller</a:t>
            </a:r>
          </a:p>
          <a:p>
            <a:pPr lvl="2"/>
            <a:r>
              <a:rPr lang="en-GB"/>
              <a:t>Controls the power fed into grid based on requirement</a:t>
            </a:r>
          </a:p>
          <a:p>
            <a:pPr lvl="2"/>
            <a:r>
              <a:rPr lang="en-GB"/>
              <a:t>Stabilises the grid to keep selling power</a:t>
            </a:r>
          </a:p>
          <a:p>
            <a:pPr lvl="2"/>
            <a:r>
              <a:rPr lang="en-GB"/>
              <a:t>Connects all equipment on the farm with grid: Turbines, farm transformer, storage, STATCOM, capacitor/inductor banks.</a:t>
            </a:r>
          </a:p>
          <a:p>
            <a:pPr marL="914400" lvl="2" indent="0">
              <a:buNone/>
            </a:pPr>
            <a:endParaRPr lang="en-GB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b="1"/>
              <a:t>Syria</a:t>
            </a:r>
            <a:r>
              <a:rPr lang="en-GB" sz="2200"/>
              <a:t>n grid has </a:t>
            </a:r>
            <a:r>
              <a:rPr lang="en-GB" sz="2200" b="1"/>
              <a:t>classical</a:t>
            </a:r>
            <a:r>
              <a:rPr lang="en-GB" sz="2200"/>
              <a:t> real-time control on renewable power plants as in ii., only </a:t>
            </a:r>
            <a:r>
              <a:rPr lang="en-GB" sz="2200" b="1"/>
              <a:t>difference</a:t>
            </a:r>
            <a:r>
              <a:rPr lang="en-GB" sz="2200"/>
              <a:t> in the method of communication as </a:t>
            </a:r>
            <a:r>
              <a:rPr lang="en-GB" sz="2200" b="1"/>
              <a:t>wireless in stead of optical fibre</a:t>
            </a:r>
            <a:r>
              <a:rPr lang="en-GB" sz="2200"/>
              <a:t>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E373B-7739-3F82-4CA8-9B43CB40E6AC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79F02C-A210-B2C3-15B7-7FA1040C020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9D10E8-FB9C-8065-6081-DDA6F065DE0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E17C54A-CE2D-38F2-BE11-C4D784056579}"/>
              </a:ext>
            </a:extLst>
          </p:cNvPr>
          <p:cNvSpPr txBox="1">
            <a:spLocks/>
          </p:cNvSpPr>
          <p:nvPr/>
        </p:nvSpPr>
        <p:spPr>
          <a:xfrm>
            <a:off x="465640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Vijay </a:t>
            </a:r>
            <a:r>
              <a:rPr lang="en-GB" err="1"/>
              <a:t>Bogala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652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C37CC-0F72-41F1-299A-B0D9DE508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E9EC3D00-BFFA-0B7F-A0C5-AEA3F5A9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3. Wind farm control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0C9EDAA-1CF5-E851-7B94-E575DAC11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State-of-the-art control features [3, vestas]</a:t>
            </a:r>
          </a:p>
          <a:p>
            <a:pPr lvl="1"/>
            <a:r>
              <a:rPr lang="en-US"/>
              <a:t>Power factor or reactive power closed-loop control (two options)</a:t>
            </a:r>
          </a:p>
          <a:p>
            <a:pPr lvl="1"/>
            <a:r>
              <a:rPr lang="en-US"/>
              <a:t>Voltage closed-loop control</a:t>
            </a:r>
          </a:p>
          <a:p>
            <a:pPr lvl="1"/>
            <a:r>
              <a:rPr lang="en-US"/>
              <a:t>Active power closed-loop control, curtailment, derating, ramp-rate limitation</a:t>
            </a:r>
          </a:p>
          <a:p>
            <a:pPr lvl="1"/>
            <a:r>
              <a:rPr lang="en-US"/>
              <a:t>Frequency control (three options), governor response </a:t>
            </a:r>
          </a:p>
          <a:p>
            <a:pPr lvl="1"/>
            <a:r>
              <a:rPr lang="en-US"/>
              <a:t>Fault ride-through coordination</a:t>
            </a:r>
          </a:p>
          <a:p>
            <a:r>
              <a:rPr lang="en-US"/>
              <a:t>Additional equipment:</a:t>
            </a:r>
          </a:p>
          <a:p>
            <a:pPr lvl="1"/>
            <a:r>
              <a:rPr lang="en-US"/>
              <a:t>STATCOM: Static Synchronous Compensator</a:t>
            </a:r>
          </a:p>
          <a:p>
            <a:pPr lvl="1"/>
            <a:r>
              <a:rPr lang="en-US"/>
              <a:t>MSC: Mechanically Switched Capacitor</a:t>
            </a:r>
          </a:p>
          <a:p>
            <a:pPr lvl="1"/>
            <a:r>
              <a:rPr lang="en-US"/>
              <a:t>MSR: Mechanically Switched Reactor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137B40-9626-1980-143D-0009899C6A5D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02AEE8E4-D792-40D2-B8D4-0007E21A0CF8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329FCA-823B-F36B-7331-9586AA538CF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EDDA868-D049-E265-63EA-C10AAD84CF8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0322" y="6039675"/>
            <a:ext cx="2248453" cy="3098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/>
              <a:t>[3]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F43C50D-6723-D085-D07A-B1C3FACF64E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8474613" y="6564113"/>
            <a:ext cx="2879187" cy="365125"/>
          </a:xfrm>
        </p:spPr>
        <p:txBody>
          <a:bodyPr/>
          <a:lstStyle/>
          <a:p>
            <a:r>
              <a:rPr lang="en-GB"/>
              <a:t>Grid Code Development / Optimus Syria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ED68E42-9508-DC79-FD80-34BF70727071}"/>
              </a:ext>
            </a:extLst>
          </p:cNvPr>
          <p:cNvSpPr txBox="1">
            <a:spLocks/>
          </p:cNvSpPr>
          <p:nvPr/>
        </p:nvSpPr>
        <p:spPr>
          <a:xfrm>
            <a:off x="465640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Vijay </a:t>
            </a:r>
            <a:r>
              <a:rPr lang="en-GB" err="1"/>
              <a:t>Bogala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845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Grid</a:t>
            </a:r>
            <a:r>
              <a:rPr lang="de-DE"/>
              <a:t> Code Development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19340-9D16-A981-A772-1E4CF9E8643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[1] “</a:t>
            </a:r>
            <a:r>
              <a:rPr lang="en-GB" err="1"/>
              <a:t>Generic_DFIG_turbine_resync</a:t>
            </a:r>
            <a:r>
              <a:rPr lang="en-GB"/>
              <a:t>”, </a:t>
            </a:r>
            <a:r>
              <a:rPr lang="en-GB" err="1"/>
              <a:t>PowerFactory</a:t>
            </a:r>
            <a:r>
              <a:rPr lang="en-GB"/>
              <a:t>, (accessed Nov. 24, 2025)</a:t>
            </a:r>
          </a:p>
          <a:p>
            <a:pPr lvl="0">
              <a:defRPr/>
            </a:pPr>
            <a:r>
              <a:rPr lang="en-GB"/>
              <a:t>[2] </a:t>
            </a:r>
            <a:r>
              <a:rPr lang="en-US"/>
              <a:t>“Protection device library,” </a:t>
            </a:r>
            <a:r>
              <a:rPr lang="en-US" err="1"/>
              <a:t>PowerFactory</a:t>
            </a:r>
            <a:r>
              <a:rPr lang="en-US"/>
              <a:t>, 2025 (accessed Dec. 1, 2025)</a:t>
            </a:r>
          </a:p>
          <a:p>
            <a:r>
              <a:rPr lang="en-US"/>
              <a:t>[3] “Dedicated for wind power plants.” Available: </a:t>
            </a:r>
            <a:r>
              <a:rPr lang="en-US">
                <a:hlinkClick r:id="rId2"/>
              </a:rPr>
              <a:t>https://www.vestas.com/content/dam/vestas-com/global/en/brochures/power-plant-solutions-/VestasOnline_Power_Plant_Controller.pdf.coredownload.inline.pdf</a:t>
            </a:r>
            <a:r>
              <a:rPr lang="en-US"/>
              <a:t> (accessed Dec. 1, 2025)</a:t>
            </a:r>
          </a:p>
          <a:p>
            <a:r>
              <a:rPr lang="en-US"/>
              <a:t>‌</a:t>
            </a:r>
          </a:p>
          <a:p>
            <a:pPr lvl="0">
              <a:defRPr/>
            </a:pPr>
            <a:endParaRPr lang="it-IT"/>
          </a:p>
          <a:p>
            <a:pPr lvl="0"/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6803"/>
            <a:ext cx="1111370" cy="365125"/>
          </a:xfrm>
        </p:spPr>
        <p:txBody>
          <a:bodyPr/>
          <a:lstStyle/>
          <a:p>
            <a:fld id="{26D83DB4-11DF-4DC9-9AFB-FDB45DBDB9C4}" type="datetime1">
              <a:rPr lang="en-GB" smtClean="0"/>
              <a:t>01/12/2025</a:t>
            </a:fld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49570" y="6566803"/>
            <a:ext cx="928958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E1DE191-4C59-FF9F-51E1-E8FF6A69A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497" y="6566803"/>
            <a:ext cx="288365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8ECEFA"/>
        </a:solidFill>
        <a:ln>
          <a:solidFill>
            <a:schemeClr val="bg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rid Code-Template Vijay Bogala.potx" id="{00328DB0-A8A4-4D7C-AB7F-DAF35E03D551}" vid="{68A51B37-FCF8-4DA7-8EB2-E147F7651C42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Grid Code-Template Vijay Bogala.potx" id="{00328DB0-A8A4-4D7C-AB7F-DAF35E03D551}" vid="{82D5ED6C-B336-41F7-B28D-7D5A7A48C1A5}"/>
    </a:ext>
  </a:extLst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id Code-Template Vijay Bogala.potx" id="{00328DB0-A8A4-4D7C-AB7F-DAF35E03D551}" vid="{28E02D97-AE38-48C7-B7BB-E197184B716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Grid Code-Template Vijay Bogala</Template>
  <TotalTime>0</TotalTim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Office</vt:lpstr>
      <vt:lpstr>1_Office</vt:lpstr>
      <vt:lpstr>Benutzerdefiniertes Design</vt:lpstr>
      <vt:lpstr>PowerPoint Presentation</vt:lpstr>
      <vt:lpstr>List of contents</vt:lpstr>
      <vt:lpstr>1. Protection of wind turbine</vt:lpstr>
      <vt:lpstr>1. Protection of wind turbine</vt:lpstr>
      <vt:lpstr>1. Protection of wind turbine</vt:lpstr>
      <vt:lpstr>2. Power factory workflow</vt:lpstr>
      <vt:lpstr>2. Power factory workflow</vt:lpstr>
      <vt:lpstr>3. Wind farm control</vt:lpstr>
      <vt:lpstr>3. Wind farm control</vt:lpstr>
      <vt:lpstr>Bibliography – Grid Code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Vijay Bogala</dc:creator>
  <cp:revision>1</cp:revision>
  <dcterms:created xsi:type="dcterms:W3CDTF">2025-11-26T14:29:50Z</dcterms:created>
  <dcterms:modified xsi:type="dcterms:W3CDTF">2025-12-01T11:21:01Z</dcterms:modified>
</cp:coreProperties>
</file>