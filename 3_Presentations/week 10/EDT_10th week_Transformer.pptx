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  <p:sldMasterId id="2147483725" r:id="rId2"/>
  </p:sldMasterIdLst>
  <p:notesMasterIdLst>
    <p:notesMasterId r:id="rId13"/>
  </p:notesMasterIdLst>
  <p:handoutMasterIdLst>
    <p:handoutMasterId r:id="rId14"/>
  </p:handoutMasterIdLst>
  <p:sldIdLst>
    <p:sldId id="263" r:id="rId3"/>
    <p:sldId id="259" r:id="rId4"/>
    <p:sldId id="303" r:id="rId5"/>
    <p:sldId id="304" r:id="rId6"/>
    <p:sldId id="305" r:id="rId7"/>
    <p:sldId id="306" r:id="rId8"/>
    <p:sldId id="298" r:id="rId9"/>
    <p:sldId id="299" r:id="rId10"/>
    <p:sldId id="272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59"/>
            <p14:sldId id="303"/>
            <p14:sldId id="304"/>
            <p14:sldId id="305"/>
            <p14:sldId id="306"/>
            <p14:sldId id="298"/>
            <p14:sldId id="299"/>
          </p14:sldIdLst>
        </p14:section>
        <p14:section name="Next Step" id="{B26F6679-C236-4D3D-BC2F-CAE5ED400718}">
          <p14:sldIdLst>
            <p14:sldId id="272"/>
          </p14:sldIdLst>
        </p14:section>
        <p14:section name="bibliography" id="{2ECB0A3B-7D16-4F98-AD6A-5308DF7BF07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C944B9-7FDD-4415-89C7-25C0EFFFDB0D}" v="39" dt="2025-11-24T12:54:58.4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48"/>
  </p:normalViewPr>
  <p:slideViewPr>
    <p:cSldViewPr snapToGrid="0">
      <p:cViewPr varScale="1">
        <p:scale>
          <a:sx n="92" d="100"/>
          <a:sy n="92" d="100"/>
        </p:scale>
        <p:origin x="91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na Vergara" userId="2ca01a0e-ac9d-4d2f-8a49-614de77d2bf5" providerId="ADAL" clId="{96CBA73D-C366-46D3-ACAE-9128C05887B7}"/>
    <pc:docChg chg="undo custSel addSld delSld modSld sldOrd modSection">
      <pc:chgData name="Cristina Vergara" userId="2ca01a0e-ac9d-4d2f-8a49-614de77d2bf5" providerId="ADAL" clId="{96CBA73D-C366-46D3-ACAE-9128C05887B7}" dt="2025-11-24T12:56:34.753" v="416" actId="1076"/>
      <pc:docMkLst>
        <pc:docMk/>
      </pc:docMkLst>
      <pc:sldChg chg="modSp mod">
        <pc:chgData name="Cristina Vergara" userId="2ca01a0e-ac9d-4d2f-8a49-614de77d2bf5" providerId="ADAL" clId="{96CBA73D-C366-46D3-ACAE-9128C05887B7}" dt="2025-11-24T12:56:15.766" v="413" actId="20577"/>
        <pc:sldMkLst>
          <pc:docMk/>
          <pc:sldMk cId="1106553756" sldId="259"/>
        </pc:sldMkLst>
        <pc:spChg chg="mod">
          <ac:chgData name="Cristina Vergara" userId="2ca01a0e-ac9d-4d2f-8a49-614de77d2bf5" providerId="ADAL" clId="{96CBA73D-C366-46D3-ACAE-9128C05887B7}" dt="2025-11-24T12:56:15.766" v="413" actId="20577"/>
          <ac:spMkLst>
            <pc:docMk/>
            <pc:sldMk cId="1106553756" sldId="259"/>
            <ac:spMk id="8" creationId="{7B3EF3BA-9806-6A08-507B-33B62F09552E}"/>
          </ac:spMkLst>
        </pc:spChg>
      </pc:sldChg>
      <pc:sldChg chg="modSp mod">
        <pc:chgData name="Cristina Vergara" userId="2ca01a0e-ac9d-4d2f-8a49-614de77d2bf5" providerId="ADAL" clId="{96CBA73D-C366-46D3-ACAE-9128C05887B7}" dt="2025-11-21T17:46:01.605" v="11" actId="20577"/>
        <pc:sldMkLst>
          <pc:docMk/>
          <pc:sldMk cId="1493159916" sldId="263"/>
        </pc:sldMkLst>
        <pc:spChg chg="mod">
          <ac:chgData name="Cristina Vergara" userId="2ca01a0e-ac9d-4d2f-8a49-614de77d2bf5" providerId="ADAL" clId="{96CBA73D-C366-46D3-ACAE-9128C05887B7}" dt="2025-11-21T17:46:01.605" v="11" actId="20577"/>
          <ac:spMkLst>
            <pc:docMk/>
            <pc:sldMk cId="1493159916" sldId="263"/>
            <ac:spMk id="4" creationId="{06BE6549-3E86-5AE5-9E5E-148C592FC8CE}"/>
          </ac:spMkLst>
        </pc:spChg>
        <pc:spChg chg="mod">
          <ac:chgData name="Cristina Vergara" userId="2ca01a0e-ac9d-4d2f-8a49-614de77d2bf5" providerId="ADAL" clId="{96CBA73D-C366-46D3-ACAE-9128C05887B7}" dt="2025-11-21T17:45:53.120" v="5" actId="20577"/>
          <ac:spMkLst>
            <pc:docMk/>
            <pc:sldMk cId="1493159916" sldId="263"/>
            <ac:spMk id="27" creationId="{1E0415E7-E053-E995-249A-5B86E4F96002}"/>
          </ac:spMkLst>
        </pc:spChg>
      </pc:sldChg>
      <pc:sldChg chg="modSp mod">
        <pc:chgData name="Cristina Vergara" userId="2ca01a0e-ac9d-4d2f-8a49-614de77d2bf5" providerId="ADAL" clId="{96CBA73D-C366-46D3-ACAE-9128C05887B7}" dt="2025-11-24T12:38:03.646" v="313"/>
        <pc:sldMkLst>
          <pc:docMk/>
          <pc:sldMk cId="40729671" sldId="269"/>
        </pc:sldMkLst>
        <pc:spChg chg="mod">
          <ac:chgData name="Cristina Vergara" userId="2ca01a0e-ac9d-4d2f-8a49-614de77d2bf5" providerId="ADAL" clId="{96CBA73D-C366-46D3-ACAE-9128C05887B7}" dt="2025-11-24T12:38:03.646" v="313"/>
          <ac:spMkLst>
            <pc:docMk/>
            <pc:sldMk cId="40729671" sldId="269"/>
            <ac:spMk id="2" creationId="{B304FBDE-F047-28F8-F872-FBD4A9FEB5E4}"/>
          </ac:spMkLst>
        </pc:spChg>
        <pc:spChg chg="mod">
          <ac:chgData name="Cristina Vergara" userId="2ca01a0e-ac9d-4d2f-8a49-614de77d2bf5" providerId="ADAL" clId="{96CBA73D-C366-46D3-ACAE-9128C05887B7}" dt="2025-11-21T17:47:09.620" v="49" actId="20577"/>
          <ac:spMkLst>
            <pc:docMk/>
            <pc:sldMk cId="40729671" sldId="269"/>
            <ac:spMk id="9" creationId="{41C0995E-FEBD-077C-14BB-63CEFB257421}"/>
          </ac:spMkLst>
        </pc:spChg>
      </pc:sldChg>
      <pc:sldChg chg="modSp mod">
        <pc:chgData name="Cristina Vergara" userId="2ca01a0e-ac9d-4d2f-8a49-614de77d2bf5" providerId="ADAL" clId="{96CBA73D-C366-46D3-ACAE-9128C05887B7}" dt="2025-11-24T12:37:00.187" v="311" actId="20577"/>
        <pc:sldMkLst>
          <pc:docMk/>
          <pc:sldMk cId="273071422" sldId="272"/>
        </pc:sldMkLst>
        <pc:spChg chg="mod">
          <ac:chgData name="Cristina Vergara" userId="2ca01a0e-ac9d-4d2f-8a49-614de77d2bf5" providerId="ADAL" clId="{96CBA73D-C366-46D3-ACAE-9128C05887B7}" dt="2025-11-21T17:47:02.563" v="45" actId="20577"/>
          <ac:spMkLst>
            <pc:docMk/>
            <pc:sldMk cId="273071422" sldId="272"/>
            <ac:spMk id="2" creationId="{8AEE8DB0-9841-5964-5327-D15E924DD505}"/>
          </ac:spMkLst>
        </pc:spChg>
        <pc:spChg chg="mod">
          <ac:chgData name="Cristina Vergara" userId="2ca01a0e-ac9d-4d2f-8a49-614de77d2bf5" providerId="ADAL" clId="{96CBA73D-C366-46D3-ACAE-9128C05887B7}" dt="2025-11-24T12:37:00.187" v="311" actId="20577"/>
          <ac:spMkLst>
            <pc:docMk/>
            <pc:sldMk cId="273071422" sldId="272"/>
            <ac:spMk id="8" creationId="{425D078B-14F7-F4E5-748E-5707AED524FF}"/>
          </ac:spMkLst>
        </pc:spChg>
      </pc:sldChg>
      <pc:sldChg chg="modSp mod">
        <pc:chgData name="Cristina Vergara" userId="2ca01a0e-ac9d-4d2f-8a49-614de77d2bf5" providerId="ADAL" clId="{96CBA73D-C366-46D3-ACAE-9128C05887B7}" dt="2025-11-21T17:46:19.646" v="19" actId="20577"/>
        <pc:sldMkLst>
          <pc:docMk/>
          <pc:sldMk cId="2843283829" sldId="298"/>
        </pc:sldMkLst>
        <pc:spChg chg="mod">
          <ac:chgData name="Cristina Vergara" userId="2ca01a0e-ac9d-4d2f-8a49-614de77d2bf5" providerId="ADAL" clId="{96CBA73D-C366-46D3-ACAE-9128C05887B7}" dt="2025-11-21T17:46:19.646" v="19" actId="20577"/>
          <ac:spMkLst>
            <pc:docMk/>
            <pc:sldMk cId="2843283829" sldId="298"/>
            <ac:spMk id="4" creationId="{3C44056D-37C7-6B43-578B-D45D99E376E7}"/>
          </ac:spMkLst>
        </pc:spChg>
      </pc:sldChg>
      <pc:sldChg chg="modSp mod">
        <pc:chgData name="Cristina Vergara" userId="2ca01a0e-ac9d-4d2f-8a49-614de77d2bf5" providerId="ADAL" clId="{96CBA73D-C366-46D3-ACAE-9128C05887B7}" dt="2025-11-21T17:46:26.591" v="23" actId="20577"/>
        <pc:sldMkLst>
          <pc:docMk/>
          <pc:sldMk cId="392105073" sldId="299"/>
        </pc:sldMkLst>
        <pc:spChg chg="mod">
          <ac:chgData name="Cristina Vergara" userId="2ca01a0e-ac9d-4d2f-8a49-614de77d2bf5" providerId="ADAL" clId="{96CBA73D-C366-46D3-ACAE-9128C05887B7}" dt="2025-11-21T17:46:26.591" v="23" actId="20577"/>
          <ac:spMkLst>
            <pc:docMk/>
            <pc:sldMk cId="392105073" sldId="299"/>
            <ac:spMk id="4" creationId="{FDF7AF05-68C7-2428-656A-7669441AFFA4}"/>
          </ac:spMkLst>
        </pc:spChg>
      </pc:sldChg>
      <pc:sldChg chg="modSp mod">
        <pc:chgData name="Cristina Vergara" userId="2ca01a0e-ac9d-4d2f-8a49-614de77d2bf5" providerId="ADAL" clId="{96CBA73D-C366-46D3-ACAE-9128C05887B7}" dt="2025-11-21T17:46:34.340" v="27" actId="20577"/>
        <pc:sldMkLst>
          <pc:docMk/>
          <pc:sldMk cId="413979900" sldId="300"/>
        </pc:sldMkLst>
        <pc:spChg chg="mod">
          <ac:chgData name="Cristina Vergara" userId="2ca01a0e-ac9d-4d2f-8a49-614de77d2bf5" providerId="ADAL" clId="{96CBA73D-C366-46D3-ACAE-9128C05887B7}" dt="2025-11-21T17:46:34.340" v="27" actId="20577"/>
          <ac:spMkLst>
            <pc:docMk/>
            <pc:sldMk cId="413979900" sldId="300"/>
            <ac:spMk id="4" creationId="{25829A2A-5B21-83DD-3259-DBE35ABFEF28}"/>
          </ac:spMkLst>
        </pc:spChg>
      </pc:sldChg>
      <pc:sldChg chg="modSp del mod">
        <pc:chgData name="Cristina Vergara" userId="2ca01a0e-ac9d-4d2f-8a49-614de77d2bf5" providerId="ADAL" clId="{96CBA73D-C366-46D3-ACAE-9128C05887B7}" dt="2025-11-24T12:36:49.380" v="310" actId="2696"/>
        <pc:sldMkLst>
          <pc:docMk/>
          <pc:sldMk cId="953828342" sldId="301"/>
        </pc:sldMkLst>
      </pc:sldChg>
      <pc:sldChg chg="modSp del mod">
        <pc:chgData name="Cristina Vergara" userId="2ca01a0e-ac9d-4d2f-8a49-614de77d2bf5" providerId="ADAL" clId="{96CBA73D-C366-46D3-ACAE-9128C05887B7}" dt="2025-11-24T12:36:41.089" v="309" actId="2696"/>
        <pc:sldMkLst>
          <pc:docMk/>
          <pc:sldMk cId="2205816345" sldId="302"/>
        </pc:sldMkLst>
      </pc:sldChg>
      <pc:sldChg chg="addSp modSp mod ord">
        <pc:chgData name="Cristina Vergara" userId="2ca01a0e-ac9d-4d2f-8a49-614de77d2bf5" providerId="ADAL" clId="{96CBA73D-C366-46D3-ACAE-9128C05887B7}" dt="2025-11-24T12:32:55.856" v="308" actId="20577"/>
        <pc:sldMkLst>
          <pc:docMk/>
          <pc:sldMk cId="2809174407" sldId="303"/>
        </pc:sldMkLst>
        <pc:spChg chg="mod">
          <ac:chgData name="Cristina Vergara" userId="2ca01a0e-ac9d-4d2f-8a49-614de77d2bf5" providerId="ADAL" clId="{96CBA73D-C366-46D3-ACAE-9128C05887B7}" dt="2025-11-24T12:00:26.945" v="83" actId="20577"/>
          <ac:spMkLst>
            <pc:docMk/>
            <pc:sldMk cId="2809174407" sldId="303"/>
            <ac:spMk id="3" creationId="{AA38D7E7-51E4-86DB-4936-A6A01661BE5D}"/>
          </ac:spMkLst>
        </pc:spChg>
        <pc:spChg chg="mod">
          <ac:chgData name="Cristina Vergara" userId="2ca01a0e-ac9d-4d2f-8a49-614de77d2bf5" providerId="ADAL" clId="{96CBA73D-C366-46D3-ACAE-9128C05887B7}" dt="2025-11-21T17:46:50.829" v="35" actId="20577"/>
          <ac:spMkLst>
            <pc:docMk/>
            <pc:sldMk cId="2809174407" sldId="303"/>
            <ac:spMk id="4" creationId="{397E19D1-43A9-6029-36E6-4B8D174E71EC}"/>
          </ac:spMkLst>
        </pc:spChg>
        <pc:spChg chg="add mod">
          <ac:chgData name="Cristina Vergara" userId="2ca01a0e-ac9d-4d2f-8a49-614de77d2bf5" providerId="ADAL" clId="{96CBA73D-C366-46D3-ACAE-9128C05887B7}" dt="2025-11-24T12:32:55.856" v="308" actId="20577"/>
          <ac:spMkLst>
            <pc:docMk/>
            <pc:sldMk cId="2809174407" sldId="303"/>
            <ac:spMk id="7" creationId="{B5BCBC03-A8D9-3E8F-F0A0-5806AA3600B1}"/>
          </ac:spMkLst>
        </pc:spChg>
      </pc:sldChg>
      <pc:sldChg chg="addSp delSp modSp add mod">
        <pc:chgData name="Cristina Vergara" userId="2ca01a0e-ac9d-4d2f-8a49-614de77d2bf5" providerId="ADAL" clId="{96CBA73D-C366-46D3-ACAE-9128C05887B7}" dt="2025-11-24T12:17:03.009" v="150" actId="1076"/>
        <pc:sldMkLst>
          <pc:docMk/>
          <pc:sldMk cId="3751186873" sldId="304"/>
        </pc:sldMkLst>
        <pc:spChg chg="del">
          <ac:chgData name="Cristina Vergara" userId="2ca01a0e-ac9d-4d2f-8a49-614de77d2bf5" providerId="ADAL" clId="{96CBA73D-C366-46D3-ACAE-9128C05887B7}" dt="2025-11-24T12:12:15.045" v="144" actId="478"/>
          <ac:spMkLst>
            <pc:docMk/>
            <pc:sldMk cId="3751186873" sldId="304"/>
            <ac:spMk id="7" creationId="{A7031A81-3FCD-1A71-4A7E-7EFE8D4D167D}"/>
          </ac:spMkLst>
        </pc:spChg>
        <pc:picChg chg="add mod">
          <ac:chgData name="Cristina Vergara" userId="2ca01a0e-ac9d-4d2f-8a49-614de77d2bf5" providerId="ADAL" clId="{96CBA73D-C366-46D3-ACAE-9128C05887B7}" dt="2025-11-24T12:17:03.009" v="150" actId="1076"/>
          <ac:picMkLst>
            <pc:docMk/>
            <pc:sldMk cId="3751186873" sldId="304"/>
            <ac:picMk id="9" creationId="{2A6BAEB5-4DA8-D8BB-BC64-8F168371F06E}"/>
          </ac:picMkLst>
        </pc:picChg>
      </pc:sldChg>
      <pc:sldChg chg="new del">
        <pc:chgData name="Cristina Vergara" userId="2ca01a0e-ac9d-4d2f-8a49-614de77d2bf5" providerId="ADAL" clId="{96CBA73D-C366-46D3-ACAE-9128C05887B7}" dt="2025-11-24T12:17:09.017" v="152" actId="680"/>
        <pc:sldMkLst>
          <pc:docMk/>
          <pc:sldMk cId="696846478" sldId="305"/>
        </pc:sldMkLst>
      </pc:sldChg>
      <pc:sldChg chg="addSp delSp modSp add mod">
        <pc:chgData name="Cristina Vergara" userId="2ca01a0e-ac9d-4d2f-8a49-614de77d2bf5" providerId="ADAL" clId="{96CBA73D-C366-46D3-ACAE-9128C05887B7}" dt="2025-11-24T12:56:34.753" v="416" actId="1076"/>
        <pc:sldMkLst>
          <pc:docMk/>
          <pc:sldMk cId="1514166845" sldId="305"/>
        </pc:sldMkLst>
        <pc:picChg chg="add mod modCrop">
          <ac:chgData name="Cristina Vergara" userId="2ca01a0e-ac9d-4d2f-8a49-614de77d2bf5" providerId="ADAL" clId="{96CBA73D-C366-46D3-ACAE-9128C05887B7}" dt="2025-11-24T12:56:34.753" v="416" actId="1076"/>
          <ac:picMkLst>
            <pc:docMk/>
            <pc:sldMk cId="1514166845" sldId="305"/>
            <ac:picMk id="7" creationId="{93F1594A-64F6-07E6-5BB7-0C8859096C1C}"/>
          </ac:picMkLst>
        </pc:picChg>
        <pc:picChg chg="del">
          <ac:chgData name="Cristina Vergara" userId="2ca01a0e-ac9d-4d2f-8a49-614de77d2bf5" providerId="ADAL" clId="{96CBA73D-C366-46D3-ACAE-9128C05887B7}" dt="2025-11-24T12:17:14.168" v="154" actId="478"/>
          <ac:picMkLst>
            <pc:docMk/>
            <pc:sldMk cId="1514166845" sldId="305"/>
            <ac:picMk id="9" creationId="{C9C2CCA0-C22B-1195-5E59-7857A7BF1265}"/>
          </ac:picMkLst>
        </pc:picChg>
        <pc:picChg chg="add del mod">
          <ac:chgData name="Cristina Vergara" userId="2ca01a0e-ac9d-4d2f-8a49-614de77d2bf5" providerId="ADAL" clId="{96CBA73D-C366-46D3-ACAE-9128C05887B7}" dt="2025-11-24T12:18:15.484" v="173" actId="478"/>
          <ac:picMkLst>
            <pc:docMk/>
            <pc:sldMk cId="1514166845" sldId="305"/>
            <ac:picMk id="11" creationId="{6FF554F2-BF7E-38F0-1566-62E5AF31D209}"/>
          </ac:picMkLst>
        </pc:picChg>
      </pc:sldChg>
      <pc:sldChg chg="addSp delSp modSp add mod">
        <pc:chgData name="Cristina Vergara" userId="2ca01a0e-ac9d-4d2f-8a49-614de77d2bf5" providerId="ADAL" clId="{96CBA73D-C366-46D3-ACAE-9128C05887B7}" dt="2025-11-24T12:49:53.822" v="352" actId="15"/>
        <pc:sldMkLst>
          <pc:docMk/>
          <pc:sldMk cId="374064037" sldId="306"/>
        </pc:sldMkLst>
        <pc:spChg chg="mod">
          <ac:chgData name="Cristina Vergara" userId="2ca01a0e-ac9d-4d2f-8a49-614de77d2bf5" providerId="ADAL" clId="{96CBA73D-C366-46D3-ACAE-9128C05887B7}" dt="2025-11-24T12:20:30.326" v="182" actId="20577"/>
          <ac:spMkLst>
            <pc:docMk/>
            <pc:sldMk cId="374064037" sldId="306"/>
            <ac:spMk id="3" creationId="{11A749C3-F008-A713-2000-7FC7301F016B}"/>
          </ac:spMkLst>
        </pc:spChg>
        <pc:spChg chg="add del mod">
          <ac:chgData name="Cristina Vergara" userId="2ca01a0e-ac9d-4d2f-8a49-614de77d2bf5" providerId="ADAL" clId="{96CBA73D-C366-46D3-ACAE-9128C05887B7}" dt="2025-11-24T12:46:32.834" v="314" actId="478"/>
          <ac:spMkLst>
            <pc:docMk/>
            <pc:sldMk cId="374064037" sldId="306"/>
            <ac:spMk id="9" creationId="{0A78ED98-187E-C58E-CE0A-837EC3F56A96}"/>
          </ac:spMkLst>
        </pc:spChg>
        <pc:spChg chg="add del mod">
          <ac:chgData name="Cristina Vergara" userId="2ca01a0e-ac9d-4d2f-8a49-614de77d2bf5" providerId="ADAL" clId="{96CBA73D-C366-46D3-ACAE-9128C05887B7}" dt="2025-11-24T12:46:35.593" v="315" actId="478"/>
          <ac:spMkLst>
            <pc:docMk/>
            <pc:sldMk cId="374064037" sldId="306"/>
            <ac:spMk id="11" creationId="{438FB9EF-CEF6-44B1-6B58-DED6A6523E8B}"/>
          </ac:spMkLst>
        </pc:spChg>
        <pc:spChg chg="add mod">
          <ac:chgData name="Cristina Vergara" userId="2ca01a0e-ac9d-4d2f-8a49-614de77d2bf5" providerId="ADAL" clId="{96CBA73D-C366-46D3-ACAE-9128C05887B7}" dt="2025-11-24T12:49:16.916" v="341" actId="15"/>
          <ac:spMkLst>
            <pc:docMk/>
            <pc:sldMk cId="374064037" sldId="306"/>
            <ac:spMk id="13" creationId="{52C0120F-5779-4F58-4E12-561CD79AD7F0}"/>
          </ac:spMkLst>
        </pc:spChg>
        <pc:spChg chg="add mod">
          <ac:chgData name="Cristina Vergara" userId="2ca01a0e-ac9d-4d2f-8a49-614de77d2bf5" providerId="ADAL" clId="{96CBA73D-C366-46D3-ACAE-9128C05887B7}" dt="2025-11-24T12:49:53.822" v="352" actId="15"/>
          <ac:spMkLst>
            <pc:docMk/>
            <pc:sldMk cId="374064037" sldId="306"/>
            <ac:spMk id="15" creationId="{62FC90AF-681B-4082-B01F-4A5C02EDA802}"/>
          </ac:spMkLst>
        </pc:spChg>
        <pc:picChg chg="del">
          <ac:chgData name="Cristina Vergara" userId="2ca01a0e-ac9d-4d2f-8a49-614de77d2bf5" providerId="ADAL" clId="{96CBA73D-C366-46D3-ACAE-9128C05887B7}" dt="2025-11-24T12:20:09.230" v="178" actId="478"/>
          <ac:picMkLst>
            <pc:docMk/>
            <pc:sldMk cId="374064037" sldId="306"/>
            <ac:picMk id="7" creationId="{9B177154-E6A5-5039-2C3E-362B4A454F5A}"/>
          </ac:picMkLst>
        </pc:picChg>
      </pc:sldChg>
      <pc:sldChg chg="addSp delSp modSp add mod">
        <pc:chgData name="Cristina Vergara" userId="2ca01a0e-ac9d-4d2f-8a49-614de77d2bf5" providerId="ADAL" clId="{96CBA73D-C366-46D3-ACAE-9128C05887B7}" dt="2025-11-24T12:55:44.485" v="379" actId="1076"/>
        <pc:sldMkLst>
          <pc:docMk/>
          <pc:sldMk cId="191938515" sldId="307"/>
        </pc:sldMkLst>
        <pc:spChg chg="add">
          <ac:chgData name="Cristina Vergara" userId="2ca01a0e-ac9d-4d2f-8a49-614de77d2bf5" providerId="ADAL" clId="{96CBA73D-C366-46D3-ACAE-9128C05887B7}" dt="2025-11-24T12:51:48.241" v="356"/>
          <ac:spMkLst>
            <pc:docMk/>
            <pc:sldMk cId="191938515" sldId="307"/>
            <ac:spMk id="2" creationId="{986D5D89-E34E-C486-8051-296096466443}"/>
          </ac:spMkLst>
        </pc:spChg>
        <pc:spChg chg="del">
          <ac:chgData name="Cristina Vergara" userId="2ca01a0e-ac9d-4d2f-8a49-614de77d2bf5" providerId="ADAL" clId="{96CBA73D-C366-46D3-ACAE-9128C05887B7}" dt="2025-11-24T12:51:47.009" v="355" actId="478"/>
          <ac:spMkLst>
            <pc:docMk/>
            <pc:sldMk cId="191938515" sldId="307"/>
            <ac:spMk id="9" creationId="{80D4498B-B093-C3B4-6A59-AF5DCD5AA55E}"/>
          </ac:spMkLst>
        </pc:spChg>
        <pc:spChg chg="add mod">
          <ac:chgData name="Cristina Vergara" userId="2ca01a0e-ac9d-4d2f-8a49-614de77d2bf5" providerId="ADAL" clId="{96CBA73D-C366-46D3-ACAE-9128C05887B7}" dt="2025-11-24T12:54:58.427" v="376" actId="1076"/>
          <ac:spMkLst>
            <pc:docMk/>
            <pc:sldMk cId="191938515" sldId="307"/>
            <ac:spMk id="12" creationId="{D58FBD90-526A-C2EE-E7CF-FA90843869C5}"/>
          </ac:spMkLst>
        </pc:spChg>
        <pc:picChg chg="add mod">
          <ac:chgData name="Cristina Vergara" userId="2ca01a0e-ac9d-4d2f-8a49-614de77d2bf5" providerId="ADAL" clId="{96CBA73D-C366-46D3-ACAE-9128C05887B7}" dt="2025-11-24T12:55:44.485" v="379" actId="1076"/>
          <ac:picMkLst>
            <pc:docMk/>
            <pc:sldMk cId="191938515" sldId="307"/>
            <ac:picMk id="11" creationId="{BDE23D22-5414-AF68-4134-AAD0518E44F5}"/>
          </ac:picMkLst>
        </pc:picChg>
        <pc:picChg chg="del">
          <ac:chgData name="Cristina Vergara" userId="2ca01a0e-ac9d-4d2f-8a49-614de77d2bf5" providerId="ADAL" clId="{96CBA73D-C366-46D3-ACAE-9128C05887B7}" dt="2025-11-24T12:51:44.520" v="354" actId="478"/>
          <ac:picMkLst>
            <pc:docMk/>
            <pc:sldMk cId="191938515" sldId="307"/>
            <ac:picMk id="13" creationId="{BEF18567-FB33-425D-83BB-18838006E38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Aiswarya Vijayan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09:59:07.8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 0,'1933'-27'0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Aiswarya Vijayan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10</a:t>
            </a:fld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49688-41AC-DE61-6A14-1E1D413817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GB"/>
              <a:t>Aiswarya Vijayan</a:t>
            </a:r>
          </a:p>
        </p:txBody>
      </p:sp>
    </p:spTree>
    <p:extLst>
      <p:ext uri="{BB962C8B-B14F-4D97-AF65-F5344CB8AC3E}">
        <p14:creationId xmlns:p14="http://schemas.microsoft.com/office/powerpoint/2010/main" val="1886619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608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First slide for groups</a:t>
            </a:r>
            <a:endParaRPr lang="en-GB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182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853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29663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79193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86150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12. </a:t>
            </a:r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  </a:t>
            </a:r>
          </a:p>
          <a:p>
            <a:pPr lvl="1"/>
            <a:r>
              <a:rPr lang="de-DE"/>
              <a:t>13. Tower  </a:t>
            </a:r>
          </a:p>
          <a:p>
            <a:pPr lvl="1"/>
            <a:r>
              <a:rPr lang="de-DE"/>
              <a:t>14. </a:t>
            </a:r>
            <a:r>
              <a:rPr lang="de-DE" err="1"/>
              <a:t>Foundation</a:t>
            </a:r>
            <a:r>
              <a:rPr lang="de-DE"/>
              <a:t>  </a:t>
            </a:r>
          </a:p>
          <a:p>
            <a:pPr lvl="1"/>
            <a:r>
              <a:rPr lang="de-DE"/>
              <a:t>15. Storage System 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1.  </a:t>
            </a:r>
            <a:r>
              <a:rPr lang="de-DE" err="1"/>
              <a:t>Windfarm</a:t>
            </a:r>
            <a:r>
              <a:rPr lang="de-DE"/>
              <a:t> Project Development  </a:t>
            </a:r>
          </a:p>
          <a:p>
            <a:pPr lvl="1"/>
            <a:r>
              <a:rPr lang="de-DE"/>
              <a:t>2.  Loads and Dynamics  </a:t>
            </a:r>
          </a:p>
          <a:p>
            <a:pPr lvl="1"/>
            <a:r>
              <a:rPr lang="de-DE"/>
              <a:t>3.  Feedback Controller  </a:t>
            </a:r>
          </a:p>
          <a:p>
            <a:pPr lvl="1"/>
            <a:r>
              <a:rPr lang="de-DE"/>
              <a:t>4.  Lidar-</a:t>
            </a:r>
            <a:r>
              <a:rPr lang="de-DE" err="1"/>
              <a:t>Assisted</a:t>
            </a:r>
            <a:r>
              <a:rPr lang="de-DE"/>
              <a:t> Controller  </a:t>
            </a:r>
          </a:p>
          <a:p>
            <a:pPr lvl="1"/>
            <a:r>
              <a:rPr lang="de-DE"/>
              <a:t>5.  Rotor Blade </a:t>
            </a:r>
            <a:r>
              <a:rPr lang="de-DE" err="1"/>
              <a:t>Aerodynamics</a:t>
            </a:r>
            <a:r>
              <a:rPr lang="de-DE"/>
              <a:t>  </a:t>
            </a:r>
          </a:p>
          <a:p>
            <a:pPr lvl="1"/>
            <a:r>
              <a:rPr lang="de-DE"/>
              <a:t>6.  Rotor Blade </a:t>
            </a:r>
            <a:r>
              <a:rPr lang="de-DE" err="1"/>
              <a:t>Structures</a:t>
            </a:r>
            <a:r>
              <a:rPr lang="de-DE"/>
              <a:t>  </a:t>
            </a:r>
          </a:p>
          <a:p>
            <a:pPr lvl="1"/>
            <a:r>
              <a:rPr lang="de-DE"/>
              <a:t>7.  </a:t>
            </a:r>
            <a:r>
              <a:rPr lang="de-DE" err="1"/>
              <a:t>Electrical</a:t>
            </a:r>
            <a:r>
              <a:rPr lang="de-DE"/>
              <a:t> </a:t>
            </a:r>
            <a:r>
              <a:rPr lang="de-DE" err="1"/>
              <a:t>Drivetrain</a:t>
            </a:r>
            <a:r>
              <a:rPr lang="de-DE"/>
              <a:t> (EDT)  </a:t>
            </a:r>
          </a:p>
          <a:p>
            <a:pPr lvl="1"/>
            <a:r>
              <a:rPr lang="de-DE"/>
              <a:t>8.  </a:t>
            </a:r>
            <a:r>
              <a:rPr lang="de-DE" err="1"/>
              <a:t>Grid</a:t>
            </a:r>
            <a:r>
              <a:rPr lang="de-DE"/>
              <a:t> Code Development (GCD)  </a:t>
            </a:r>
          </a:p>
          <a:p>
            <a:pPr lvl="1"/>
            <a:r>
              <a:rPr lang="de-DE"/>
              <a:t>9.  Rotor Hub &amp; Pitch System  </a:t>
            </a:r>
          </a:p>
          <a:p>
            <a:pPr lvl="1"/>
            <a:r>
              <a:rPr lang="de-DE"/>
              <a:t>10. Rotor </a:t>
            </a:r>
            <a:r>
              <a:rPr lang="de-DE" err="1"/>
              <a:t>Bearing</a:t>
            </a:r>
            <a:r>
              <a:rPr lang="de-DE"/>
              <a:t> System  </a:t>
            </a:r>
          </a:p>
          <a:p>
            <a:pPr lvl="1"/>
            <a:r>
              <a:rPr lang="de-DE"/>
              <a:t>11. </a:t>
            </a:r>
            <a:r>
              <a:rPr lang="de-DE" err="1"/>
              <a:t>Gearbox</a:t>
            </a:r>
            <a:r>
              <a:rPr lang="de-DE"/>
              <a:t>, Brake, Coupling  </a:t>
            </a:r>
          </a:p>
          <a:p>
            <a:pPr lvl="1"/>
            <a:r>
              <a:rPr lang="de-DE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23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 and short, concise bullet points) </a:t>
            </a:r>
            <a:br>
              <a:rPr lang="it-IT"/>
            </a:br>
            <a:r>
              <a:rPr lang="it-IT" err="1"/>
              <a:t>Only</a:t>
            </a:r>
            <a:r>
              <a:rPr lang="it-IT"/>
              <a:t> </a:t>
            </a:r>
            <a:r>
              <a:rPr lang="it-IT" err="1"/>
              <a:t>topics</a:t>
            </a:r>
            <a:r>
              <a:rPr lang="it-IT"/>
              <a:t> for the 4 min </a:t>
            </a:r>
            <a:r>
              <a:rPr lang="it-IT" err="1"/>
              <a:t>timeslot</a:t>
            </a:r>
            <a:r>
              <a:rPr lang="it-IT"/>
              <a:t>!</a:t>
            </a:r>
            <a:endParaRPr lang="en-GB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413681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131730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1"/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Use [1], [2], [3] for </a:t>
            </a:r>
            <a:r>
              <a:rPr lang="it-IT" err="1"/>
              <a:t>everything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from a source (</a:t>
            </a:r>
            <a:r>
              <a:rPr lang="it-IT" err="1"/>
              <a:t>numbers</a:t>
            </a:r>
            <a:r>
              <a:rPr lang="it-IT"/>
              <a:t> </a:t>
            </a:r>
            <a:r>
              <a:rPr lang="it-IT" err="1"/>
              <a:t>should</a:t>
            </a:r>
            <a:r>
              <a:rPr lang="it-IT"/>
              <a:t> be the </a:t>
            </a:r>
            <a:r>
              <a:rPr lang="it-IT" err="1"/>
              <a:t>same</a:t>
            </a:r>
            <a:r>
              <a:rPr lang="it-IT"/>
              <a:t> like in the </a:t>
            </a:r>
            <a:r>
              <a:rPr lang="it-IT" err="1"/>
              <a:t>bibliography</a:t>
            </a:r>
            <a:r>
              <a:rPr lang="it-IT"/>
              <a:t>) (</a:t>
            </a:r>
            <a:r>
              <a:rPr lang="it-IT" err="1"/>
              <a:t>incl</a:t>
            </a:r>
            <a:r>
              <a:rPr lang="it-IT"/>
              <a:t>. pictures /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created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by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own</a:t>
            </a:r>
            <a:r>
              <a:rPr lang="it-IT"/>
              <a:t>, </a:t>
            </a:r>
            <a:r>
              <a:rPr lang="it-IT" err="1"/>
              <a:t>declare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</a:t>
            </a:r>
            <a:r>
              <a:rPr lang="it-IT" err="1"/>
              <a:t>as</a:t>
            </a:r>
            <a:r>
              <a:rPr lang="it-IT"/>
              <a:t> a </a:t>
            </a:r>
            <a:r>
              <a:rPr lang="it-IT" err="1"/>
              <a:t>thing</a:t>
            </a:r>
            <a:r>
              <a:rPr lang="it-IT"/>
              <a:t> </a:t>
            </a:r>
            <a:r>
              <a:rPr lang="it-IT" err="1"/>
              <a:t>you’ve</a:t>
            </a:r>
            <a:r>
              <a:rPr lang="it-IT"/>
              <a:t> </a:t>
            </a:r>
            <a:r>
              <a:rPr lang="it-IT" err="1"/>
              <a:t>done</a:t>
            </a:r>
            <a:r>
              <a:rPr lang="it-IT"/>
              <a:t> )</a:t>
            </a:r>
            <a:endParaRPr lang="en-GB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</a:p>
          <a:p>
            <a:pPr algn="ctr"/>
            <a:r>
              <a:rPr lang="it-IT"/>
              <a:t>an </a:t>
            </a:r>
            <a:r>
              <a:rPr lang="it-IT" err="1"/>
              <a:t>intial</a:t>
            </a:r>
            <a:r>
              <a:rPr lang="it-IT"/>
              <a:t> slide with </a:t>
            </a:r>
            <a:r>
              <a:rPr lang="it-IT" err="1"/>
              <a:t>all</a:t>
            </a:r>
            <a:r>
              <a:rPr lang="it-IT"/>
              <a:t> the tasks </a:t>
            </a:r>
            <a:r>
              <a:rPr lang="it-IT" err="1"/>
              <a:t>completed</a:t>
            </a:r>
            <a:r>
              <a:rPr lang="it-IT"/>
              <a:t> for the week </a:t>
            </a:r>
            <a:r>
              <a:rPr lang="it-IT" err="1"/>
              <a:t>should</a:t>
            </a:r>
            <a:r>
              <a:rPr lang="it-IT"/>
              <a:t> </a:t>
            </a:r>
            <a:r>
              <a:rPr lang="it-IT" err="1"/>
              <a:t>always</a:t>
            </a:r>
            <a:r>
              <a:rPr lang="it-IT"/>
              <a:t> be </a:t>
            </a:r>
            <a:r>
              <a:rPr lang="it-IT" err="1"/>
              <a:t>included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style, do </a:t>
            </a:r>
            <a:r>
              <a:rPr lang="it-IT" err="1"/>
              <a:t>not</a:t>
            </a:r>
            <a:r>
              <a:rPr lang="it-IT"/>
              <a:t> </a:t>
            </a:r>
            <a:r>
              <a:rPr lang="it-IT" err="1"/>
              <a:t>write</a:t>
            </a:r>
            <a:r>
              <a:rPr lang="it-IT"/>
              <a:t> more text </a:t>
            </a:r>
            <a:r>
              <a:rPr lang="it-IT" err="1"/>
              <a:t>than</a:t>
            </a:r>
            <a:r>
              <a:rPr lang="it-IT"/>
              <a:t> </a:t>
            </a:r>
            <a:r>
              <a:rPr lang="it-IT" err="1"/>
              <a:t>necessary</a:t>
            </a:r>
            <a:r>
              <a:rPr lang="it-IT"/>
              <a:t> (short, concise bullet points are </a:t>
            </a:r>
            <a:r>
              <a:rPr lang="it-IT" err="1"/>
              <a:t>often</a:t>
            </a:r>
            <a:r>
              <a:rPr lang="it-IT"/>
              <a:t> </a:t>
            </a:r>
            <a:r>
              <a:rPr lang="it-IT" err="1"/>
              <a:t>enough</a:t>
            </a:r>
            <a:r>
              <a:rPr lang="it-IT"/>
              <a:t>)</a:t>
            </a:r>
            <a:endParaRPr lang="en-GB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1988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245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22)</a:t>
            </a:r>
          </a:p>
          <a:p>
            <a:pPr lvl="1"/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BUT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use </a:t>
            </a:r>
            <a:r>
              <a:rPr lang="it-IT" err="1"/>
              <a:t>underpoints</a:t>
            </a:r>
            <a:r>
              <a:rPr lang="it-IT"/>
              <a:t> </a:t>
            </a:r>
            <a:r>
              <a:rPr lang="it-IT" err="1"/>
              <a:t>please</a:t>
            </a:r>
            <a:r>
              <a:rPr lang="it-IT"/>
              <a:t> with the i, ii, iii….</a:t>
            </a:r>
            <a:endParaRPr lang="en-GB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38228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491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err="1"/>
              <a:t>Add</a:t>
            </a:r>
            <a:r>
              <a:rPr lang="it-IT" sz="1400"/>
              <a:t> a link to the </a:t>
            </a:r>
            <a:r>
              <a:rPr lang="it-IT" sz="1400" err="1"/>
              <a:t>reference</a:t>
            </a:r>
            <a:r>
              <a:rPr lang="it-IT" sz="1400"/>
              <a:t> </a:t>
            </a:r>
            <a:r>
              <a:rPr lang="it-IT" sz="1400" err="1"/>
              <a:t>number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</a:t>
            </a:r>
            <a:r>
              <a:rPr lang="it-IT" sz="1400" err="1"/>
              <a:t>goes</a:t>
            </a:r>
            <a:r>
              <a:rPr lang="it-IT" sz="1400"/>
              <a:t> to the last slide: highlight the </a:t>
            </a:r>
            <a:r>
              <a:rPr lang="it-IT" sz="1400" err="1"/>
              <a:t>number</a:t>
            </a:r>
            <a:r>
              <a:rPr lang="it-IT" sz="1400"/>
              <a:t>-&gt;</a:t>
            </a:r>
            <a:r>
              <a:rPr lang="it-IT" sz="1400" err="1"/>
              <a:t>right</a:t>
            </a:r>
            <a:r>
              <a:rPr lang="it-IT" sz="1400"/>
              <a:t> click-&gt;</a:t>
            </a:r>
            <a:r>
              <a:rPr lang="it-IT" sz="1400" err="1"/>
              <a:t>select</a:t>
            </a:r>
            <a:r>
              <a:rPr lang="it-IT" sz="1400"/>
              <a:t> link-&gt;place in </a:t>
            </a:r>
            <a:r>
              <a:rPr lang="it-IT" sz="1400" err="1"/>
              <a:t>this</a:t>
            </a:r>
            <a:r>
              <a:rPr lang="it-IT" sz="1400"/>
              <a:t> </a:t>
            </a:r>
            <a:r>
              <a:rPr lang="it-IT" sz="1400" err="1"/>
              <a:t>document</a:t>
            </a:r>
            <a:r>
              <a:rPr lang="it-IT" sz="1400"/>
              <a:t>-&gt;</a:t>
            </a:r>
            <a:r>
              <a:rPr lang="it-IT" sz="1400" err="1"/>
              <a:t>select</a:t>
            </a:r>
            <a:r>
              <a:rPr lang="it-IT" sz="1400"/>
              <a:t> last slide</a:t>
            </a:r>
            <a:endParaRPr lang="en-GB" sz="14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95110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4346517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72555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2332795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011222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20982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365220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2646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6079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571503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279327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矩形"/>
          <p:cNvSpPr>
            <a:spLocks/>
          </p:cNvSpPr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 w="19050" cap="flat" cmpd="sng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8" name="曲线"/>
          <p:cNvSpPr>
            <a:spLocks/>
          </p:cNvSpPr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35" y="5690"/>
                </a:moveTo>
                <a:cubicBezTo>
                  <a:pt x="1542" y="5786"/>
                  <a:pt x="2912" y="-6663"/>
                  <a:pt x="5378" y="4969"/>
                </a:cubicBezTo>
                <a:cubicBezTo>
                  <a:pt x="8165" y="16409"/>
                  <a:pt x="9886" y="955"/>
                  <a:pt x="11677" y="1897"/>
                </a:cubicBezTo>
                <a:cubicBezTo>
                  <a:pt x="13469" y="2838"/>
                  <a:pt x="14737" y="9220"/>
                  <a:pt x="16128" y="10617"/>
                </a:cubicBezTo>
                <a:cubicBezTo>
                  <a:pt x="17519" y="12013"/>
                  <a:pt x="18571" y="12576"/>
                  <a:pt x="19479" y="11755"/>
                </a:cubicBezTo>
                <a:cubicBezTo>
                  <a:pt x="20386" y="10934"/>
                  <a:pt x="21317" y="3979"/>
                  <a:pt x="21572" y="5690"/>
                </a:cubicBezTo>
                <a:cubicBezTo>
                  <a:pt x="21565" y="10641"/>
                  <a:pt x="21605" y="16648"/>
                  <a:pt x="21599" y="21600"/>
                </a:cubicBezTo>
                <a:lnTo>
                  <a:pt x="16482" y="21455"/>
                </a:lnTo>
                <a:lnTo>
                  <a:pt x="10994" y="20831"/>
                </a:lnTo>
                <a:lnTo>
                  <a:pt x="6321" y="21321"/>
                </a:lnTo>
                <a:lnTo>
                  <a:pt x="0" y="20878"/>
                </a:lnTo>
                <a:cubicBezTo>
                  <a:pt x="6" y="16216"/>
                  <a:pt x="8" y="10641"/>
                  <a:pt x="35" y="5690"/>
                </a:cubicBezTo>
                <a:close/>
              </a:path>
            </a:pathLst>
          </a:custGeom>
          <a:gradFill rotWithShape="1">
            <a:gsLst>
              <a:gs pos="0">
                <a:srgbClr val="0F9ED5">
                  <a:lumMod val="20000"/>
                  <a:lumOff val="80000"/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0F9ED5">
                  <a:lumMod val="20000"/>
                  <a:lumOff val="80000"/>
                  <a:alpha val="100000"/>
                </a:srgbClr>
              </a:gs>
            </a:gsLst>
            <a:lin ang="0" scaled="1"/>
          </a:gradFill>
          <a:ln w="15875" cap="flat" cmpd="sng">
            <a:solidFill>
              <a:srgbClr val="156082">
                <a:alpha val="0"/>
              </a:srgbClr>
            </a:solidFill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7" name="曲线"/>
          <p:cNvSpPr>
            <a:spLocks/>
          </p:cNvSpPr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0" y="5943"/>
                </a:moveTo>
                <a:cubicBezTo>
                  <a:pt x="1529" y="6043"/>
                  <a:pt x="2217" y="-6829"/>
                  <a:pt x="4688" y="5198"/>
                </a:cubicBezTo>
                <a:cubicBezTo>
                  <a:pt x="7480" y="17027"/>
                  <a:pt x="9070" y="10367"/>
                  <a:pt x="10158" y="6391"/>
                </a:cubicBezTo>
                <a:cubicBezTo>
                  <a:pt x="13044" y="-3797"/>
                  <a:pt x="14166" y="-119"/>
                  <a:pt x="15989" y="5794"/>
                </a:cubicBezTo>
                <a:cubicBezTo>
                  <a:pt x="19763" y="16580"/>
                  <a:pt x="19729" y="5894"/>
                  <a:pt x="21600" y="5943"/>
                </a:cubicBezTo>
                <a:cubicBezTo>
                  <a:pt x="21593" y="11063"/>
                  <a:pt x="21586" y="16182"/>
                  <a:pt x="21579" y="21301"/>
                </a:cubicBezTo>
                <a:lnTo>
                  <a:pt x="16530" y="21152"/>
                </a:lnTo>
                <a:lnTo>
                  <a:pt x="11000" y="21600"/>
                </a:lnTo>
                <a:lnTo>
                  <a:pt x="6271" y="21450"/>
                </a:lnTo>
                <a:lnTo>
                  <a:pt x="0" y="20556"/>
                </a:lnTo>
                <a:cubicBezTo>
                  <a:pt x="6" y="15735"/>
                  <a:pt x="-6" y="11063"/>
                  <a:pt x="20" y="5943"/>
                </a:cubicBezTo>
                <a:close/>
              </a:path>
            </a:pathLst>
          </a:custGeom>
          <a:gradFill rotWithShape="1">
            <a:gsLst>
              <a:gs pos="0">
                <a:srgbClr val="156082">
                  <a:lumMod val="5000"/>
                  <a:lumOff val="95000"/>
                  <a:alpha val="100000"/>
                </a:srgbClr>
              </a:gs>
              <a:gs pos="74000">
                <a:srgbClr val="156082">
                  <a:lumMod val="45000"/>
                  <a:lumOff val="55000"/>
                  <a:alpha val="100000"/>
                </a:srgbClr>
              </a:gs>
              <a:gs pos="83000">
                <a:srgbClr val="156082">
                  <a:lumMod val="45000"/>
                  <a:lumOff val="55000"/>
                  <a:alpha val="100000"/>
                </a:srgbClr>
              </a:gs>
              <a:gs pos="100000">
                <a:srgbClr val="156082">
                  <a:lumMod val="30000"/>
                  <a:lumOff val="70000"/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6" name="曲线"/>
          <p:cNvSpPr>
            <a:spLocks/>
          </p:cNvSpPr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9" y="8758"/>
                </a:moveTo>
                <a:cubicBezTo>
                  <a:pt x="1526" y="8840"/>
                  <a:pt x="2212" y="-1717"/>
                  <a:pt x="4678" y="8147"/>
                </a:cubicBezTo>
                <a:cubicBezTo>
                  <a:pt x="7464" y="17849"/>
                  <a:pt x="7149" y="17331"/>
                  <a:pt x="8411" y="16166"/>
                </a:cubicBezTo>
                <a:cubicBezTo>
                  <a:pt x="9673" y="15002"/>
                  <a:pt x="10993" y="3240"/>
                  <a:pt x="12248" y="1159"/>
                </a:cubicBezTo>
                <a:cubicBezTo>
                  <a:pt x="13502" y="-920"/>
                  <a:pt x="14698" y="-273"/>
                  <a:pt x="15939" y="3681"/>
                </a:cubicBezTo>
                <a:cubicBezTo>
                  <a:pt x="17387" y="8525"/>
                  <a:pt x="18200" y="14960"/>
                  <a:pt x="19133" y="14981"/>
                </a:cubicBezTo>
                <a:cubicBezTo>
                  <a:pt x="20066" y="15001"/>
                  <a:pt x="21194" y="3480"/>
                  <a:pt x="21599" y="5108"/>
                </a:cubicBezTo>
                <a:cubicBezTo>
                  <a:pt x="21593" y="9306"/>
                  <a:pt x="21540" y="17156"/>
                  <a:pt x="21533" y="21355"/>
                </a:cubicBezTo>
                <a:lnTo>
                  <a:pt x="16494" y="21233"/>
                </a:lnTo>
                <a:lnTo>
                  <a:pt x="10976" y="21600"/>
                </a:lnTo>
                <a:lnTo>
                  <a:pt x="6258" y="21477"/>
                </a:lnTo>
                <a:lnTo>
                  <a:pt x="0" y="20743"/>
                </a:lnTo>
                <a:cubicBezTo>
                  <a:pt x="6" y="16789"/>
                  <a:pt x="-6" y="12957"/>
                  <a:pt x="19" y="8758"/>
                </a:cubicBezTo>
                <a:close/>
              </a:path>
            </a:pathLst>
          </a:custGeom>
          <a:gradFill rotWithShape="1">
            <a:gsLst>
              <a:gs pos="0">
                <a:srgbClr val="EFFCFF">
                  <a:alpha val="100000"/>
                </a:srgbClr>
              </a:gs>
              <a:gs pos="50000">
                <a:srgbClr val="0F9ED5">
                  <a:lumMod val="40000"/>
                  <a:lumOff val="60000"/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5" name="曲线"/>
          <p:cNvSpPr>
            <a:spLocks/>
          </p:cNvSpPr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35" y="5690"/>
                </a:moveTo>
                <a:cubicBezTo>
                  <a:pt x="1542" y="5786"/>
                  <a:pt x="2912" y="-6663"/>
                  <a:pt x="5378" y="4969"/>
                </a:cubicBezTo>
                <a:cubicBezTo>
                  <a:pt x="8165" y="16409"/>
                  <a:pt x="9886" y="955"/>
                  <a:pt x="11677" y="1897"/>
                </a:cubicBezTo>
                <a:cubicBezTo>
                  <a:pt x="13469" y="2838"/>
                  <a:pt x="14737" y="9220"/>
                  <a:pt x="16128" y="10617"/>
                </a:cubicBezTo>
                <a:cubicBezTo>
                  <a:pt x="17519" y="12013"/>
                  <a:pt x="18571" y="12576"/>
                  <a:pt x="19479" y="11755"/>
                </a:cubicBezTo>
                <a:cubicBezTo>
                  <a:pt x="20386" y="10934"/>
                  <a:pt x="21317" y="3979"/>
                  <a:pt x="21572" y="5690"/>
                </a:cubicBezTo>
                <a:cubicBezTo>
                  <a:pt x="21565" y="10641"/>
                  <a:pt x="21605" y="16648"/>
                  <a:pt x="21599" y="21600"/>
                </a:cubicBezTo>
                <a:lnTo>
                  <a:pt x="16482" y="21455"/>
                </a:lnTo>
                <a:lnTo>
                  <a:pt x="10994" y="20831"/>
                </a:lnTo>
                <a:lnTo>
                  <a:pt x="6321" y="21321"/>
                </a:lnTo>
                <a:lnTo>
                  <a:pt x="0" y="20878"/>
                </a:lnTo>
                <a:cubicBezTo>
                  <a:pt x="6" y="16216"/>
                  <a:pt x="8" y="10641"/>
                  <a:pt x="35" y="5690"/>
                </a:cubicBezTo>
                <a:close/>
              </a:path>
            </a:pathLst>
          </a:custGeom>
          <a:gradFill rotWithShape="1">
            <a:gsLst>
              <a:gs pos="0">
                <a:srgbClr val="0F9ED5">
                  <a:lumMod val="20000"/>
                  <a:lumOff val="80000"/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0F9ED5">
                  <a:lumMod val="20000"/>
                  <a:lumOff val="80000"/>
                  <a:alpha val="100000"/>
                </a:srgbClr>
              </a:gs>
            </a:gsLst>
            <a:lin ang="0" scaled="1"/>
          </a:gradFill>
          <a:ln w="15875" cap="flat" cmpd="sng">
            <a:solidFill>
              <a:srgbClr val="156082">
                <a:alpha val="0"/>
              </a:srgbClr>
            </a:solidFill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4" name="曲线"/>
          <p:cNvSpPr>
            <a:spLocks/>
          </p:cNvSpPr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0" y="5943"/>
                </a:moveTo>
                <a:cubicBezTo>
                  <a:pt x="1529" y="6043"/>
                  <a:pt x="2217" y="-6829"/>
                  <a:pt x="4688" y="5198"/>
                </a:cubicBezTo>
                <a:cubicBezTo>
                  <a:pt x="7480" y="17027"/>
                  <a:pt x="9070" y="10367"/>
                  <a:pt x="10158" y="6391"/>
                </a:cubicBezTo>
                <a:cubicBezTo>
                  <a:pt x="13044" y="-3797"/>
                  <a:pt x="14166" y="-119"/>
                  <a:pt x="15989" y="5794"/>
                </a:cubicBezTo>
                <a:cubicBezTo>
                  <a:pt x="19763" y="16580"/>
                  <a:pt x="19729" y="5894"/>
                  <a:pt x="21600" y="5943"/>
                </a:cubicBezTo>
                <a:cubicBezTo>
                  <a:pt x="21593" y="11063"/>
                  <a:pt x="21586" y="16182"/>
                  <a:pt x="21579" y="21301"/>
                </a:cubicBezTo>
                <a:lnTo>
                  <a:pt x="16530" y="21152"/>
                </a:lnTo>
                <a:lnTo>
                  <a:pt x="11000" y="21600"/>
                </a:lnTo>
                <a:lnTo>
                  <a:pt x="6271" y="21450"/>
                </a:lnTo>
                <a:lnTo>
                  <a:pt x="0" y="20556"/>
                </a:lnTo>
                <a:cubicBezTo>
                  <a:pt x="6" y="15735"/>
                  <a:pt x="-6" y="11063"/>
                  <a:pt x="20" y="5943"/>
                </a:cubicBezTo>
                <a:close/>
              </a:path>
            </a:pathLst>
          </a:custGeom>
          <a:gradFill rotWithShape="1">
            <a:gsLst>
              <a:gs pos="0">
                <a:srgbClr val="156082">
                  <a:lumMod val="5000"/>
                  <a:lumOff val="95000"/>
                  <a:alpha val="100000"/>
                </a:srgbClr>
              </a:gs>
              <a:gs pos="74000">
                <a:srgbClr val="156082">
                  <a:lumMod val="45000"/>
                  <a:lumOff val="55000"/>
                  <a:alpha val="100000"/>
                </a:srgbClr>
              </a:gs>
              <a:gs pos="83000">
                <a:srgbClr val="156082">
                  <a:lumMod val="45000"/>
                  <a:lumOff val="55000"/>
                  <a:alpha val="100000"/>
                </a:srgbClr>
              </a:gs>
              <a:gs pos="100000">
                <a:srgbClr val="156082">
                  <a:lumMod val="30000"/>
                  <a:lumOff val="70000"/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3" name="曲线"/>
          <p:cNvSpPr>
            <a:spLocks/>
          </p:cNvSpPr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9" y="8758"/>
                </a:moveTo>
                <a:cubicBezTo>
                  <a:pt x="1526" y="8840"/>
                  <a:pt x="2212" y="-1717"/>
                  <a:pt x="4678" y="8147"/>
                </a:cubicBezTo>
                <a:cubicBezTo>
                  <a:pt x="7464" y="17849"/>
                  <a:pt x="7149" y="17331"/>
                  <a:pt x="8411" y="16166"/>
                </a:cubicBezTo>
                <a:cubicBezTo>
                  <a:pt x="9673" y="15002"/>
                  <a:pt x="10993" y="3240"/>
                  <a:pt x="12248" y="1159"/>
                </a:cubicBezTo>
                <a:cubicBezTo>
                  <a:pt x="13502" y="-920"/>
                  <a:pt x="14698" y="-273"/>
                  <a:pt x="15939" y="3681"/>
                </a:cubicBezTo>
                <a:cubicBezTo>
                  <a:pt x="17387" y="8525"/>
                  <a:pt x="18200" y="14960"/>
                  <a:pt x="19133" y="14981"/>
                </a:cubicBezTo>
                <a:cubicBezTo>
                  <a:pt x="20066" y="15001"/>
                  <a:pt x="21194" y="3480"/>
                  <a:pt x="21599" y="5108"/>
                </a:cubicBezTo>
                <a:cubicBezTo>
                  <a:pt x="21593" y="9306"/>
                  <a:pt x="21540" y="17156"/>
                  <a:pt x="21533" y="21355"/>
                </a:cubicBezTo>
                <a:lnTo>
                  <a:pt x="16494" y="21233"/>
                </a:lnTo>
                <a:lnTo>
                  <a:pt x="10976" y="21600"/>
                </a:lnTo>
                <a:lnTo>
                  <a:pt x="6258" y="21477"/>
                </a:lnTo>
                <a:lnTo>
                  <a:pt x="0" y="20743"/>
                </a:lnTo>
                <a:cubicBezTo>
                  <a:pt x="6" y="16789"/>
                  <a:pt x="-6" y="12957"/>
                  <a:pt x="19" y="8758"/>
                </a:cubicBezTo>
                <a:close/>
              </a:path>
            </a:pathLst>
          </a:custGeom>
          <a:gradFill rotWithShape="1">
            <a:gsLst>
              <a:gs pos="0">
                <a:srgbClr val="EFFCFF">
                  <a:alpha val="100000"/>
                </a:srgbClr>
              </a:gs>
              <a:gs pos="50000">
                <a:srgbClr val="0F9ED5">
                  <a:lumMod val="40000"/>
                  <a:lumOff val="60000"/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35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 sz="4400"/>
              <a:t>1. Title, example: Tasks of the week   </a:t>
            </a:r>
            <a:endParaRPr lang="zh-CN" altLang="en-US" sz="4400"/>
          </a:p>
        </p:txBody>
      </p:sp>
      <p:sp>
        <p:nvSpPr>
          <p:cNvPr id="136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 sz="2200"/>
              <a:t>Abcd</a:t>
            </a:r>
          </a:p>
          <a:p>
            <a:pPr marL="971550" lvl="1" indent="-514350">
              <a:buFontTx/>
              <a:buAutoNum type="romanLcPeriod"/>
            </a:pPr>
            <a:r>
              <a:rPr lang="en-US" altLang="zh-CN" sz="2000"/>
              <a:t>efgh</a:t>
            </a:r>
            <a:endParaRPr lang="zh-CN" altLang="en-US" sz="2000"/>
          </a:p>
        </p:txBody>
      </p:sp>
      <p:sp>
        <p:nvSpPr>
          <p:cNvPr id="137" name="直线"/>
          <p:cNvSpPr>
            <a:spLocks/>
          </p:cNvSpPr>
          <p:nvPr/>
        </p:nvSpPr>
        <p:spPr>
          <a:xfrm>
            <a:off x="838200" y="1251708"/>
            <a:ext cx="10515600" cy="0"/>
          </a:xfrm>
          <a:prstGeom prst="line">
            <a:avLst/>
          </a:prstGeom>
          <a:noFill/>
          <a:ln w="38100" cap="flat" cmpd="sng">
            <a:solidFill>
              <a:srgbClr val="8ECEFA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8" name="文本框"/>
          <p:cNvSpPr>
            <a:spLocks noGrp="1"/>
          </p:cNvSpPr>
          <p:nvPr>
            <p:ph type="body"/>
          </p:nvPr>
        </p:nvSpPr>
        <p:spPr>
          <a:xfrm>
            <a:off x="2878527" y="6564113"/>
            <a:ext cx="5596085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en-US" altLang="zh-CN" sz="1200" kern="1200">
                <a:solidFill>
                  <a:schemeClr val="bg1"/>
                </a:solidFill>
                <a:latin typeface="Aptos" charset="0"/>
                <a:ea typeface="等线" charset="0"/>
                <a:cs typeface="Droid Sans" charset="0"/>
              </a:rPr>
              <a:t>Vijay Simha Reddy Bogala, Josef Remberger</a:t>
            </a:r>
            <a:endParaRPr lang="zh-CN" altLang="en-US" sz="1200" kern="1200">
              <a:solidFill>
                <a:schemeClr val="bg1"/>
              </a:solidFill>
              <a:latin typeface="Aptos" charset="0"/>
              <a:ea typeface="等线" charset="0"/>
              <a:cs typeface="Droid Sans" charset="0"/>
            </a:endParaRPr>
          </a:p>
        </p:txBody>
      </p:sp>
      <p:sp>
        <p:nvSpPr>
          <p:cNvPr id="139" name="文本框"/>
          <p:cNvSpPr>
            <a:spLocks noGrp="1"/>
          </p:cNvSpPr>
          <p:nvPr>
            <p:ph type="dt"/>
          </p:nvPr>
        </p:nvSpPr>
        <p:spPr>
          <a:xfrm>
            <a:off x="838200" y="6566803"/>
            <a:ext cx="1111369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r>
              <a:rPr lang="en-US" altLang="zh-CN" sz="120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02/12/2025</a:t>
            </a:r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0" name="文本框"/>
          <p:cNvSpPr>
            <a:spLocks noGrp="1"/>
          </p:cNvSpPr>
          <p:nvPr>
            <p:ph type="ftr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r>
              <a:rPr lang="en-US" altLang="zh-CN" sz="120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Electrical Drivetrain / Optimus Syria</a:t>
            </a:r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1" name="文本框"/>
          <p:cNvSpPr>
            <a:spLocks noGrp="1"/>
          </p:cNvSpPr>
          <p:nvPr>
            <p:ph type="sldNum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‹#›</a:t>
            </a:fld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2" name="文本框"/>
          <p:cNvSpPr>
            <a:spLocks noGrp="1"/>
          </p:cNvSpPr>
          <p:nvPr>
            <p:ph type="body"/>
          </p:nvPr>
        </p:nvSpPr>
        <p:spPr>
          <a:xfrm>
            <a:off x="749023" y="6216958"/>
            <a:ext cx="2248453" cy="3098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00000"/>
                </a:solidFill>
                <a:latin typeface="Aptos" charset="0"/>
                <a:ea typeface="等线" charset="0"/>
                <a:cs typeface="Droid Sans" charset="0"/>
              </a:rPr>
              <a:t>[1], [2]….</a:t>
            </a:r>
          </a:p>
          <a:p>
            <a:pPr marL="457200" lvl="1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928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Electrical Drivetrain / 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02/12/2025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86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3" r:id="rId5"/>
    <p:sldLayoutId id="2147483724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02/12/2025</a:t>
            </a:r>
            <a:endParaRPr lang="en-GB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392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ece.poriyaan.in/topic/equivalent-circuit-of-a-transformer-20011/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eta-elektro.com/oil-transformers?utm_source=chatgpt.com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9.png"/><Relationship Id="rId5" Type="http://schemas.openxmlformats.org/officeDocument/2006/relationships/hyperlink" Target="https://ece.poriyaan.in/topic/equivalent-circuit-of-a-transformer-20011/?utm_source=chatgpt.com" TargetMode="External"/><Relationship Id="rId4" Type="http://schemas.openxmlformats.org/officeDocument/2006/relationships/hyperlink" Target="https://www.beta-elektro.com/oil-transformer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 dirty="0"/>
              <a:t>Weekly report: Electrical Drivetrain</a:t>
            </a:r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565241" y="35814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Week number: 10</a:t>
            </a:r>
            <a:endParaRPr lang="en-US" dirty="0"/>
          </a:p>
          <a:p>
            <a:r>
              <a:rPr lang="it-IT" sz="2000" dirty="0"/>
              <a:t>Date: 02/12/2025</a:t>
            </a:r>
          </a:p>
          <a:p>
            <a:r>
              <a:rPr lang="it-IT" sz="2000" dirty="0"/>
              <a:t>Supervisor: </a:t>
            </a:r>
            <a:r>
              <a:rPr lang="it-IT" sz="2000" dirty="0">
                <a:latin typeface="Aptos"/>
              </a:rPr>
              <a:t>Prof. Dr.-Ing. Saiju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F5F1D8B-AA3D-0259-5E4F-2CDC8B30563D}"/>
              </a:ext>
            </a:extLst>
          </p:cNvPr>
          <p:cNvSpPr txBox="1">
            <a:spLocks/>
          </p:cNvSpPr>
          <p:nvPr/>
        </p:nvSpPr>
        <p:spPr>
          <a:xfrm>
            <a:off x="3531588" y="3967804"/>
            <a:ext cx="5128821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Group members:  Aiswarya Vijayan, </a:t>
            </a:r>
            <a:r>
              <a:rPr lang="de-DE" b="1" dirty="0"/>
              <a:t>Vishranti Shivajirao Patil </a:t>
            </a:r>
            <a:r>
              <a:rPr lang="de-DE" dirty="0"/>
              <a:t>, Girish Mahadeo Padalkar, Cristina Milene Vergara Hernandez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8E339F-29BC-C621-536B-8758FA672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693" y="3246104"/>
            <a:ext cx="5596613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 of contents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E5D9FF-3E62-4877-0B46-5730AAEC1D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Vishranti Patil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22E4B11-7E37-C65A-E83B-0056FA29D311}"/>
              </a:ext>
            </a:extLst>
          </p:cNvPr>
          <p:cNvSpPr txBox="1">
            <a:spLocks/>
          </p:cNvSpPr>
          <p:nvPr/>
        </p:nvSpPr>
        <p:spPr>
          <a:xfrm>
            <a:off x="880283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Electrical Drive Train/ Optimus Syria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56400E-FF4C-7F4E-6257-267CD3B1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B3EF3BA-9806-6A08-507B-33B62F095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798797"/>
            <a:ext cx="875995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Detailed design Electrical parameter of transformer.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Mechanical parameter of transformer.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Mat lab simulation of transformer.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Mat lab simulation Result of transformer.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Cost of All Electrical Drivetrain Components.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38D7E7-51E4-86DB-4936-A6A01661B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Electrical parameter of transformer.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E19D1-43A9-6029-36E6-4B8D174E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CAA7-950A-7DB4-9028-EE53B0111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11DC0-50DF-B803-1A88-ECEB9412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DD7BFCC-80C2-ECA2-1D8D-D11B35477C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Vishranti Patil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66BDAE-3C48-3026-87F6-9B6BB6B8C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09727"/>
            <a:ext cx="10515599" cy="45133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09174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9D408-DC81-D1E0-1994-814F4C729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C3F94-5E9C-703A-74F8-CB447ABE8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9B80F-6060-917B-BF79-6DF0BEDD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7EEA5-7239-2D0E-6EFD-295E74F69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9CF89481-BCF5-509D-C20F-18883F697DB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Vishranti Patil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F58FCF-1A35-D2F9-56F3-6B8FA799E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61" y="1956951"/>
            <a:ext cx="6155058" cy="39038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2C72A788-F020-0630-73F4-8D6EAC834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1. Electrical parameter of transformer.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1692E58-D602-1287-479D-30D0E4BCC2E7}"/>
                  </a:ext>
                </a:extLst>
              </p14:cNvPr>
              <p14:cNvContentPartPr/>
              <p14:nvPr/>
            </p14:nvContentPartPr>
            <p14:xfrm>
              <a:off x="4232538" y="5116436"/>
              <a:ext cx="696240" cy="10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1692E58-D602-1287-479D-30D0E4BCC2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78538" y="5008436"/>
                <a:ext cx="803880" cy="22572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7F41653-6148-C8D2-F8B5-4A386E02B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8171" y="2816788"/>
            <a:ext cx="5513921" cy="20270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6733C6-0270-A44E-0E22-EBBEF6D246CA}"/>
              </a:ext>
            </a:extLst>
          </p:cNvPr>
          <p:cNvSpPr txBox="1"/>
          <p:nvPr/>
        </p:nvSpPr>
        <p:spPr>
          <a:xfrm>
            <a:off x="6596063" y="4993386"/>
            <a:ext cx="55959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dirty="0">
                <a:hlinkClick r:id="rId6"/>
              </a:rPr>
              <a:t>https://ece.poriyaan.in/topic/equivalent-circuit-of-a-transformer-20011/</a:t>
            </a:r>
            <a:endParaRPr lang="en-US" sz="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186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D59E-654C-5E63-1C6D-9934CDE4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B55F37-159E-12CA-6A26-EDEECDEAC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Mechanical Dimension of transformer.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9458D-45E0-72F7-B055-588B28F9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01A40-9FF1-D64A-E89C-F4A3897B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A45AE-9755-D904-E827-8B8FAFFE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4398B52-F7AB-B6A9-E084-6571B5C335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Vishranti Patil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802914-7487-2B6C-5378-6431393598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297" y="1384685"/>
            <a:ext cx="4621695" cy="3420071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C6FB59A-99F9-5360-3565-1783A9484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449836"/>
              </p:ext>
            </p:extLst>
          </p:nvPr>
        </p:nvGraphicFramePr>
        <p:xfrm>
          <a:off x="1351722" y="5247022"/>
          <a:ext cx="9084365" cy="1121544"/>
        </p:xfrm>
        <a:graphic>
          <a:graphicData uri="http://schemas.openxmlformats.org/drawingml/2006/table">
            <a:tbl>
              <a:tblPr/>
              <a:tblGrid>
                <a:gridCol w="4745590">
                  <a:extLst>
                    <a:ext uri="{9D8B030D-6E8A-4147-A177-3AD203B41FA5}">
                      <a16:colId xmlns:a16="http://schemas.microsoft.com/office/drawing/2014/main" val="2445471893"/>
                    </a:ext>
                  </a:extLst>
                </a:gridCol>
                <a:gridCol w="1603697">
                  <a:extLst>
                    <a:ext uri="{9D8B030D-6E8A-4147-A177-3AD203B41FA5}">
                      <a16:colId xmlns:a16="http://schemas.microsoft.com/office/drawing/2014/main" val="3964943687"/>
                    </a:ext>
                  </a:extLst>
                </a:gridCol>
                <a:gridCol w="1155896">
                  <a:extLst>
                    <a:ext uri="{9D8B030D-6E8A-4147-A177-3AD203B41FA5}">
                      <a16:colId xmlns:a16="http://schemas.microsoft.com/office/drawing/2014/main" val="4142279387"/>
                    </a:ext>
                  </a:extLst>
                </a:gridCol>
                <a:gridCol w="1579182">
                  <a:extLst>
                    <a:ext uri="{9D8B030D-6E8A-4147-A177-3AD203B41FA5}">
                      <a16:colId xmlns:a16="http://schemas.microsoft.com/office/drawing/2014/main" val="172647932"/>
                    </a:ext>
                  </a:extLst>
                </a:gridCol>
              </a:tblGrid>
              <a:tr h="3738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PHYSICAL PARAMETER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LENGTH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HEIGHT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WIDTH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129937"/>
                  </a:ext>
                </a:extLst>
              </a:tr>
              <a:tr h="3738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TRANSFORMER DAIMENSION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2.4M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233157"/>
                  </a:ext>
                </a:extLst>
              </a:tr>
              <a:tr h="3738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0843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A53A6A4A-1BFB-938E-3719-A397350AF450}"/>
              </a:ext>
            </a:extLst>
          </p:cNvPr>
          <p:cNvSpPr txBox="1"/>
          <p:nvPr/>
        </p:nvSpPr>
        <p:spPr>
          <a:xfrm>
            <a:off x="8297992" y="3670576"/>
            <a:ext cx="3722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/>
              <a:t>Refertence</a:t>
            </a:r>
            <a:r>
              <a:rPr lang="en-US" sz="1200" b="1" dirty="0"/>
              <a:t>: BETA </a:t>
            </a:r>
            <a:r>
              <a:rPr lang="en-US" sz="1200" b="1" dirty="0" err="1"/>
              <a:t>Elektrotechnik</a:t>
            </a:r>
            <a:r>
              <a:rPr lang="en-US" sz="1200" b="1" dirty="0"/>
              <a:t> GmbH.</a:t>
            </a:r>
            <a:r>
              <a:rPr lang="en-US" sz="1200" dirty="0"/>
              <a:t> “Oil Transformers.” </a:t>
            </a:r>
            <a:r>
              <a:rPr lang="en-US" sz="1200" i="1" dirty="0"/>
              <a:t>BETA–Elektro</a:t>
            </a:r>
            <a:r>
              <a:rPr lang="en-US" sz="1200" dirty="0"/>
              <a:t>, accessed November 29, 2025. </a:t>
            </a:r>
            <a:r>
              <a:rPr lang="en-US" sz="1200" dirty="0">
                <a:hlinkClick r:id="rId3"/>
              </a:rPr>
              <a:t>https://www.beta-elektro.com/oil-transformers</a:t>
            </a:r>
            <a:endParaRPr lang="en-US" sz="1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166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37A2A-CD46-C8F9-AC0F-691D48F7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A749C3-F008-A713-2000-7FC7301F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0" fontAlgn="base" hangingPunct="0">
              <a:spcAft>
                <a:spcPct val="0"/>
              </a:spcAft>
            </a:pPr>
            <a:r>
              <a:rPr lang="en-US" dirty="0"/>
              <a:t>3. Mat lab simulation of transformer.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DF37D-9692-D66B-C366-0654E512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E9D62-937F-5DBD-F13A-5609E485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BE856-9DD6-C744-E363-C762E70B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405E2D33-711D-FF81-B80A-936F3A2FD1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Vishranti Patil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65758E-3484-36F8-10B5-9856CBB35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445" y="1415800"/>
            <a:ext cx="10746355" cy="48038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EEBC5F-ECD7-D0BA-8EE3-63C18DE1A935}"/>
              </a:ext>
            </a:extLst>
          </p:cNvPr>
          <p:cNvSpPr txBox="1"/>
          <p:nvPr/>
        </p:nvSpPr>
        <p:spPr>
          <a:xfrm>
            <a:off x="3257550" y="6123543"/>
            <a:ext cx="6144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dirty="0"/>
              <a:t>Transformer </a:t>
            </a:r>
            <a:r>
              <a:rPr lang="fr-MA" sz="1800" dirty="0" err="1"/>
              <a:t>scheme</a:t>
            </a:r>
            <a:r>
              <a:rPr lang="fr-MA" sz="1800" dirty="0"/>
              <a:t> . Source [</a:t>
            </a:r>
            <a:r>
              <a:rPr lang="fr-MA" sz="1800" dirty="0" err="1"/>
              <a:t>own</a:t>
            </a:r>
            <a:r>
              <a:rPr lang="fr-MA" sz="1800" dirty="0"/>
              <a:t>]. </a:t>
            </a:r>
            <a:r>
              <a:rPr lang="fr-MA" dirty="0"/>
              <a:t>28</a:t>
            </a:r>
            <a:r>
              <a:rPr lang="fr-MA" sz="1800" dirty="0"/>
              <a:t>.11.2025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4064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E4BAF1-7508-1E2A-49FF-EDC6386AB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Mat lab simulation Result of transformer.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4056D-37C7-6B43-578B-D45D99E3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ED7F5-AA5D-A233-89B2-035139D7C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6C977-A389-8F8F-BAD5-1397BBD6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D7802753-C47F-5327-95CD-8CE23F058A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Vishranti Patil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345B7FDC-AE2D-0AEC-F66F-97CFFD5C49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514856" cy="151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11BF87-2A29-9DE5-2045-C051EC6931B7}"/>
              </a:ext>
            </a:extLst>
          </p:cNvPr>
          <p:cNvSpPr txBox="1"/>
          <p:nvPr/>
        </p:nvSpPr>
        <p:spPr>
          <a:xfrm>
            <a:off x="814881" y="1429078"/>
            <a:ext cx="112464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Primary Voltages                                        Secondary Voltages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77846C-5635-52C0-7E70-E21FAF9AA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353" y="1952298"/>
            <a:ext cx="5303980" cy="42142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EE747D-B976-D917-E0A9-263D95D30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82" y="2006727"/>
            <a:ext cx="5281118" cy="42142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DF23449-1FA7-63F4-F56B-DF353E8AB865}"/>
              </a:ext>
            </a:extLst>
          </p:cNvPr>
          <p:cNvSpPr txBox="1"/>
          <p:nvPr/>
        </p:nvSpPr>
        <p:spPr>
          <a:xfrm>
            <a:off x="3257550" y="6123543"/>
            <a:ext cx="6144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dirty="0"/>
              <a:t>Transformer </a:t>
            </a:r>
            <a:r>
              <a:rPr lang="fr-MA" sz="1800" dirty="0" err="1"/>
              <a:t>scheme</a:t>
            </a:r>
            <a:r>
              <a:rPr lang="fr-MA" sz="1800" dirty="0"/>
              <a:t> . Source [</a:t>
            </a:r>
            <a:r>
              <a:rPr lang="fr-MA" sz="1800" dirty="0" err="1"/>
              <a:t>own</a:t>
            </a:r>
            <a:r>
              <a:rPr lang="fr-MA" sz="1800" dirty="0"/>
              <a:t>]. </a:t>
            </a:r>
            <a:r>
              <a:rPr lang="fr-MA" dirty="0"/>
              <a:t>28</a:t>
            </a:r>
            <a:r>
              <a:rPr lang="fr-MA" sz="1800" dirty="0"/>
              <a:t>.11.2025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43283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AA3F2-1225-B39E-5690-611BA2B29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27E7E1-476F-D851-2AE4-ADA805B00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14" y="382135"/>
            <a:ext cx="10929257" cy="1325563"/>
          </a:xfrm>
        </p:spPr>
        <p:txBody>
          <a:bodyPr>
            <a:normAutofit/>
          </a:bodyPr>
          <a:lstStyle/>
          <a:p>
            <a:r>
              <a:rPr lang="en-US" dirty="0"/>
              <a:t>5. Cost of All Electrical Drivetrain Components.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7AF05-68C7-2428-656A-7669441AF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22689-77F1-9F32-39A3-35B62CDBE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34B0F-6B92-DC75-A673-5B3644A1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A2C31378-4895-1034-B45F-2C7C93D78A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Vishranti Patil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3979960A-E34A-989F-D02F-186E4014FD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514856" cy="151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26E6E1E-9F79-1D24-12F7-1BB72B6C1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222724"/>
              </p:ext>
            </p:extLst>
          </p:nvPr>
        </p:nvGraphicFramePr>
        <p:xfrm>
          <a:off x="838200" y="1666926"/>
          <a:ext cx="10515600" cy="3124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3430535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31123356"/>
                    </a:ext>
                  </a:extLst>
                </a:gridCol>
              </a:tblGrid>
              <a:tr h="624906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Prizes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615733"/>
                  </a:ext>
                </a:extLst>
              </a:tr>
              <a:tr h="624906">
                <a:tc>
                  <a:txBody>
                    <a:bodyPr/>
                    <a:lstStyle/>
                    <a:p>
                      <a:r>
                        <a:rPr lang="en-US" sz="2400" dirty="0"/>
                        <a:t>1. 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300,000–600,000 EUR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326889"/>
                  </a:ext>
                </a:extLst>
              </a:tr>
              <a:tr h="624906">
                <a:tc>
                  <a:txBody>
                    <a:bodyPr/>
                    <a:lstStyle/>
                    <a:p>
                      <a:r>
                        <a:rPr lang="en-US" sz="2400" dirty="0"/>
                        <a:t>2. 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80,000-150,000 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935444"/>
                  </a:ext>
                </a:extLst>
              </a:tr>
              <a:tr h="624906">
                <a:tc>
                  <a:txBody>
                    <a:bodyPr/>
                    <a:lstStyle/>
                    <a:p>
                      <a:r>
                        <a:rPr lang="en-US" sz="2400" dirty="0"/>
                        <a:t>3. Transformer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37,000–74,000 EUR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628194"/>
                  </a:ext>
                </a:extLst>
              </a:tr>
              <a:tr h="624906">
                <a:tc>
                  <a:txBody>
                    <a:bodyPr/>
                    <a:lstStyle/>
                    <a:p>
                      <a:r>
                        <a:rPr lang="en-US" sz="2400" dirty="0"/>
                        <a:t>4. Cables &amp; Switch Gears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           </a:t>
                      </a:r>
                      <a:r>
                        <a:rPr lang="en-US" b="1" dirty="0"/>
                        <a:t>30,000-100,000 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603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05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6F3C-E304-A05B-36CC-F7987BC5A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AEE849D-D9B7-1150-C53E-6FCB88ED0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6.Next Step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3DCAAD-6FE7-ABB8-F183-34B025EBDC7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dirty="0"/>
              <a:t>Electrical Drivetrain / Optimus Syria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C6C4A7-3CDD-4DBA-4660-C6A2EEC435A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9</a:t>
            </a:fld>
            <a:endParaRPr lang="de-DE" dirty="0"/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8AEE8DB0-9841-5964-5327-D15E924DD505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 dirty="0"/>
              <a:t>02/12/2025</a:t>
            </a:r>
            <a:endParaRPr lang="en-GB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25D078B-14F7-F4E5-748E-5707AED52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808" y="1529394"/>
            <a:ext cx="9418320" cy="1714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finalize the simulation for all components combined.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finalize the CAD model of the electrical drive train;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start the redaction of report and final presentation.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Using power factory results to make final selection of cables and switchgear.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959D6EBF-8E1B-AEB8-95A4-B5DC5509C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Vishranti Patil</a:t>
            </a:r>
          </a:p>
        </p:txBody>
      </p:sp>
    </p:spTree>
    <p:extLst>
      <p:ext uri="{BB962C8B-B14F-4D97-AF65-F5344CB8AC3E}">
        <p14:creationId xmlns:p14="http://schemas.microsoft.com/office/powerpoint/2010/main" val="273071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文本框"/>
          <p:cNvSpPr>
            <a:spLocks noGrp="1"/>
          </p:cNvSpPr>
          <p:nvPr>
            <p:ph type="title"/>
          </p:nvPr>
        </p:nvSpPr>
        <p:spPr>
          <a:xfrm>
            <a:off x="937592" y="324643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noProof="0" dirty="0"/>
              <a:t>Bibliography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F4E31-D8EF-BD6B-0B21-F913357B082A}"/>
              </a:ext>
            </a:extLst>
          </p:cNvPr>
          <p:cNvSpPr>
            <a:spLocks noGrp="1"/>
          </p:cNvSpPr>
          <p:nvPr>
            <p:ph type="ftr"/>
          </p:nvPr>
        </p:nvSpPr>
        <p:spPr/>
        <p:txBody>
          <a:bodyPr/>
          <a:lstStyle/>
          <a:p>
            <a:pPr algn="r"/>
            <a:r>
              <a:rPr lang="en-US" sz="1200" noProof="0" dirty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25A4F-3163-9DBF-FD18-19E943A66680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ctr"/>
            <a:fld id="{CAD2D6BD-DE1B-4B5F-8B41-2702339687B9}" type="slidenum">
              <a:rPr lang="en-US" sz="1200" b="0" i="0" u="none" strike="noStrike" kern="1200" cap="none" spc="0" baseline="0" noProof="0" smtClean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10</a:t>
            </a:fld>
            <a:endParaRPr lang="en-US" sz="1200" noProof="0" dirty="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4750FB-0F77-2AFD-5052-3F1383A74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142" y="6563174"/>
            <a:ext cx="2883658" cy="365792"/>
          </a:xfrm>
          <a:prstGeom prst="rect">
            <a:avLst/>
          </a:prstGeom>
        </p:spPr>
      </p:pic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1C0995E-FEBD-077C-14BB-63CEFB257421}"/>
              </a:ext>
            </a:extLst>
          </p:cNvPr>
          <p:cNvSpPr txBox="1">
            <a:spLocks/>
          </p:cNvSpPr>
          <p:nvPr/>
        </p:nvSpPr>
        <p:spPr>
          <a:xfrm>
            <a:off x="937592" y="6563841"/>
            <a:ext cx="153725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02</a:t>
            </a:r>
            <a:r>
              <a:rPr lang="en-US" sz="1200" noProof="0" dirty="0">
                <a:solidFill>
                  <a:schemeClr val="bg1"/>
                </a:solidFill>
              </a:rPr>
              <a:t>/12/2025</a:t>
            </a:r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F7D00D96-B25F-2B58-BBC1-1A74FAC2127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noProof="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AF1E9-7386-B27F-9F9D-313E52F38408}"/>
              </a:ext>
            </a:extLst>
          </p:cNvPr>
          <p:cNvSpPr txBox="1"/>
          <p:nvPr/>
        </p:nvSpPr>
        <p:spPr>
          <a:xfrm>
            <a:off x="937592" y="1517474"/>
            <a:ext cx="10515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Source [1]: Electrical machines and power electronics course </a:t>
            </a:r>
            <a:r>
              <a:rPr lang="de-DE" dirty="0"/>
              <a:t>Prof.</a:t>
            </a:r>
            <a:r>
              <a:rPr lang="en-US" dirty="0"/>
              <a:t>Dr.-Ing Rajesh </a:t>
            </a:r>
            <a:r>
              <a:rPr lang="en-US" dirty="0" err="1"/>
              <a:t>Saiju</a:t>
            </a:r>
            <a:r>
              <a:rPr lang="en-US" dirty="0"/>
              <a:t>,</a:t>
            </a:r>
          </a:p>
          <a:p>
            <a:r>
              <a:rPr lang="en-US" dirty="0"/>
              <a:t>2. Source [2]: Power system analysis by </a:t>
            </a:r>
            <a:r>
              <a:rPr lang="en-US" dirty="0" err="1"/>
              <a:t>hadi</a:t>
            </a:r>
            <a:r>
              <a:rPr lang="en-US" dirty="0"/>
              <a:t> </a:t>
            </a:r>
            <a:r>
              <a:rPr lang="en-US" dirty="0" err="1"/>
              <a:t>saadat</a:t>
            </a:r>
            <a:r>
              <a:rPr lang="en-US" dirty="0"/>
              <a:t>. </a:t>
            </a:r>
            <a:r>
              <a:rPr lang="en-GB" dirty="0"/>
              <a:t>[ 25.11.2025]</a:t>
            </a:r>
          </a:p>
          <a:p>
            <a:r>
              <a:rPr lang="en-US" dirty="0"/>
              <a:t>3. BETA </a:t>
            </a:r>
            <a:r>
              <a:rPr lang="en-US" dirty="0" err="1"/>
              <a:t>Elektrotechnik</a:t>
            </a:r>
            <a:r>
              <a:rPr lang="en-US" dirty="0"/>
              <a:t> GmbH. “Oil Transformers.” BETA–Elektro, accessed November 29, 2025. </a:t>
            </a: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https://www.beta-elektro.com/oil-transformers</a:t>
            </a:r>
            <a:endParaRPr lang="en-US" dirty="0"/>
          </a:p>
          <a:p>
            <a:r>
              <a:rPr lang="en-US" dirty="0"/>
              <a:t>4. Equivalent Circuit of a Transformer,” </a:t>
            </a:r>
            <a:r>
              <a:rPr lang="en-US" dirty="0" err="1"/>
              <a:t>Poriyaan</a:t>
            </a:r>
            <a:r>
              <a:rPr lang="en-US" dirty="0"/>
              <a:t>. [Online]. Available: </a:t>
            </a:r>
            <a:r>
              <a:rPr lang="en-US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https://ece.poriyaan.in/topic/equivalent-circuit-of-a-transformer-20011/</a:t>
            </a:r>
            <a:r>
              <a:rPr lang="en-US" dirty="0"/>
              <a:t>. [Accessed: Nov. 29, 2025].</a:t>
            </a:r>
          </a:p>
          <a:p>
            <a:r>
              <a:rPr lang="en-US" dirty="0"/>
              <a:t>5. Source [3]: Electrical engineering for wind turbines course of </a:t>
            </a:r>
            <a:r>
              <a:rPr lang="en-GB" dirty="0"/>
              <a:t>Prof. Dr. Ingmar Leise. [ 02.12.2025]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83A57B-4583-AAF8-E6E0-9BDBBFAAD5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7085" y="6533357"/>
            <a:ext cx="5596613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671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37666F68-9715-4511-90E3-E4140495B232}" vid="{4FEE3175-B49C-4319-8ECD-B48408CDBF8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" id="{37666F68-9715-4511-90E3-E4140495B232}" vid="{9BE4395A-200E-4568-ABA6-DAB134CF054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392</TotalTime>
  <Words>481</Words>
  <Application>Microsoft Office PowerPoint</Application>
  <PresentationFormat>Widescreen</PresentationFormat>
  <Paragraphs>91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Aptos (Textkörper)</vt:lpstr>
      <vt:lpstr>Aptos Display</vt:lpstr>
      <vt:lpstr>Arial</vt:lpstr>
      <vt:lpstr>Calibri</vt:lpstr>
      <vt:lpstr>Calibri Light</vt:lpstr>
      <vt:lpstr>Cambria</vt:lpstr>
      <vt:lpstr>Times New Roman</vt:lpstr>
      <vt:lpstr>Benutzerdefiniertes Design</vt:lpstr>
      <vt:lpstr>Office</vt:lpstr>
      <vt:lpstr>PowerPoint Presentation</vt:lpstr>
      <vt:lpstr>List of contents</vt:lpstr>
      <vt:lpstr>1. Electrical parameter of transformer.</vt:lpstr>
      <vt:lpstr>1. Electrical parameter of transformer.</vt:lpstr>
      <vt:lpstr>2. Mechanical Dimension of transformer.</vt:lpstr>
      <vt:lpstr>3. Mat lab simulation of transformer.</vt:lpstr>
      <vt:lpstr>4. Mat lab simulation Result of transformer.</vt:lpstr>
      <vt:lpstr>5. Cost of All Electrical Drivetrain Components.</vt:lpstr>
      <vt:lpstr>6.Next Step</vt:lpstr>
      <vt:lpstr>Bibliography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Josef Remberger</dc:creator>
  <cp:lastModifiedBy>Ecoloop ThreeSixty</cp:lastModifiedBy>
  <cp:revision>93</cp:revision>
  <dcterms:created xsi:type="dcterms:W3CDTF">2025-09-27T08:52:45Z</dcterms:created>
  <dcterms:modified xsi:type="dcterms:W3CDTF">2025-11-29T17:32:59Z</dcterms:modified>
</cp:coreProperties>
</file>