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</p:sldMasterIdLst>
  <p:sldIdLst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7F6DD42-83FB-4E3D-A729-EBEB5C73EE5E}">
          <p14:sldIdLst>
            <p14:sldId id="258"/>
          </p14:sldIdLst>
        </p14:section>
        <p14:section name="Untitled Section" id="{A30023C9-4340-4D20-AF9C-AFD209EC74CA}">
          <p14:sldIdLst>
            <p14:sldId id="257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B18BAB-FF5E-463D-96AF-9E8DED8D2910}" v="57" dt="2025-12-22T18:50:07.4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87" d="100"/>
          <a:sy n="87" d="100"/>
        </p:scale>
        <p:origin x="202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derico De Mita" userId="6ce638df-d46f-4fb8-b9fa-d85fcdec2cd5" providerId="ADAL" clId="{08362040-18E5-4911-871A-90A5BB37375A}"/>
    <pc:docChg chg="undo custSel addSld delSld modSld addSection modSection">
      <pc:chgData name="Federico De Mita" userId="6ce638df-d46f-4fb8-b9fa-d85fcdec2cd5" providerId="ADAL" clId="{08362040-18E5-4911-871A-90A5BB37375A}" dt="2025-12-22T18:50:21.740" v="2864" actId="20577"/>
      <pc:docMkLst>
        <pc:docMk/>
      </pc:docMkLst>
      <pc:sldChg chg="addSp delSp modSp mod">
        <pc:chgData name="Federico De Mita" userId="6ce638df-d46f-4fb8-b9fa-d85fcdec2cd5" providerId="ADAL" clId="{08362040-18E5-4911-871A-90A5BB37375A}" dt="2025-12-21T16:21:47.856" v="490" actId="1036"/>
        <pc:sldMkLst>
          <pc:docMk/>
          <pc:sldMk cId="1976152738" sldId="257"/>
        </pc:sldMkLst>
        <pc:spChg chg="mod">
          <ac:chgData name="Federico De Mita" userId="6ce638df-d46f-4fb8-b9fa-d85fcdec2cd5" providerId="ADAL" clId="{08362040-18E5-4911-871A-90A5BB37375A}" dt="2025-12-21T15:49:57.019" v="26" actId="20577"/>
          <ac:spMkLst>
            <pc:docMk/>
            <pc:sldMk cId="1976152738" sldId="257"/>
            <ac:spMk id="2" creationId="{82E012AA-E5B9-7D10-D45D-A459CDF9D09D}"/>
          </ac:spMkLst>
        </pc:spChg>
        <pc:spChg chg="del">
          <ac:chgData name="Federico De Mita" userId="6ce638df-d46f-4fb8-b9fa-d85fcdec2cd5" providerId="ADAL" clId="{08362040-18E5-4911-871A-90A5BB37375A}" dt="2025-12-21T15:53:09.100" v="70" actId="478"/>
          <ac:spMkLst>
            <pc:docMk/>
            <pc:sldMk cId="1976152738" sldId="257"/>
            <ac:spMk id="3" creationId="{005365C5-D657-C18D-2BBF-251DA22D7B38}"/>
          </ac:spMkLst>
        </pc:spChg>
        <pc:spChg chg="del mod">
          <ac:chgData name="Federico De Mita" userId="6ce638df-d46f-4fb8-b9fa-d85fcdec2cd5" providerId="ADAL" clId="{08362040-18E5-4911-871A-90A5BB37375A}" dt="2025-12-21T15:53:33.657" v="81" actId="478"/>
          <ac:spMkLst>
            <pc:docMk/>
            <pc:sldMk cId="1976152738" sldId="257"/>
            <ac:spMk id="7" creationId="{38A7005F-8390-D751-F2BD-BB32B4991A0B}"/>
          </ac:spMkLst>
        </pc:spChg>
        <pc:spChg chg="add mod">
          <ac:chgData name="Federico De Mita" userId="6ce638df-d46f-4fb8-b9fa-d85fcdec2cd5" providerId="ADAL" clId="{08362040-18E5-4911-871A-90A5BB37375A}" dt="2025-12-21T15:53:16.255" v="73" actId="14100"/>
          <ac:spMkLst>
            <pc:docMk/>
            <pc:sldMk cId="1976152738" sldId="257"/>
            <ac:spMk id="9" creationId="{D065D01E-AB4D-A2CC-AD95-13698E408173}"/>
          </ac:spMkLst>
        </pc:spChg>
        <pc:spChg chg="add mod">
          <ac:chgData name="Federico De Mita" userId="6ce638df-d46f-4fb8-b9fa-d85fcdec2cd5" providerId="ADAL" clId="{08362040-18E5-4911-871A-90A5BB37375A}" dt="2025-12-21T16:02:31.505" v="123" actId="1076"/>
          <ac:spMkLst>
            <pc:docMk/>
            <pc:sldMk cId="1976152738" sldId="257"/>
            <ac:spMk id="14" creationId="{06AF65A0-01BE-0350-76DC-711CE6026484}"/>
          </ac:spMkLst>
        </pc:spChg>
        <pc:spChg chg="add mod">
          <ac:chgData name="Federico De Mita" userId="6ce638df-d46f-4fb8-b9fa-d85fcdec2cd5" providerId="ADAL" clId="{08362040-18E5-4911-871A-90A5BB37375A}" dt="2025-12-21T16:07:32.278" v="220" actId="113"/>
          <ac:spMkLst>
            <pc:docMk/>
            <pc:sldMk cId="1976152738" sldId="257"/>
            <ac:spMk id="15" creationId="{68DE8F26-95D3-47D1-16B7-28B3C94E563F}"/>
          </ac:spMkLst>
        </pc:spChg>
        <pc:spChg chg="add mod">
          <ac:chgData name="Federico De Mita" userId="6ce638df-d46f-4fb8-b9fa-d85fcdec2cd5" providerId="ADAL" clId="{08362040-18E5-4911-871A-90A5BB37375A}" dt="2025-12-21T16:21:47.856" v="490" actId="1036"/>
          <ac:spMkLst>
            <pc:docMk/>
            <pc:sldMk cId="1976152738" sldId="257"/>
            <ac:spMk id="18" creationId="{9C850123-FDE7-946A-73FB-260761B9D44C}"/>
          </ac:spMkLst>
        </pc:spChg>
        <pc:spChg chg="add mod">
          <ac:chgData name="Federico De Mita" userId="6ce638df-d46f-4fb8-b9fa-d85fcdec2cd5" providerId="ADAL" clId="{08362040-18E5-4911-871A-90A5BB37375A}" dt="2025-12-21T16:09:27.871" v="380" actId="14100"/>
          <ac:spMkLst>
            <pc:docMk/>
            <pc:sldMk cId="1976152738" sldId="257"/>
            <ac:spMk id="19" creationId="{C2B4DEED-A940-8AB4-658D-24CF860A4371}"/>
          </ac:spMkLst>
        </pc:spChg>
        <pc:picChg chg="add del mod">
          <ac:chgData name="Federico De Mita" userId="6ce638df-d46f-4fb8-b9fa-d85fcdec2cd5" providerId="ADAL" clId="{08362040-18E5-4911-871A-90A5BB37375A}" dt="2025-12-21T16:01:26.081" v="82" actId="478"/>
          <ac:picMkLst>
            <pc:docMk/>
            <pc:sldMk cId="1976152738" sldId="257"/>
            <ac:picMk id="11" creationId="{0851A642-296A-8129-F6F2-B63043528AE6}"/>
          </ac:picMkLst>
        </pc:picChg>
        <pc:picChg chg="add mod">
          <ac:chgData name="Federico De Mita" userId="6ce638df-d46f-4fb8-b9fa-d85fcdec2cd5" providerId="ADAL" clId="{08362040-18E5-4911-871A-90A5BB37375A}" dt="2025-12-21T16:02:27.916" v="122" actId="1582"/>
          <ac:picMkLst>
            <pc:docMk/>
            <pc:sldMk cId="1976152738" sldId="257"/>
            <ac:picMk id="13" creationId="{87867DA6-96DF-7835-F265-3FAF38E61B81}"/>
          </ac:picMkLst>
        </pc:picChg>
        <pc:picChg chg="add mod">
          <ac:chgData name="Federico De Mita" userId="6ce638df-d46f-4fb8-b9fa-d85fcdec2cd5" providerId="ADAL" clId="{08362040-18E5-4911-871A-90A5BB37375A}" dt="2025-12-21T16:07:46.511" v="224" actId="1582"/>
          <ac:picMkLst>
            <pc:docMk/>
            <pc:sldMk cId="1976152738" sldId="257"/>
            <ac:picMk id="17" creationId="{93D1FA4A-2C22-4665-9121-08812BDEE22E}"/>
          </ac:picMkLst>
        </pc:picChg>
      </pc:sldChg>
      <pc:sldChg chg="modSp mod">
        <pc:chgData name="Federico De Mita" userId="6ce638df-d46f-4fb8-b9fa-d85fcdec2cd5" providerId="ADAL" clId="{08362040-18E5-4911-871A-90A5BB37375A}" dt="2025-12-22T18:50:21.740" v="2864" actId="20577"/>
        <pc:sldMkLst>
          <pc:docMk/>
          <pc:sldMk cId="1759541500" sldId="258"/>
        </pc:sldMkLst>
        <pc:spChg chg="mod">
          <ac:chgData name="Federico De Mita" userId="6ce638df-d46f-4fb8-b9fa-d85fcdec2cd5" providerId="ADAL" clId="{08362040-18E5-4911-871A-90A5BB37375A}" dt="2025-12-22T18:50:21.740" v="2864" actId="20577"/>
          <ac:spMkLst>
            <pc:docMk/>
            <pc:sldMk cId="1759541500" sldId="258"/>
            <ac:spMk id="2" creationId="{919A2E96-5B5B-59AD-176E-1C70B3EE4C99}"/>
          </ac:spMkLst>
        </pc:spChg>
      </pc:sldChg>
      <pc:sldChg chg="addSp delSp modSp add mod">
        <pc:chgData name="Federico De Mita" userId="6ce638df-d46f-4fb8-b9fa-d85fcdec2cd5" providerId="ADAL" clId="{08362040-18E5-4911-871A-90A5BB37375A}" dt="2025-12-21T16:26:33.612" v="1108" actId="1076"/>
        <pc:sldMkLst>
          <pc:docMk/>
          <pc:sldMk cId="3505885516" sldId="259"/>
        </pc:sldMkLst>
        <pc:spChg chg="add mod">
          <ac:chgData name="Federico De Mita" userId="6ce638df-d46f-4fb8-b9fa-d85fcdec2cd5" providerId="ADAL" clId="{08362040-18E5-4911-871A-90A5BB37375A}" dt="2025-12-21T16:23:34.167" v="702" actId="1035"/>
          <ac:spMkLst>
            <pc:docMk/>
            <pc:sldMk cId="3505885516" sldId="259"/>
            <ac:spMk id="10" creationId="{84C8E753-BD66-B8A8-3D33-A9B977E239ED}"/>
          </ac:spMkLst>
        </pc:spChg>
        <pc:spChg chg="del">
          <ac:chgData name="Federico De Mita" userId="6ce638df-d46f-4fb8-b9fa-d85fcdec2cd5" providerId="ADAL" clId="{08362040-18E5-4911-871A-90A5BB37375A}" dt="2025-12-21T16:10:04.710" v="382" actId="478"/>
          <ac:spMkLst>
            <pc:docMk/>
            <pc:sldMk cId="3505885516" sldId="259"/>
            <ac:spMk id="14" creationId="{CEFFCBB2-2178-3723-7D08-88ADFDA48A49}"/>
          </ac:spMkLst>
        </pc:spChg>
        <pc:spChg chg="del">
          <ac:chgData name="Federico De Mita" userId="6ce638df-d46f-4fb8-b9fa-d85fcdec2cd5" providerId="ADAL" clId="{08362040-18E5-4911-871A-90A5BB37375A}" dt="2025-12-21T16:10:04.710" v="382" actId="478"/>
          <ac:spMkLst>
            <pc:docMk/>
            <pc:sldMk cId="3505885516" sldId="259"/>
            <ac:spMk id="15" creationId="{98F5B1E6-8358-CD86-C55B-B90205EEF7AC}"/>
          </ac:spMkLst>
        </pc:spChg>
        <pc:spChg chg="add mod">
          <ac:chgData name="Federico De Mita" userId="6ce638df-d46f-4fb8-b9fa-d85fcdec2cd5" providerId="ADAL" clId="{08362040-18E5-4911-871A-90A5BB37375A}" dt="2025-12-21T16:23:34.167" v="702" actId="1035"/>
          <ac:spMkLst>
            <pc:docMk/>
            <pc:sldMk cId="3505885516" sldId="259"/>
            <ac:spMk id="16" creationId="{841A9027-0458-C6D9-46BA-24D4F53F3E46}"/>
          </ac:spMkLst>
        </pc:spChg>
        <pc:spChg chg="del">
          <ac:chgData name="Federico De Mita" userId="6ce638df-d46f-4fb8-b9fa-d85fcdec2cd5" providerId="ADAL" clId="{08362040-18E5-4911-871A-90A5BB37375A}" dt="2025-12-21T16:10:04.710" v="382" actId="478"/>
          <ac:spMkLst>
            <pc:docMk/>
            <pc:sldMk cId="3505885516" sldId="259"/>
            <ac:spMk id="18" creationId="{374DE1E1-D8C0-1B3F-2181-F14B879FB7CB}"/>
          </ac:spMkLst>
        </pc:spChg>
        <pc:spChg chg="del">
          <ac:chgData name="Federico De Mita" userId="6ce638df-d46f-4fb8-b9fa-d85fcdec2cd5" providerId="ADAL" clId="{08362040-18E5-4911-871A-90A5BB37375A}" dt="2025-12-21T16:10:04.710" v="382" actId="478"/>
          <ac:spMkLst>
            <pc:docMk/>
            <pc:sldMk cId="3505885516" sldId="259"/>
            <ac:spMk id="19" creationId="{EF5CF1D4-453E-90E1-E354-361D890534C0}"/>
          </ac:spMkLst>
        </pc:spChg>
        <pc:spChg chg="add mod">
          <ac:chgData name="Federico De Mita" userId="6ce638df-d46f-4fb8-b9fa-d85fcdec2cd5" providerId="ADAL" clId="{08362040-18E5-4911-871A-90A5BB37375A}" dt="2025-12-21T16:26:33.612" v="1108" actId="1076"/>
          <ac:spMkLst>
            <pc:docMk/>
            <pc:sldMk cId="3505885516" sldId="259"/>
            <ac:spMk id="20" creationId="{17CBC930-787F-0370-A122-01A61C1F59D7}"/>
          </ac:spMkLst>
        </pc:spChg>
        <pc:picChg chg="add del mod">
          <ac:chgData name="Federico De Mita" userId="6ce638df-d46f-4fb8-b9fa-d85fcdec2cd5" providerId="ADAL" clId="{08362040-18E5-4911-871A-90A5BB37375A}" dt="2025-12-21T16:19:28.105" v="434" actId="478"/>
          <ac:picMkLst>
            <pc:docMk/>
            <pc:sldMk cId="3505885516" sldId="259"/>
            <ac:picMk id="7" creationId="{4D918209-21B0-356F-5754-289EA8603630}"/>
          </ac:picMkLst>
        </pc:picChg>
        <pc:picChg chg="add mod">
          <ac:chgData name="Federico De Mita" userId="6ce638df-d46f-4fb8-b9fa-d85fcdec2cd5" providerId="ADAL" clId="{08362040-18E5-4911-871A-90A5BB37375A}" dt="2025-12-21T16:23:34.167" v="702" actId="1035"/>
          <ac:picMkLst>
            <pc:docMk/>
            <pc:sldMk cId="3505885516" sldId="259"/>
            <ac:picMk id="12" creationId="{4B565EEC-DE8B-F22B-9B0A-BEBAA0B2C528}"/>
          </ac:picMkLst>
        </pc:picChg>
        <pc:picChg chg="del">
          <ac:chgData name="Federico De Mita" userId="6ce638df-d46f-4fb8-b9fa-d85fcdec2cd5" providerId="ADAL" clId="{08362040-18E5-4911-871A-90A5BB37375A}" dt="2025-12-21T16:10:04.710" v="382" actId="478"/>
          <ac:picMkLst>
            <pc:docMk/>
            <pc:sldMk cId="3505885516" sldId="259"/>
            <ac:picMk id="13" creationId="{3674E5C8-EAA5-F0EC-36FB-CA5F9204143F}"/>
          </ac:picMkLst>
        </pc:picChg>
        <pc:picChg chg="del">
          <ac:chgData name="Federico De Mita" userId="6ce638df-d46f-4fb8-b9fa-d85fcdec2cd5" providerId="ADAL" clId="{08362040-18E5-4911-871A-90A5BB37375A}" dt="2025-12-21T16:10:04.710" v="382" actId="478"/>
          <ac:picMkLst>
            <pc:docMk/>
            <pc:sldMk cId="3505885516" sldId="259"/>
            <ac:picMk id="17" creationId="{3225B0EC-9AFF-7EB9-0A9D-5B19E234BE24}"/>
          </ac:picMkLst>
        </pc:picChg>
      </pc:sldChg>
      <pc:sldChg chg="addSp delSp modSp add mod">
        <pc:chgData name="Federico De Mita" userId="6ce638df-d46f-4fb8-b9fa-d85fcdec2cd5" providerId="ADAL" clId="{08362040-18E5-4911-871A-90A5BB37375A}" dt="2025-12-21T17:53:33.729" v="1443" actId="164"/>
        <pc:sldMkLst>
          <pc:docMk/>
          <pc:sldMk cId="267298274" sldId="260"/>
        </pc:sldMkLst>
        <pc:spChg chg="mod">
          <ac:chgData name="Federico De Mita" userId="6ce638df-d46f-4fb8-b9fa-d85fcdec2cd5" providerId="ADAL" clId="{08362040-18E5-4911-871A-90A5BB37375A}" dt="2025-12-21T17:11:17.924" v="1139" actId="20577"/>
          <ac:spMkLst>
            <pc:docMk/>
            <pc:sldMk cId="267298274" sldId="260"/>
            <ac:spMk id="9" creationId="{CDEB8241-6A5D-39B7-1304-8BA8ADF2FB76}"/>
          </ac:spMkLst>
        </pc:spChg>
        <pc:spChg chg="del">
          <ac:chgData name="Federico De Mita" userId="6ce638df-d46f-4fb8-b9fa-d85fcdec2cd5" providerId="ADAL" clId="{08362040-18E5-4911-871A-90A5BB37375A}" dt="2025-12-21T16:26:44.211" v="1110" actId="478"/>
          <ac:spMkLst>
            <pc:docMk/>
            <pc:sldMk cId="267298274" sldId="260"/>
            <ac:spMk id="10" creationId="{00A09FBB-39B1-359A-6122-2461BB1FA51B}"/>
          </ac:spMkLst>
        </pc:spChg>
        <pc:spChg chg="add del mod">
          <ac:chgData name="Federico De Mita" userId="6ce638df-d46f-4fb8-b9fa-d85fcdec2cd5" providerId="ADAL" clId="{08362040-18E5-4911-871A-90A5BB37375A}" dt="2025-12-21T17:47:31.197" v="1174" actId="478"/>
          <ac:spMkLst>
            <pc:docMk/>
            <pc:sldMk cId="267298274" sldId="260"/>
            <ac:spMk id="11" creationId="{3BA780A2-59A3-C20A-E189-53212BEE9CBA}"/>
          </ac:spMkLst>
        </pc:spChg>
        <pc:spChg chg="add mod">
          <ac:chgData name="Federico De Mita" userId="6ce638df-d46f-4fb8-b9fa-d85fcdec2cd5" providerId="ADAL" clId="{08362040-18E5-4911-871A-90A5BB37375A}" dt="2025-12-21T17:46:38.871" v="1150" actId="1076"/>
          <ac:spMkLst>
            <pc:docMk/>
            <pc:sldMk cId="267298274" sldId="260"/>
            <ac:spMk id="13" creationId="{EE3D970C-4E19-2D7C-CD0F-1E827CD2F652}"/>
          </ac:spMkLst>
        </pc:spChg>
        <pc:spChg chg="add mod">
          <ac:chgData name="Federico De Mita" userId="6ce638df-d46f-4fb8-b9fa-d85fcdec2cd5" providerId="ADAL" clId="{08362040-18E5-4911-871A-90A5BB37375A}" dt="2025-12-21T17:47:28.835" v="1173" actId="1076"/>
          <ac:spMkLst>
            <pc:docMk/>
            <pc:sldMk cId="267298274" sldId="260"/>
            <ac:spMk id="14" creationId="{6A5C0883-DC0F-C601-AEEA-CC9E7E87C826}"/>
          </ac:spMkLst>
        </pc:spChg>
        <pc:spChg chg="add mod">
          <ac:chgData name="Federico De Mita" userId="6ce638df-d46f-4fb8-b9fa-d85fcdec2cd5" providerId="ADAL" clId="{08362040-18E5-4911-871A-90A5BB37375A}" dt="2025-12-21T17:47:22.922" v="1172" actId="1037"/>
          <ac:spMkLst>
            <pc:docMk/>
            <pc:sldMk cId="267298274" sldId="260"/>
            <ac:spMk id="15" creationId="{B2993089-2084-A710-71A1-B6415B8A50BA}"/>
          </ac:spMkLst>
        </pc:spChg>
        <pc:spChg chg="del">
          <ac:chgData name="Federico De Mita" userId="6ce638df-d46f-4fb8-b9fa-d85fcdec2cd5" providerId="ADAL" clId="{08362040-18E5-4911-871A-90A5BB37375A}" dt="2025-12-21T16:26:44.211" v="1110" actId="478"/>
          <ac:spMkLst>
            <pc:docMk/>
            <pc:sldMk cId="267298274" sldId="260"/>
            <ac:spMk id="16" creationId="{63B4F49E-E44D-2AB8-8929-740EEAAC5209}"/>
          </ac:spMkLst>
        </pc:spChg>
        <pc:spChg chg="add mod">
          <ac:chgData name="Federico De Mita" userId="6ce638df-d46f-4fb8-b9fa-d85fcdec2cd5" providerId="ADAL" clId="{08362040-18E5-4911-871A-90A5BB37375A}" dt="2025-12-21T17:47:58.353" v="1180" actId="113"/>
          <ac:spMkLst>
            <pc:docMk/>
            <pc:sldMk cId="267298274" sldId="260"/>
            <ac:spMk id="17" creationId="{1F95152C-7BB0-B750-FAE3-304F00AFADA0}"/>
          </ac:spMkLst>
        </pc:spChg>
        <pc:spChg chg="add mod">
          <ac:chgData name="Federico De Mita" userId="6ce638df-d46f-4fb8-b9fa-d85fcdec2cd5" providerId="ADAL" clId="{08362040-18E5-4911-871A-90A5BB37375A}" dt="2025-12-21T17:48:01.311" v="1181"/>
          <ac:spMkLst>
            <pc:docMk/>
            <pc:sldMk cId="267298274" sldId="260"/>
            <ac:spMk id="18" creationId="{C215F55E-F31E-282F-7AF4-8867BCBBFE25}"/>
          </ac:spMkLst>
        </pc:spChg>
        <pc:spChg chg="add mod">
          <ac:chgData name="Federico De Mita" userId="6ce638df-d46f-4fb8-b9fa-d85fcdec2cd5" providerId="ADAL" clId="{08362040-18E5-4911-871A-90A5BB37375A}" dt="2025-12-21T17:48:17.935" v="1191" actId="20577"/>
          <ac:spMkLst>
            <pc:docMk/>
            <pc:sldMk cId="267298274" sldId="260"/>
            <ac:spMk id="19" creationId="{16BA59AC-B4EE-88B9-C3C9-66D084A81C66}"/>
          </ac:spMkLst>
        </pc:spChg>
        <pc:spChg chg="del">
          <ac:chgData name="Federico De Mita" userId="6ce638df-d46f-4fb8-b9fa-d85fcdec2cd5" providerId="ADAL" clId="{08362040-18E5-4911-871A-90A5BB37375A}" dt="2025-12-21T16:26:44.211" v="1110" actId="478"/>
          <ac:spMkLst>
            <pc:docMk/>
            <pc:sldMk cId="267298274" sldId="260"/>
            <ac:spMk id="20" creationId="{667E0C7E-3C15-42FA-DCA8-EC6544462F34}"/>
          </ac:spMkLst>
        </pc:spChg>
        <pc:spChg chg="add mod">
          <ac:chgData name="Federico De Mita" userId="6ce638df-d46f-4fb8-b9fa-d85fcdec2cd5" providerId="ADAL" clId="{08362040-18E5-4911-871A-90A5BB37375A}" dt="2025-12-21T17:48:14.104" v="1189" actId="20577"/>
          <ac:spMkLst>
            <pc:docMk/>
            <pc:sldMk cId="267298274" sldId="260"/>
            <ac:spMk id="21" creationId="{EAB80663-0B51-4FA7-B33A-E4D282C6CD6E}"/>
          </ac:spMkLst>
        </pc:spChg>
        <pc:spChg chg="add mod">
          <ac:chgData name="Federico De Mita" userId="6ce638df-d46f-4fb8-b9fa-d85fcdec2cd5" providerId="ADAL" clId="{08362040-18E5-4911-871A-90A5BB37375A}" dt="2025-12-21T17:53:33.729" v="1443" actId="164"/>
          <ac:spMkLst>
            <pc:docMk/>
            <pc:sldMk cId="267298274" sldId="260"/>
            <ac:spMk id="24" creationId="{556FFB4E-60FE-9468-09DE-A705D1F2D9D6}"/>
          </ac:spMkLst>
        </pc:spChg>
        <pc:spChg chg="add mod">
          <ac:chgData name="Federico De Mita" userId="6ce638df-d46f-4fb8-b9fa-d85fcdec2cd5" providerId="ADAL" clId="{08362040-18E5-4911-871A-90A5BB37375A}" dt="2025-12-21T17:53:33.729" v="1443" actId="164"/>
          <ac:spMkLst>
            <pc:docMk/>
            <pc:sldMk cId="267298274" sldId="260"/>
            <ac:spMk id="25" creationId="{E4079284-43EE-1F1E-CB8F-2B7C2EEDA255}"/>
          </ac:spMkLst>
        </pc:spChg>
        <pc:spChg chg="add mod">
          <ac:chgData name="Federico De Mita" userId="6ce638df-d46f-4fb8-b9fa-d85fcdec2cd5" providerId="ADAL" clId="{08362040-18E5-4911-871A-90A5BB37375A}" dt="2025-12-21T17:53:09.445" v="1440" actId="14100"/>
          <ac:spMkLst>
            <pc:docMk/>
            <pc:sldMk cId="267298274" sldId="260"/>
            <ac:spMk id="26" creationId="{D38D239B-A4F9-BF75-68BA-118D59B5B4AF}"/>
          </ac:spMkLst>
        </pc:spChg>
        <pc:grpChg chg="add mod">
          <ac:chgData name="Federico De Mita" userId="6ce638df-d46f-4fb8-b9fa-d85fcdec2cd5" providerId="ADAL" clId="{08362040-18E5-4911-871A-90A5BB37375A}" dt="2025-12-21T17:53:33.729" v="1443" actId="164"/>
          <ac:grpSpMkLst>
            <pc:docMk/>
            <pc:sldMk cId="267298274" sldId="260"/>
            <ac:grpSpMk id="27" creationId="{291128B4-542A-F56B-C5C9-1F79C0D157BA}"/>
          </ac:grpSpMkLst>
        </pc:grpChg>
        <pc:picChg chg="add mod">
          <ac:chgData name="Federico De Mita" userId="6ce638df-d46f-4fb8-b9fa-d85fcdec2cd5" providerId="ADAL" clId="{08362040-18E5-4911-871A-90A5BB37375A}" dt="2025-12-21T17:47:14.747" v="1165" actId="1076"/>
          <ac:picMkLst>
            <pc:docMk/>
            <pc:sldMk cId="267298274" sldId="260"/>
            <ac:picMk id="7" creationId="{3A57AC0D-783C-E557-DCC6-A551A519149C}"/>
          </ac:picMkLst>
        </pc:picChg>
        <pc:picChg chg="del">
          <ac:chgData name="Federico De Mita" userId="6ce638df-d46f-4fb8-b9fa-d85fcdec2cd5" providerId="ADAL" clId="{08362040-18E5-4911-871A-90A5BB37375A}" dt="2025-12-21T16:26:44.211" v="1110" actId="478"/>
          <ac:picMkLst>
            <pc:docMk/>
            <pc:sldMk cId="267298274" sldId="260"/>
            <ac:picMk id="12" creationId="{465E0617-C91D-4EB4-031E-A90B1D91FDEF}"/>
          </ac:picMkLst>
        </pc:picChg>
        <pc:picChg chg="add mod">
          <ac:chgData name="Federico De Mita" userId="6ce638df-d46f-4fb8-b9fa-d85fcdec2cd5" providerId="ADAL" clId="{08362040-18E5-4911-871A-90A5BB37375A}" dt="2025-12-21T17:50:01.465" v="1197" actId="1076"/>
          <ac:picMkLst>
            <pc:docMk/>
            <pc:sldMk cId="267298274" sldId="260"/>
            <ac:picMk id="23" creationId="{360D5402-B952-DAF6-D241-8651E8BF87E1}"/>
          </ac:picMkLst>
        </pc:picChg>
      </pc:sldChg>
      <pc:sldChg chg="addSp delSp modSp add mod">
        <pc:chgData name="Federico De Mita" userId="6ce638df-d46f-4fb8-b9fa-d85fcdec2cd5" providerId="ADAL" clId="{08362040-18E5-4911-871A-90A5BB37375A}" dt="2025-12-21T18:07:18.585" v="2162" actId="14100"/>
        <pc:sldMkLst>
          <pc:docMk/>
          <pc:sldMk cId="3697001821" sldId="261"/>
        </pc:sldMkLst>
        <pc:spChg chg="mod">
          <ac:chgData name="Federico De Mita" userId="6ce638df-d46f-4fb8-b9fa-d85fcdec2cd5" providerId="ADAL" clId="{08362040-18E5-4911-871A-90A5BB37375A}" dt="2025-12-21T17:53:45.165" v="1448" actId="20577"/>
          <ac:spMkLst>
            <pc:docMk/>
            <pc:sldMk cId="3697001821" sldId="261"/>
            <ac:spMk id="10" creationId="{04F8B8DB-4CC9-6BCD-1188-71ABDA2C6F6D}"/>
          </ac:spMkLst>
        </pc:spChg>
        <pc:spChg chg="mod">
          <ac:chgData name="Federico De Mita" userId="6ce638df-d46f-4fb8-b9fa-d85fcdec2cd5" providerId="ADAL" clId="{08362040-18E5-4911-871A-90A5BB37375A}" dt="2025-12-21T17:54:03.120" v="1474" actId="20577"/>
          <ac:spMkLst>
            <pc:docMk/>
            <pc:sldMk cId="3697001821" sldId="261"/>
            <ac:spMk id="11" creationId="{EA3767B0-5CF5-5CCD-3D67-C3C831B1800A}"/>
          </ac:spMkLst>
        </pc:spChg>
        <pc:spChg chg="del">
          <ac:chgData name="Federico De Mita" userId="6ce638df-d46f-4fb8-b9fa-d85fcdec2cd5" providerId="ADAL" clId="{08362040-18E5-4911-871A-90A5BB37375A}" dt="2025-12-21T17:53:25.522" v="1442" actId="478"/>
          <ac:spMkLst>
            <pc:docMk/>
            <pc:sldMk cId="3697001821" sldId="261"/>
            <ac:spMk id="13" creationId="{96A69316-C726-6523-9C1D-EA1CC0949D52}"/>
          </ac:spMkLst>
        </pc:spChg>
        <pc:spChg chg="del">
          <ac:chgData name="Federico De Mita" userId="6ce638df-d46f-4fb8-b9fa-d85fcdec2cd5" providerId="ADAL" clId="{08362040-18E5-4911-871A-90A5BB37375A}" dt="2025-12-21T17:53:25.522" v="1442" actId="478"/>
          <ac:spMkLst>
            <pc:docMk/>
            <pc:sldMk cId="3697001821" sldId="261"/>
            <ac:spMk id="14" creationId="{DDE63452-53D2-A150-50A9-6DD54A687F9A}"/>
          </ac:spMkLst>
        </pc:spChg>
        <pc:spChg chg="del">
          <ac:chgData name="Federico De Mita" userId="6ce638df-d46f-4fb8-b9fa-d85fcdec2cd5" providerId="ADAL" clId="{08362040-18E5-4911-871A-90A5BB37375A}" dt="2025-12-21T17:53:25.522" v="1442" actId="478"/>
          <ac:spMkLst>
            <pc:docMk/>
            <pc:sldMk cId="3697001821" sldId="261"/>
            <ac:spMk id="15" creationId="{FF03AB82-9813-2971-8D31-5EABE564C759}"/>
          </ac:spMkLst>
        </pc:spChg>
        <pc:spChg chg="del">
          <ac:chgData name="Federico De Mita" userId="6ce638df-d46f-4fb8-b9fa-d85fcdec2cd5" providerId="ADAL" clId="{08362040-18E5-4911-871A-90A5BB37375A}" dt="2025-12-21T17:53:25.522" v="1442" actId="478"/>
          <ac:spMkLst>
            <pc:docMk/>
            <pc:sldMk cId="3697001821" sldId="261"/>
            <ac:spMk id="17" creationId="{1BDFE7F1-4A5E-87E5-2768-20D96EF90D7A}"/>
          </ac:spMkLst>
        </pc:spChg>
        <pc:spChg chg="add mod">
          <ac:chgData name="Federico De Mita" userId="6ce638df-d46f-4fb8-b9fa-d85fcdec2cd5" providerId="ADAL" clId="{08362040-18E5-4911-871A-90A5BB37375A}" dt="2025-12-21T18:04:35.022" v="1905" actId="14100"/>
          <ac:spMkLst>
            <pc:docMk/>
            <pc:sldMk cId="3697001821" sldId="261"/>
            <ac:spMk id="18" creationId="{E2EE6A1C-58D2-EE84-4DC2-1B3471C16F9F}"/>
          </ac:spMkLst>
        </pc:spChg>
        <pc:spChg chg="del">
          <ac:chgData name="Federico De Mita" userId="6ce638df-d46f-4fb8-b9fa-d85fcdec2cd5" providerId="ADAL" clId="{08362040-18E5-4911-871A-90A5BB37375A}" dt="2025-12-21T17:53:25.522" v="1442" actId="478"/>
          <ac:spMkLst>
            <pc:docMk/>
            <pc:sldMk cId="3697001821" sldId="261"/>
            <ac:spMk id="19" creationId="{9B32DD13-AF3D-953E-507B-50AD09E06940}"/>
          </ac:spMkLst>
        </pc:spChg>
        <pc:spChg chg="del">
          <ac:chgData name="Federico De Mita" userId="6ce638df-d46f-4fb8-b9fa-d85fcdec2cd5" providerId="ADAL" clId="{08362040-18E5-4911-871A-90A5BB37375A}" dt="2025-12-21T17:53:25.522" v="1442" actId="478"/>
          <ac:spMkLst>
            <pc:docMk/>
            <pc:sldMk cId="3697001821" sldId="261"/>
            <ac:spMk id="21" creationId="{D16CF473-89A7-B77F-659C-30DBE42870C7}"/>
          </ac:spMkLst>
        </pc:spChg>
        <pc:spChg chg="del">
          <ac:chgData name="Federico De Mita" userId="6ce638df-d46f-4fb8-b9fa-d85fcdec2cd5" providerId="ADAL" clId="{08362040-18E5-4911-871A-90A5BB37375A}" dt="2025-12-21T17:53:25.522" v="1442" actId="478"/>
          <ac:spMkLst>
            <pc:docMk/>
            <pc:sldMk cId="3697001821" sldId="261"/>
            <ac:spMk id="24" creationId="{56DA5FFC-107C-73F3-02CA-90E766316BB2}"/>
          </ac:spMkLst>
        </pc:spChg>
        <pc:spChg chg="del">
          <ac:chgData name="Federico De Mita" userId="6ce638df-d46f-4fb8-b9fa-d85fcdec2cd5" providerId="ADAL" clId="{08362040-18E5-4911-871A-90A5BB37375A}" dt="2025-12-21T17:53:25.522" v="1442" actId="478"/>
          <ac:spMkLst>
            <pc:docMk/>
            <pc:sldMk cId="3697001821" sldId="261"/>
            <ac:spMk id="25" creationId="{3771954F-C4CC-718E-8550-D0178B78FD38}"/>
          </ac:spMkLst>
        </pc:spChg>
        <pc:spChg chg="del">
          <ac:chgData name="Federico De Mita" userId="6ce638df-d46f-4fb8-b9fa-d85fcdec2cd5" providerId="ADAL" clId="{08362040-18E5-4911-871A-90A5BB37375A}" dt="2025-12-21T17:53:25.522" v="1442" actId="478"/>
          <ac:spMkLst>
            <pc:docMk/>
            <pc:sldMk cId="3697001821" sldId="261"/>
            <ac:spMk id="26" creationId="{2D5D3923-2BB9-BD1C-D9C7-DBFE233E4DA9}"/>
          </ac:spMkLst>
        </pc:spChg>
        <pc:spChg chg="mod">
          <ac:chgData name="Federico De Mita" userId="6ce638df-d46f-4fb8-b9fa-d85fcdec2cd5" providerId="ADAL" clId="{08362040-18E5-4911-871A-90A5BB37375A}" dt="2025-12-21T18:05:41.758" v="1915" actId="20577"/>
          <ac:spMkLst>
            <pc:docMk/>
            <pc:sldMk cId="3697001821" sldId="261"/>
            <ac:spMk id="28" creationId="{7584A9A6-E521-EC1F-85E7-37FE9A1D1462}"/>
          </ac:spMkLst>
        </pc:spChg>
        <pc:spChg chg="mod">
          <ac:chgData name="Federico De Mita" userId="6ce638df-d46f-4fb8-b9fa-d85fcdec2cd5" providerId="ADAL" clId="{08362040-18E5-4911-871A-90A5BB37375A}" dt="2025-12-21T18:05:46.414" v="1920" actId="20577"/>
          <ac:spMkLst>
            <pc:docMk/>
            <pc:sldMk cId="3697001821" sldId="261"/>
            <ac:spMk id="29" creationId="{963E840D-1C51-EDDA-A1B5-9E28F480BE94}"/>
          </ac:spMkLst>
        </pc:spChg>
        <pc:spChg chg="add mod">
          <ac:chgData name="Federico De Mita" userId="6ce638df-d46f-4fb8-b9fa-d85fcdec2cd5" providerId="ADAL" clId="{08362040-18E5-4911-871A-90A5BB37375A}" dt="2025-12-21T18:07:13.955" v="2161" actId="1076"/>
          <ac:spMkLst>
            <pc:docMk/>
            <pc:sldMk cId="3697001821" sldId="261"/>
            <ac:spMk id="30" creationId="{2E074E8C-9C9B-6D22-382F-9478F78CE6E9}"/>
          </ac:spMkLst>
        </pc:spChg>
        <pc:grpChg chg="add mod ord">
          <ac:chgData name="Federico De Mita" userId="6ce638df-d46f-4fb8-b9fa-d85fcdec2cd5" providerId="ADAL" clId="{08362040-18E5-4911-871A-90A5BB37375A}" dt="2025-12-21T18:00:31.288" v="1663" actId="166"/>
          <ac:grpSpMkLst>
            <pc:docMk/>
            <pc:sldMk cId="3697001821" sldId="261"/>
            <ac:grpSpMk id="3" creationId="{5A42E7F4-26CF-A9AE-536B-E191F9E1189C}"/>
          </ac:grpSpMkLst>
        </pc:grpChg>
        <pc:grpChg chg="add mod">
          <ac:chgData name="Federico De Mita" userId="6ce638df-d46f-4fb8-b9fa-d85fcdec2cd5" providerId="ADAL" clId="{08362040-18E5-4911-871A-90A5BB37375A}" dt="2025-12-21T18:05:39.431" v="1913" actId="1076"/>
          <ac:grpSpMkLst>
            <pc:docMk/>
            <pc:sldMk cId="3697001821" sldId="261"/>
            <ac:grpSpMk id="27" creationId="{1F7FB398-C7B2-DBDB-0BFC-5F71D54B9A80}"/>
          </ac:grpSpMkLst>
        </pc:grpChg>
        <pc:picChg chg="del">
          <ac:chgData name="Federico De Mita" userId="6ce638df-d46f-4fb8-b9fa-d85fcdec2cd5" providerId="ADAL" clId="{08362040-18E5-4911-871A-90A5BB37375A}" dt="2025-12-21T17:53:25.522" v="1442" actId="478"/>
          <ac:picMkLst>
            <pc:docMk/>
            <pc:sldMk cId="3697001821" sldId="261"/>
            <ac:picMk id="7" creationId="{7AA73A96-844C-0118-4A69-B86F2604ADB9}"/>
          </ac:picMkLst>
        </pc:picChg>
        <pc:picChg chg="add mod modCrop">
          <ac:chgData name="Federico De Mita" userId="6ce638df-d46f-4fb8-b9fa-d85fcdec2cd5" providerId="ADAL" clId="{08362040-18E5-4911-871A-90A5BB37375A}" dt="2025-12-21T18:01:50.933" v="1886" actId="14100"/>
          <ac:picMkLst>
            <pc:docMk/>
            <pc:sldMk cId="3697001821" sldId="261"/>
            <ac:picMk id="16" creationId="{C5277A24-8A07-72D4-A2F4-0ABF961EC750}"/>
          </ac:picMkLst>
        </pc:picChg>
        <pc:picChg chg="add mod">
          <ac:chgData name="Federico De Mita" userId="6ce638df-d46f-4fb8-b9fa-d85fcdec2cd5" providerId="ADAL" clId="{08362040-18E5-4911-871A-90A5BB37375A}" dt="2025-12-21T18:07:18.585" v="2162" actId="14100"/>
          <ac:picMkLst>
            <pc:docMk/>
            <pc:sldMk cId="3697001821" sldId="261"/>
            <ac:picMk id="22" creationId="{9957B88B-7D83-83B7-9AE5-AD42AD5DDC61}"/>
          </ac:picMkLst>
        </pc:picChg>
      </pc:sldChg>
      <pc:sldChg chg="addSp delSp modSp add mod">
        <pc:chgData name="Federico De Mita" userId="6ce638df-d46f-4fb8-b9fa-d85fcdec2cd5" providerId="ADAL" clId="{08362040-18E5-4911-871A-90A5BB37375A}" dt="2025-12-22T18:35:29.566" v="2715" actId="170"/>
        <pc:sldMkLst>
          <pc:docMk/>
          <pc:sldMk cId="4025984352" sldId="262"/>
        </pc:sldMkLst>
        <pc:spChg chg="mod">
          <ac:chgData name="Federico De Mita" userId="6ce638df-d46f-4fb8-b9fa-d85fcdec2cd5" providerId="ADAL" clId="{08362040-18E5-4911-871A-90A5BB37375A}" dt="2025-12-21T18:08:10.300" v="2207" actId="14100"/>
          <ac:spMkLst>
            <pc:docMk/>
            <pc:sldMk cId="4025984352" sldId="262"/>
            <ac:spMk id="9" creationId="{8495BF5A-233A-FA2D-7F50-35253D0BEA81}"/>
          </ac:spMkLst>
        </pc:spChg>
        <pc:spChg chg="add mod">
          <ac:chgData name="Federico De Mita" userId="6ce638df-d46f-4fb8-b9fa-d85fcdec2cd5" providerId="ADAL" clId="{08362040-18E5-4911-871A-90A5BB37375A}" dt="2025-12-22T18:31:19.511" v="2617" actId="1037"/>
          <ac:spMkLst>
            <pc:docMk/>
            <pc:sldMk cId="4025984352" sldId="262"/>
            <ac:spMk id="16" creationId="{021BC3BA-3810-196C-7E66-B79E98649823}"/>
          </ac:spMkLst>
        </pc:spChg>
        <pc:spChg chg="add mod ord">
          <ac:chgData name="Federico De Mita" userId="6ce638df-d46f-4fb8-b9fa-d85fcdec2cd5" providerId="ADAL" clId="{08362040-18E5-4911-871A-90A5BB37375A}" dt="2025-12-22T18:31:19.511" v="2617" actId="1037"/>
          <ac:spMkLst>
            <pc:docMk/>
            <pc:sldMk cId="4025984352" sldId="262"/>
            <ac:spMk id="17" creationId="{435C4363-65B3-AB34-CDC0-922E7CC01934}"/>
          </ac:spMkLst>
        </pc:spChg>
        <pc:spChg chg="add mod ord">
          <ac:chgData name="Federico De Mita" userId="6ce638df-d46f-4fb8-b9fa-d85fcdec2cd5" providerId="ADAL" clId="{08362040-18E5-4911-871A-90A5BB37375A}" dt="2025-12-22T18:30:44.218" v="2586" actId="1076"/>
          <ac:spMkLst>
            <pc:docMk/>
            <pc:sldMk cId="4025984352" sldId="262"/>
            <ac:spMk id="18" creationId="{7B1F2256-4C6C-2F0C-0C65-58A6ACCEE815}"/>
          </ac:spMkLst>
        </pc:spChg>
        <pc:spChg chg="del">
          <ac:chgData name="Federico De Mita" userId="6ce638df-d46f-4fb8-b9fa-d85fcdec2cd5" providerId="ADAL" clId="{08362040-18E5-4911-871A-90A5BB37375A}" dt="2025-12-21T18:07:44.003" v="2164" actId="478"/>
          <ac:spMkLst>
            <pc:docMk/>
            <pc:sldMk cId="4025984352" sldId="262"/>
            <ac:spMk id="18" creationId="{A2E89960-117A-C83E-9F91-81D77DB6B5D4}"/>
          </ac:spMkLst>
        </pc:spChg>
        <pc:spChg chg="add mod ord">
          <ac:chgData name="Federico De Mita" userId="6ce638df-d46f-4fb8-b9fa-d85fcdec2cd5" providerId="ADAL" clId="{08362040-18E5-4911-871A-90A5BB37375A}" dt="2025-12-22T18:31:19.511" v="2617" actId="1037"/>
          <ac:spMkLst>
            <pc:docMk/>
            <pc:sldMk cId="4025984352" sldId="262"/>
            <ac:spMk id="19" creationId="{AE7D26C6-9665-9A33-BC8E-910439FC7164}"/>
          </ac:spMkLst>
        </pc:spChg>
        <pc:spChg chg="add mod ord">
          <ac:chgData name="Federico De Mita" userId="6ce638df-d46f-4fb8-b9fa-d85fcdec2cd5" providerId="ADAL" clId="{08362040-18E5-4911-871A-90A5BB37375A}" dt="2025-12-22T18:31:19.511" v="2617" actId="1037"/>
          <ac:spMkLst>
            <pc:docMk/>
            <pc:sldMk cId="4025984352" sldId="262"/>
            <ac:spMk id="20" creationId="{80B43791-D169-A53D-7330-3E8DC663F0A9}"/>
          </ac:spMkLst>
        </pc:spChg>
        <pc:spChg chg="add mod ord">
          <ac:chgData name="Federico De Mita" userId="6ce638df-d46f-4fb8-b9fa-d85fcdec2cd5" providerId="ADAL" clId="{08362040-18E5-4911-871A-90A5BB37375A}" dt="2025-12-22T18:31:19.511" v="2617" actId="1037"/>
          <ac:spMkLst>
            <pc:docMk/>
            <pc:sldMk cId="4025984352" sldId="262"/>
            <ac:spMk id="21" creationId="{F4168199-9D32-F264-63E0-4EE5E21AB07F}"/>
          </ac:spMkLst>
        </pc:spChg>
        <pc:spChg chg="add del">
          <ac:chgData name="Federico De Mita" userId="6ce638df-d46f-4fb8-b9fa-d85fcdec2cd5" providerId="ADAL" clId="{08362040-18E5-4911-871A-90A5BB37375A}" dt="2025-12-22T18:25:56.164" v="2488" actId="11529"/>
          <ac:spMkLst>
            <pc:docMk/>
            <pc:sldMk cId="4025984352" sldId="262"/>
            <ac:spMk id="22" creationId="{88AE2AE1-50B7-EBA2-304B-086A6FCDC597}"/>
          </ac:spMkLst>
        </pc:spChg>
        <pc:spChg chg="add mod ord">
          <ac:chgData name="Federico De Mita" userId="6ce638df-d46f-4fb8-b9fa-d85fcdec2cd5" providerId="ADAL" clId="{08362040-18E5-4911-871A-90A5BB37375A}" dt="2025-12-22T18:31:19.511" v="2617" actId="1037"/>
          <ac:spMkLst>
            <pc:docMk/>
            <pc:sldMk cId="4025984352" sldId="262"/>
            <ac:spMk id="25" creationId="{F60C5ABC-CF67-EAD3-4EFC-DD66CD5B6239}"/>
          </ac:spMkLst>
        </pc:spChg>
        <pc:spChg chg="add mod ord">
          <ac:chgData name="Federico De Mita" userId="6ce638df-d46f-4fb8-b9fa-d85fcdec2cd5" providerId="ADAL" clId="{08362040-18E5-4911-871A-90A5BB37375A}" dt="2025-12-22T18:31:19.511" v="2617" actId="1037"/>
          <ac:spMkLst>
            <pc:docMk/>
            <pc:sldMk cId="4025984352" sldId="262"/>
            <ac:spMk id="28" creationId="{230C1A44-E37A-4F20-8DC9-3C2FCB3FDF73}"/>
          </ac:spMkLst>
        </pc:spChg>
        <pc:spChg chg="add mod ord">
          <ac:chgData name="Federico De Mita" userId="6ce638df-d46f-4fb8-b9fa-d85fcdec2cd5" providerId="ADAL" clId="{08362040-18E5-4911-871A-90A5BB37375A}" dt="2025-12-22T18:31:19.511" v="2617" actId="1037"/>
          <ac:spMkLst>
            <pc:docMk/>
            <pc:sldMk cId="4025984352" sldId="262"/>
            <ac:spMk id="29" creationId="{D0B260B4-334A-091E-4B66-49DDBB472D1A}"/>
          </ac:spMkLst>
        </pc:spChg>
        <pc:spChg chg="del">
          <ac:chgData name="Federico De Mita" userId="6ce638df-d46f-4fb8-b9fa-d85fcdec2cd5" providerId="ADAL" clId="{08362040-18E5-4911-871A-90A5BB37375A}" dt="2025-12-21T18:07:44.003" v="2164" actId="478"/>
          <ac:spMkLst>
            <pc:docMk/>
            <pc:sldMk cId="4025984352" sldId="262"/>
            <ac:spMk id="30" creationId="{0A6231B1-67E1-7CEA-9A90-27A3AB3BC03A}"/>
          </ac:spMkLst>
        </pc:spChg>
        <pc:spChg chg="add mod ord">
          <ac:chgData name="Federico De Mita" userId="6ce638df-d46f-4fb8-b9fa-d85fcdec2cd5" providerId="ADAL" clId="{08362040-18E5-4911-871A-90A5BB37375A}" dt="2025-12-22T18:31:19.511" v="2617" actId="1037"/>
          <ac:spMkLst>
            <pc:docMk/>
            <pc:sldMk cId="4025984352" sldId="262"/>
            <ac:spMk id="30" creationId="{C11FC266-CF8D-588C-F46A-D987CAFBDD87}"/>
          </ac:spMkLst>
        </pc:spChg>
        <pc:spChg chg="add mod ord">
          <ac:chgData name="Federico De Mita" userId="6ce638df-d46f-4fb8-b9fa-d85fcdec2cd5" providerId="ADAL" clId="{08362040-18E5-4911-871A-90A5BB37375A}" dt="2025-12-22T18:31:19.511" v="2617" actId="1037"/>
          <ac:spMkLst>
            <pc:docMk/>
            <pc:sldMk cId="4025984352" sldId="262"/>
            <ac:spMk id="34" creationId="{9754283E-ABEF-AD2F-22E3-397DECC47D03}"/>
          </ac:spMkLst>
        </pc:spChg>
        <pc:spChg chg="add mod">
          <ac:chgData name="Federico De Mita" userId="6ce638df-d46f-4fb8-b9fa-d85fcdec2cd5" providerId="ADAL" clId="{08362040-18E5-4911-871A-90A5BB37375A}" dt="2025-12-22T18:27:56.786" v="2553"/>
          <ac:spMkLst>
            <pc:docMk/>
            <pc:sldMk cId="4025984352" sldId="262"/>
            <ac:spMk id="35" creationId="{B6988639-CD4F-289C-38B7-3FCB98C695CD}"/>
          </ac:spMkLst>
        </pc:spChg>
        <pc:spChg chg="add mod">
          <ac:chgData name="Federico De Mita" userId="6ce638df-d46f-4fb8-b9fa-d85fcdec2cd5" providerId="ADAL" clId="{08362040-18E5-4911-871A-90A5BB37375A}" dt="2025-12-22T18:28:18.998" v="2556" actId="1076"/>
          <ac:spMkLst>
            <pc:docMk/>
            <pc:sldMk cId="4025984352" sldId="262"/>
            <ac:spMk id="37" creationId="{2ECBABA2-0D88-A20C-51DF-C5A8117738D8}"/>
          </ac:spMkLst>
        </pc:spChg>
        <pc:spChg chg="add mod">
          <ac:chgData name="Federico De Mita" userId="6ce638df-d46f-4fb8-b9fa-d85fcdec2cd5" providerId="ADAL" clId="{08362040-18E5-4911-871A-90A5BB37375A}" dt="2025-12-22T18:32:00.109" v="2628" actId="14100"/>
          <ac:spMkLst>
            <pc:docMk/>
            <pc:sldMk cId="4025984352" sldId="262"/>
            <ac:spMk id="46" creationId="{0162DB2E-60C5-5609-E211-D1DA7053F1C4}"/>
          </ac:spMkLst>
        </pc:spChg>
        <pc:spChg chg="add mod">
          <ac:chgData name="Federico De Mita" userId="6ce638df-d46f-4fb8-b9fa-d85fcdec2cd5" providerId="ADAL" clId="{08362040-18E5-4911-871A-90A5BB37375A}" dt="2025-12-22T18:33:59.998" v="2671"/>
          <ac:spMkLst>
            <pc:docMk/>
            <pc:sldMk cId="4025984352" sldId="262"/>
            <ac:spMk id="47" creationId="{16CE6831-B24C-F6F2-EEEA-D0AC4344E8ED}"/>
          </ac:spMkLst>
        </pc:spChg>
        <pc:spChg chg="add mod">
          <ac:chgData name="Federico De Mita" userId="6ce638df-d46f-4fb8-b9fa-d85fcdec2cd5" providerId="ADAL" clId="{08362040-18E5-4911-871A-90A5BB37375A}" dt="2025-12-22T18:35:15.566" v="2713" actId="6549"/>
          <ac:spMkLst>
            <pc:docMk/>
            <pc:sldMk cId="4025984352" sldId="262"/>
            <ac:spMk id="55" creationId="{DD565A79-0E70-1B35-B723-CABA03ED195C}"/>
          </ac:spMkLst>
        </pc:spChg>
        <pc:grpChg chg="del">
          <ac:chgData name="Federico De Mita" userId="6ce638df-d46f-4fb8-b9fa-d85fcdec2cd5" providerId="ADAL" clId="{08362040-18E5-4911-871A-90A5BB37375A}" dt="2025-12-21T18:07:44.003" v="2164" actId="478"/>
          <ac:grpSpMkLst>
            <pc:docMk/>
            <pc:sldMk cId="4025984352" sldId="262"/>
            <ac:grpSpMk id="3" creationId="{682391E5-9475-055D-888F-141A5B34A973}"/>
          </ac:grpSpMkLst>
        </pc:grpChg>
        <pc:grpChg chg="del">
          <ac:chgData name="Federico De Mita" userId="6ce638df-d46f-4fb8-b9fa-d85fcdec2cd5" providerId="ADAL" clId="{08362040-18E5-4911-871A-90A5BB37375A}" dt="2025-12-21T18:07:44.003" v="2164" actId="478"/>
          <ac:grpSpMkLst>
            <pc:docMk/>
            <pc:sldMk cId="4025984352" sldId="262"/>
            <ac:grpSpMk id="27" creationId="{8BB4AB83-5A7B-E54D-3515-96285628FCE5}"/>
          </ac:grpSpMkLst>
        </pc:grpChg>
        <pc:picChg chg="add del mod">
          <ac:chgData name="Federico De Mita" userId="6ce638df-d46f-4fb8-b9fa-d85fcdec2cd5" providerId="ADAL" clId="{08362040-18E5-4911-871A-90A5BB37375A}" dt="2025-12-22T18:20:19.084" v="2225" actId="478"/>
          <ac:picMkLst>
            <pc:docMk/>
            <pc:sldMk cId="4025984352" sldId="262"/>
            <ac:picMk id="7" creationId="{B13D90D1-DB19-5B0D-5A06-03C195260141}"/>
          </ac:picMkLst>
        </pc:picChg>
        <pc:picChg chg="add del mod">
          <ac:chgData name="Federico De Mita" userId="6ce638df-d46f-4fb8-b9fa-d85fcdec2cd5" providerId="ADAL" clId="{08362040-18E5-4911-871A-90A5BB37375A}" dt="2025-12-22T18:20:26.965" v="2228" actId="478"/>
          <ac:picMkLst>
            <pc:docMk/>
            <pc:sldMk cId="4025984352" sldId="262"/>
            <ac:picMk id="11" creationId="{B89B6C1C-BE68-ED45-FB2E-C780274DBA08}"/>
          </ac:picMkLst>
        </pc:picChg>
        <pc:picChg chg="add del mod">
          <ac:chgData name="Federico De Mita" userId="6ce638df-d46f-4fb8-b9fa-d85fcdec2cd5" providerId="ADAL" clId="{08362040-18E5-4911-871A-90A5BB37375A}" dt="2025-12-22T18:29:58.779" v="2574" actId="478"/>
          <ac:picMkLst>
            <pc:docMk/>
            <pc:sldMk cId="4025984352" sldId="262"/>
            <ac:picMk id="13" creationId="{1399E22D-7749-9DF8-A3FF-1D0AB4480F28}"/>
          </ac:picMkLst>
        </pc:picChg>
        <pc:picChg chg="del">
          <ac:chgData name="Federico De Mita" userId="6ce638df-d46f-4fb8-b9fa-d85fcdec2cd5" providerId="ADAL" clId="{08362040-18E5-4911-871A-90A5BB37375A}" dt="2025-12-21T18:07:44.003" v="2164" actId="478"/>
          <ac:picMkLst>
            <pc:docMk/>
            <pc:sldMk cId="4025984352" sldId="262"/>
            <ac:picMk id="16" creationId="{DC6C742F-CFD1-EFDD-4BBA-4115E39550C4}"/>
          </ac:picMkLst>
        </pc:picChg>
        <pc:picChg chg="del">
          <ac:chgData name="Federico De Mita" userId="6ce638df-d46f-4fb8-b9fa-d85fcdec2cd5" providerId="ADAL" clId="{08362040-18E5-4911-871A-90A5BB37375A}" dt="2025-12-21T18:07:44.003" v="2164" actId="478"/>
          <ac:picMkLst>
            <pc:docMk/>
            <pc:sldMk cId="4025984352" sldId="262"/>
            <ac:picMk id="22" creationId="{922D1F9A-28A7-B3C2-CA6A-DFB361037726}"/>
          </ac:picMkLst>
        </pc:picChg>
        <pc:picChg chg="add del mod">
          <ac:chgData name="Federico De Mita" userId="6ce638df-d46f-4fb8-b9fa-d85fcdec2cd5" providerId="ADAL" clId="{08362040-18E5-4911-871A-90A5BB37375A}" dt="2025-12-22T18:29:57.386" v="2573" actId="22"/>
          <ac:picMkLst>
            <pc:docMk/>
            <pc:sldMk cId="4025984352" sldId="262"/>
            <ac:picMk id="43" creationId="{3A885B7D-5FC7-BAE3-372D-AA4B7558188D}"/>
          </ac:picMkLst>
        </pc:picChg>
        <pc:picChg chg="add mod ord">
          <ac:chgData name="Federico De Mita" userId="6ce638df-d46f-4fb8-b9fa-d85fcdec2cd5" providerId="ADAL" clId="{08362040-18E5-4911-871A-90A5BB37375A}" dt="2025-12-22T18:31:12.061" v="2594" actId="1582"/>
          <ac:picMkLst>
            <pc:docMk/>
            <pc:sldMk cId="4025984352" sldId="262"/>
            <ac:picMk id="45" creationId="{D2F0CF4C-5113-0243-1254-D17EB10ED1DB}"/>
          </ac:picMkLst>
        </pc:picChg>
        <pc:cxnChg chg="add del">
          <ac:chgData name="Federico De Mita" userId="6ce638df-d46f-4fb8-b9fa-d85fcdec2cd5" providerId="ADAL" clId="{08362040-18E5-4911-871A-90A5BB37375A}" dt="2025-12-22T18:22:03.081" v="2246" actId="11529"/>
          <ac:cxnSpMkLst>
            <pc:docMk/>
            <pc:sldMk cId="4025984352" sldId="262"/>
            <ac:cxnSpMk id="15" creationId="{BD6D1684-A5CC-FC94-31F8-465DC61534B2}"/>
          </ac:cxnSpMkLst>
        </pc:cxnChg>
        <pc:cxnChg chg="add mod">
          <ac:chgData name="Federico De Mita" userId="6ce638df-d46f-4fb8-b9fa-d85fcdec2cd5" providerId="ADAL" clId="{08362040-18E5-4911-871A-90A5BB37375A}" dt="2025-12-22T18:30:50.209" v="2588" actId="1076"/>
          <ac:cxnSpMkLst>
            <pc:docMk/>
            <pc:sldMk cId="4025984352" sldId="262"/>
            <ac:cxnSpMk id="24" creationId="{9F1B7DD9-47A9-06D3-86B7-C06FC20BDC17}"/>
          </ac:cxnSpMkLst>
        </pc:cxnChg>
        <pc:cxnChg chg="add mod">
          <ac:chgData name="Federico De Mita" userId="6ce638df-d46f-4fb8-b9fa-d85fcdec2cd5" providerId="ADAL" clId="{08362040-18E5-4911-871A-90A5BB37375A}" dt="2025-12-22T18:26:34.768" v="2497" actId="1076"/>
          <ac:cxnSpMkLst>
            <pc:docMk/>
            <pc:sldMk cId="4025984352" sldId="262"/>
            <ac:cxnSpMk id="26" creationId="{0EC01140-9BB8-895D-36E3-C1E48141C4A8}"/>
          </ac:cxnSpMkLst>
        </pc:cxnChg>
        <pc:cxnChg chg="add mod">
          <ac:chgData name="Federico De Mita" userId="6ce638df-d46f-4fb8-b9fa-d85fcdec2cd5" providerId="ADAL" clId="{08362040-18E5-4911-871A-90A5BB37375A}" dt="2025-12-22T18:26:42.648" v="2499"/>
          <ac:cxnSpMkLst>
            <pc:docMk/>
            <pc:sldMk cId="4025984352" sldId="262"/>
            <ac:cxnSpMk id="27" creationId="{22D47573-B363-F5E9-3E14-7E3B13EB4E94}"/>
          </ac:cxnSpMkLst>
        </pc:cxnChg>
        <pc:cxnChg chg="add mod">
          <ac:chgData name="Federico De Mita" userId="6ce638df-d46f-4fb8-b9fa-d85fcdec2cd5" providerId="ADAL" clId="{08362040-18E5-4911-871A-90A5BB37375A}" dt="2025-12-22T18:28:28.211" v="2558" actId="14100"/>
          <ac:cxnSpMkLst>
            <pc:docMk/>
            <pc:sldMk cId="4025984352" sldId="262"/>
            <ac:cxnSpMk id="32" creationId="{712630F9-7286-AE31-814A-7316C2FE4354}"/>
          </ac:cxnSpMkLst>
        </pc:cxnChg>
        <pc:cxnChg chg="add mod">
          <ac:chgData name="Federico De Mita" userId="6ce638df-d46f-4fb8-b9fa-d85fcdec2cd5" providerId="ADAL" clId="{08362040-18E5-4911-871A-90A5BB37375A}" dt="2025-12-22T18:28:18.998" v="2556" actId="1076"/>
          <ac:cxnSpMkLst>
            <pc:docMk/>
            <pc:sldMk cId="4025984352" sldId="262"/>
            <ac:cxnSpMk id="36" creationId="{D8433C4D-67C2-82BA-5BA2-8940AE413E21}"/>
          </ac:cxnSpMkLst>
        </pc:cxnChg>
        <pc:cxnChg chg="add mod">
          <ac:chgData name="Federico De Mita" userId="6ce638df-d46f-4fb8-b9fa-d85fcdec2cd5" providerId="ADAL" clId="{08362040-18E5-4911-871A-90A5BB37375A}" dt="2025-12-22T18:29:16.180" v="2569" actId="14100"/>
          <ac:cxnSpMkLst>
            <pc:docMk/>
            <pc:sldMk cId="4025984352" sldId="262"/>
            <ac:cxnSpMk id="39" creationId="{BB801BEC-A273-CA96-8AC3-51BEDACD6C94}"/>
          </ac:cxnSpMkLst>
        </pc:cxnChg>
        <pc:cxnChg chg="add mod ord">
          <ac:chgData name="Federico De Mita" userId="6ce638df-d46f-4fb8-b9fa-d85fcdec2cd5" providerId="ADAL" clId="{08362040-18E5-4911-871A-90A5BB37375A}" dt="2025-12-22T18:35:29.566" v="2715" actId="170"/>
          <ac:cxnSpMkLst>
            <pc:docMk/>
            <pc:sldMk cId="4025984352" sldId="262"/>
            <ac:cxnSpMk id="49" creationId="{D420A32B-B2DF-DE63-2094-42C2419DB925}"/>
          </ac:cxnSpMkLst>
        </pc:cxnChg>
        <pc:cxnChg chg="add mod">
          <ac:chgData name="Federico De Mita" userId="6ce638df-d46f-4fb8-b9fa-d85fcdec2cd5" providerId="ADAL" clId="{08362040-18E5-4911-871A-90A5BB37375A}" dt="2025-12-22T18:34:41.495" v="2676" actId="1582"/>
          <ac:cxnSpMkLst>
            <pc:docMk/>
            <pc:sldMk cId="4025984352" sldId="262"/>
            <ac:cxnSpMk id="51" creationId="{74566EF1-4BB6-23FA-BCAD-2F4EE8A5C63E}"/>
          </ac:cxnSpMkLst>
        </pc:cxnChg>
      </pc:sldChg>
      <pc:sldChg chg="addSp delSp modSp add mod">
        <pc:chgData name="Federico De Mita" userId="6ce638df-d46f-4fb8-b9fa-d85fcdec2cd5" providerId="ADAL" clId="{08362040-18E5-4911-871A-90A5BB37375A}" dt="2025-12-22T18:49:59.676" v="2859" actId="166"/>
        <pc:sldMkLst>
          <pc:docMk/>
          <pc:sldMk cId="579897086" sldId="263"/>
        </pc:sldMkLst>
        <pc:spChg chg="add mod">
          <ac:chgData name="Federico De Mita" userId="6ce638df-d46f-4fb8-b9fa-d85fcdec2cd5" providerId="ADAL" clId="{08362040-18E5-4911-871A-90A5BB37375A}" dt="2025-12-22T18:48:06.336" v="2832" actId="1076"/>
          <ac:spMkLst>
            <pc:docMk/>
            <pc:sldMk cId="579897086" sldId="263"/>
            <ac:spMk id="10" creationId="{57E6ED5E-051A-877C-E233-1251E790BC26}"/>
          </ac:spMkLst>
        </pc:spChg>
        <pc:spChg chg="add mod">
          <ac:chgData name="Federico De Mita" userId="6ce638df-d46f-4fb8-b9fa-d85fcdec2cd5" providerId="ADAL" clId="{08362040-18E5-4911-871A-90A5BB37375A}" dt="2025-12-22T18:48:00.736" v="2830" actId="20577"/>
          <ac:spMkLst>
            <pc:docMk/>
            <pc:sldMk cId="579897086" sldId="263"/>
            <ac:spMk id="11" creationId="{6A9D590C-674A-0ACB-520B-619E6946262D}"/>
          </ac:spMkLst>
        </pc:spChg>
        <pc:spChg chg="add mod ord">
          <ac:chgData name="Federico De Mita" userId="6ce638df-d46f-4fb8-b9fa-d85fcdec2cd5" providerId="ADAL" clId="{08362040-18E5-4911-871A-90A5BB37375A}" dt="2025-12-22T18:49:30.049" v="2850" actId="166"/>
          <ac:spMkLst>
            <pc:docMk/>
            <pc:sldMk cId="579897086" sldId="263"/>
            <ac:spMk id="12" creationId="{58401FA9-B563-9C7F-B202-28D8DF9F98DC}"/>
          </ac:spMkLst>
        </pc:spChg>
        <pc:spChg chg="add mod ord">
          <ac:chgData name="Federico De Mita" userId="6ce638df-d46f-4fb8-b9fa-d85fcdec2cd5" providerId="ADAL" clId="{08362040-18E5-4911-871A-90A5BB37375A}" dt="2025-12-22T18:49:10.430" v="2846" actId="166"/>
          <ac:spMkLst>
            <pc:docMk/>
            <pc:sldMk cId="579897086" sldId="263"/>
            <ac:spMk id="15" creationId="{77A59BA3-E587-2B8C-F1EA-28D009DC3312}"/>
          </ac:spMkLst>
        </pc:spChg>
        <pc:spChg chg="del">
          <ac:chgData name="Federico De Mita" userId="6ce638df-d46f-4fb8-b9fa-d85fcdec2cd5" providerId="ADAL" clId="{08362040-18E5-4911-871A-90A5BB37375A}" dt="2025-12-22T18:45:59.323" v="2716" actId="478"/>
          <ac:spMkLst>
            <pc:docMk/>
            <pc:sldMk cId="579897086" sldId="263"/>
            <ac:spMk id="16" creationId="{E137ADFB-B639-9472-BB83-B00967BCD4E8}"/>
          </ac:spMkLst>
        </pc:spChg>
        <pc:spChg chg="del">
          <ac:chgData name="Federico De Mita" userId="6ce638df-d46f-4fb8-b9fa-d85fcdec2cd5" providerId="ADAL" clId="{08362040-18E5-4911-871A-90A5BB37375A}" dt="2025-12-22T18:45:59.323" v="2716" actId="478"/>
          <ac:spMkLst>
            <pc:docMk/>
            <pc:sldMk cId="579897086" sldId="263"/>
            <ac:spMk id="18" creationId="{EAFC7D25-D414-77CD-5C2B-3DD39BAF0C25}"/>
          </ac:spMkLst>
        </pc:spChg>
        <pc:spChg chg="del">
          <ac:chgData name="Federico De Mita" userId="6ce638df-d46f-4fb8-b9fa-d85fcdec2cd5" providerId="ADAL" clId="{08362040-18E5-4911-871A-90A5BB37375A}" dt="2025-12-22T18:45:59.323" v="2716" actId="478"/>
          <ac:spMkLst>
            <pc:docMk/>
            <pc:sldMk cId="579897086" sldId="263"/>
            <ac:spMk id="19" creationId="{0201FDCC-9D7E-0645-23B7-CAA7A3D452FA}"/>
          </ac:spMkLst>
        </pc:spChg>
        <pc:spChg chg="del">
          <ac:chgData name="Federico De Mita" userId="6ce638df-d46f-4fb8-b9fa-d85fcdec2cd5" providerId="ADAL" clId="{08362040-18E5-4911-871A-90A5BB37375A}" dt="2025-12-22T18:45:59.323" v="2716" actId="478"/>
          <ac:spMkLst>
            <pc:docMk/>
            <pc:sldMk cId="579897086" sldId="263"/>
            <ac:spMk id="20" creationId="{E3B21F0D-411A-2E8B-B9DA-0CAE6E67E7F2}"/>
          </ac:spMkLst>
        </pc:spChg>
        <pc:spChg chg="del">
          <ac:chgData name="Federico De Mita" userId="6ce638df-d46f-4fb8-b9fa-d85fcdec2cd5" providerId="ADAL" clId="{08362040-18E5-4911-871A-90A5BB37375A}" dt="2025-12-22T18:45:59.323" v="2716" actId="478"/>
          <ac:spMkLst>
            <pc:docMk/>
            <pc:sldMk cId="579897086" sldId="263"/>
            <ac:spMk id="21" creationId="{A12C2C18-21EA-CD59-5C32-C1062BB9480D}"/>
          </ac:spMkLst>
        </pc:spChg>
        <pc:spChg chg="del">
          <ac:chgData name="Federico De Mita" userId="6ce638df-d46f-4fb8-b9fa-d85fcdec2cd5" providerId="ADAL" clId="{08362040-18E5-4911-871A-90A5BB37375A}" dt="2025-12-22T18:45:59.323" v="2716" actId="478"/>
          <ac:spMkLst>
            <pc:docMk/>
            <pc:sldMk cId="579897086" sldId="263"/>
            <ac:spMk id="25" creationId="{B100D33B-03A5-8836-21A7-99EA45201738}"/>
          </ac:spMkLst>
        </pc:spChg>
        <pc:spChg chg="del">
          <ac:chgData name="Federico De Mita" userId="6ce638df-d46f-4fb8-b9fa-d85fcdec2cd5" providerId="ADAL" clId="{08362040-18E5-4911-871A-90A5BB37375A}" dt="2025-12-22T18:45:59.323" v="2716" actId="478"/>
          <ac:spMkLst>
            <pc:docMk/>
            <pc:sldMk cId="579897086" sldId="263"/>
            <ac:spMk id="28" creationId="{83307A48-E029-B858-9274-F064ABE3AB24}"/>
          </ac:spMkLst>
        </pc:spChg>
        <pc:spChg chg="del">
          <ac:chgData name="Federico De Mita" userId="6ce638df-d46f-4fb8-b9fa-d85fcdec2cd5" providerId="ADAL" clId="{08362040-18E5-4911-871A-90A5BB37375A}" dt="2025-12-22T18:45:59.323" v="2716" actId="478"/>
          <ac:spMkLst>
            <pc:docMk/>
            <pc:sldMk cId="579897086" sldId="263"/>
            <ac:spMk id="29" creationId="{E21C0A33-CF6D-3FAE-B9B3-50346D76593F}"/>
          </ac:spMkLst>
        </pc:spChg>
        <pc:spChg chg="del">
          <ac:chgData name="Federico De Mita" userId="6ce638df-d46f-4fb8-b9fa-d85fcdec2cd5" providerId="ADAL" clId="{08362040-18E5-4911-871A-90A5BB37375A}" dt="2025-12-22T18:45:59.323" v="2716" actId="478"/>
          <ac:spMkLst>
            <pc:docMk/>
            <pc:sldMk cId="579897086" sldId="263"/>
            <ac:spMk id="30" creationId="{316C30F5-989B-CA0B-9680-E11A91307307}"/>
          </ac:spMkLst>
        </pc:spChg>
        <pc:spChg chg="add mod ord">
          <ac:chgData name="Federico De Mita" userId="6ce638df-d46f-4fb8-b9fa-d85fcdec2cd5" providerId="ADAL" clId="{08362040-18E5-4911-871A-90A5BB37375A}" dt="2025-12-22T18:49:59.676" v="2859" actId="166"/>
          <ac:spMkLst>
            <pc:docMk/>
            <pc:sldMk cId="579897086" sldId="263"/>
            <ac:spMk id="31" creationId="{13087A41-078B-8E5E-0EA9-D9035E6922E0}"/>
          </ac:spMkLst>
        </pc:spChg>
        <pc:spChg chg="del">
          <ac:chgData name="Federico De Mita" userId="6ce638df-d46f-4fb8-b9fa-d85fcdec2cd5" providerId="ADAL" clId="{08362040-18E5-4911-871A-90A5BB37375A}" dt="2025-12-22T18:45:59.323" v="2716" actId="478"/>
          <ac:spMkLst>
            <pc:docMk/>
            <pc:sldMk cId="579897086" sldId="263"/>
            <ac:spMk id="34" creationId="{5AC93E93-2F12-2529-1A5D-B7A819B34802}"/>
          </ac:spMkLst>
        </pc:spChg>
        <pc:picChg chg="add mod">
          <ac:chgData name="Federico De Mita" userId="6ce638df-d46f-4fb8-b9fa-d85fcdec2cd5" providerId="ADAL" clId="{08362040-18E5-4911-871A-90A5BB37375A}" dt="2025-12-22T18:48:04.958" v="2831" actId="1076"/>
          <ac:picMkLst>
            <pc:docMk/>
            <pc:sldMk cId="579897086" sldId="263"/>
            <ac:picMk id="7" creationId="{6C21BF7E-0F61-A4A0-1411-7D66293EFC8A}"/>
          </ac:picMkLst>
        </pc:picChg>
        <pc:cxnChg chg="add mod ord">
          <ac:chgData name="Federico De Mita" userId="6ce638df-d46f-4fb8-b9fa-d85fcdec2cd5" providerId="ADAL" clId="{08362040-18E5-4911-871A-90A5BB37375A}" dt="2025-12-22T18:49:21.726" v="2849" actId="167"/>
          <ac:cxnSpMkLst>
            <pc:docMk/>
            <pc:sldMk cId="579897086" sldId="263"/>
            <ac:cxnSpMk id="14" creationId="{C5562EEC-D4A6-BC83-F212-A9C72ED3DDEB}"/>
          </ac:cxnSpMkLst>
        </pc:cxnChg>
        <pc:cxnChg chg="add mod">
          <ac:chgData name="Federico De Mita" userId="6ce638df-d46f-4fb8-b9fa-d85fcdec2cd5" providerId="ADAL" clId="{08362040-18E5-4911-871A-90A5BB37375A}" dt="2025-12-22T18:49:03.971" v="2845" actId="14100"/>
          <ac:cxnSpMkLst>
            <pc:docMk/>
            <pc:sldMk cId="579897086" sldId="263"/>
            <ac:cxnSpMk id="22" creationId="{02C8DC3D-1CA0-EA65-53EB-BA25B162220D}"/>
          </ac:cxnSpMkLst>
        </pc:cxnChg>
        <pc:cxnChg chg="add mod">
          <ac:chgData name="Federico De Mita" userId="6ce638df-d46f-4fb8-b9fa-d85fcdec2cd5" providerId="ADAL" clId="{08362040-18E5-4911-871A-90A5BB37375A}" dt="2025-12-22T18:49:53.890" v="2858" actId="14100"/>
          <ac:cxnSpMkLst>
            <pc:docMk/>
            <pc:sldMk cId="579897086" sldId="263"/>
            <ac:cxnSpMk id="33" creationId="{6D4C8C57-4D83-E72D-8126-26F3299AF1CC}"/>
          </ac:cxnSpMkLst>
        </pc:cxnChg>
      </pc:sldChg>
      <pc:sldChg chg="modSp add del mod">
        <pc:chgData name="Federico De Mita" userId="6ce638df-d46f-4fb8-b9fa-d85fcdec2cd5" providerId="ADAL" clId="{08362040-18E5-4911-871A-90A5BB37375A}" dt="2025-12-22T18:50:17.091" v="2863" actId="47"/>
        <pc:sldMkLst>
          <pc:docMk/>
          <pc:sldMk cId="2904707552" sldId="264"/>
        </pc:sldMkLst>
        <pc:spChg chg="mod">
          <ac:chgData name="Federico De Mita" userId="6ce638df-d46f-4fb8-b9fa-d85fcdec2cd5" providerId="ADAL" clId="{08362040-18E5-4911-871A-90A5BB37375A}" dt="2025-12-22T18:50:12.748" v="2862" actId="20577"/>
          <ac:spMkLst>
            <pc:docMk/>
            <pc:sldMk cId="2904707552" sldId="264"/>
            <ac:spMk id="2" creationId="{4C32A7CF-64EF-C0F2-2F85-F14F22FD859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3" name="Rectangle 7">
            <a:extLst>
              <a:ext uri="{FF2B5EF4-FFF2-40B4-BE49-F238E27FC236}">
                <a16:creationId xmlns:a16="http://schemas.microsoft.com/office/drawing/2014/main" id="{A08F222C-E6B4-CB18-1940-4D03D41410C5}"/>
              </a:ext>
            </a:extLst>
          </p:cNvPr>
          <p:cNvSpPr/>
          <p:nvPr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248E6A6-5F2B-4404-D02B-D0186EA2675E}"/>
              </a:ext>
            </a:extLst>
          </p:cNvPr>
          <p:cNvSpPr txBox="1"/>
          <p:nvPr/>
        </p:nvSpPr>
        <p:spPr>
          <a:xfrm>
            <a:off x="3913526" y="4104491"/>
            <a:ext cx="4142630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2st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Date: 7th  2025</a:t>
            </a:r>
          </a:p>
          <a:p>
            <a:endParaRPr lang="en-GB" dirty="0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1055295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1C1F126-0E13-CA3E-498A-E7954A2B9995}"/>
              </a:ext>
            </a:extLst>
          </p:cNvPr>
          <p:cNvSpPr txBox="1"/>
          <p:nvPr/>
        </p:nvSpPr>
        <p:spPr>
          <a:xfrm>
            <a:off x="3913526" y="4104491"/>
            <a:ext cx="4142630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2st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Date: 7th  2025</a:t>
            </a:r>
          </a:p>
          <a:p>
            <a:endParaRPr lang="en-GB" dirty="0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1428128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0DF0F58-BF3B-4E39-868C-E66F7872E19B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EAD469F-258B-4111-88C0-C2E3324C04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6051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0DF0F58-BF3B-4E39-868C-E66F7872E19B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EAD469F-258B-4111-88C0-C2E3324C04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2901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7102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44)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7DF5AC43-E5EF-0524-5C72-3AC43D2D1965}"/>
              </a:ext>
            </a:extLst>
          </p:cNvPr>
          <p:cNvSpPr/>
          <p:nvPr userDrawn="1"/>
        </p:nvSpPr>
        <p:spPr>
          <a:xfrm>
            <a:off x="7392013" y="172238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the </a:t>
            </a:r>
            <a:r>
              <a:rPr lang="it-IT" dirty="0" err="1"/>
              <a:t>heading</a:t>
            </a:r>
            <a:r>
              <a:rPr lang="it-IT" dirty="0"/>
              <a:t> in the </a:t>
            </a:r>
            <a:r>
              <a:rPr lang="it-IT" dirty="0" err="1"/>
              <a:t>same</a:t>
            </a:r>
            <a:r>
              <a:rPr lang="it-IT" dirty="0"/>
              <a:t> style </a:t>
            </a:r>
            <a:endParaRPr lang="en-GB" dirty="0"/>
          </a:p>
        </p:txBody>
      </p:sp>
      <p:cxnSp>
        <p:nvCxnSpPr>
          <p:cNvPr id="5" name="Straight Arrow Connector 21">
            <a:extLst>
              <a:ext uri="{FF2B5EF4-FFF2-40B4-BE49-F238E27FC236}">
                <a16:creationId xmlns:a16="http://schemas.microsoft.com/office/drawing/2014/main" id="{E14BA36E-5CEF-0525-3ADE-5A38CD19B2C1}"/>
              </a:ext>
            </a:extLst>
          </p:cNvPr>
          <p:cNvCxnSpPr>
            <a:cxnSpLocks/>
            <a:stCxn id="3" idx="0"/>
          </p:cNvCxnSpPr>
          <p:nvPr userDrawn="1"/>
        </p:nvCxnSpPr>
        <p:spPr>
          <a:xfrm flipH="1" flipV="1">
            <a:off x="7108466" y="1095661"/>
            <a:ext cx="1585182" cy="6267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190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platzhalter 16">
            <a:extLst>
              <a:ext uri="{FF2B5EF4-FFF2-40B4-BE49-F238E27FC236}">
                <a16:creationId xmlns:a16="http://schemas.microsoft.com/office/drawing/2014/main" id="{A0746787-A71B-3101-F4E0-165F029F82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50975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platzhalter 16">
            <a:extLst>
              <a:ext uri="{FF2B5EF4-FFF2-40B4-BE49-F238E27FC236}">
                <a16:creationId xmlns:a16="http://schemas.microsoft.com/office/drawing/2014/main" id="{31FE3A22-F1D6-3850-D81B-DD4F77B827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674178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  <p:sp>
        <p:nvSpPr>
          <p:cNvPr id="4" name="Textplatzhalter 16">
            <a:extLst>
              <a:ext uri="{FF2B5EF4-FFF2-40B4-BE49-F238E27FC236}">
                <a16:creationId xmlns:a16="http://schemas.microsoft.com/office/drawing/2014/main" id="{BA7DE9E2-5976-409B-74ED-F5C045CB9EE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38324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platzhalter 16">
            <a:extLst>
              <a:ext uri="{FF2B5EF4-FFF2-40B4-BE49-F238E27FC236}">
                <a16:creationId xmlns:a16="http://schemas.microsoft.com/office/drawing/2014/main" id="{1BC93905-B480-E460-1D44-26A2280832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21813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30FA5F45-068D-BBFD-7B46-6551EBDAF34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7531486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platzhalter 16">
            <a:extLst>
              <a:ext uri="{FF2B5EF4-FFF2-40B4-BE49-F238E27FC236}">
                <a16:creationId xmlns:a16="http://schemas.microsoft.com/office/drawing/2014/main" id="{ACB52842-737E-C895-CC6D-4485164F517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7231689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platzhalter 16">
            <a:extLst>
              <a:ext uri="{FF2B5EF4-FFF2-40B4-BE49-F238E27FC236}">
                <a16:creationId xmlns:a16="http://schemas.microsoft.com/office/drawing/2014/main" id="{CAE99AAC-B9F4-9A81-7449-F0AD86025D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21875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0F1EAC69-AAD5-6642-BC87-38032AD96E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09486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C3177AEF-EE91-2F3B-231A-9331378532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5887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475DD45E-1DB9-89F1-CBF9-95AE6F74FA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88098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platzhalter 16">
            <a:extLst>
              <a:ext uri="{FF2B5EF4-FFF2-40B4-BE49-F238E27FC236}">
                <a16:creationId xmlns:a16="http://schemas.microsoft.com/office/drawing/2014/main" id="{196BD2AD-E7A1-DE6C-9A07-133446C495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337422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platzhalter 16">
            <a:extLst>
              <a:ext uri="{FF2B5EF4-FFF2-40B4-BE49-F238E27FC236}">
                <a16:creationId xmlns:a16="http://schemas.microsoft.com/office/drawing/2014/main" id="{7754F249-321F-31A6-A0F1-3FCBDDE485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400669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0996E08A-65AD-2A73-B59F-C0AFAB18C2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1930550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570F5318-3FC1-CA32-B06D-CD0FA24B31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760843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platzhalter 16">
            <a:extLst>
              <a:ext uri="{FF2B5EF4-FFF2-40B4-BE49-F238E27FC236}">
                <a16:creationId xmlns:a16="http://schemas.microsoft.com/office/drawing/2014/main" id="{C165C5F0-B1A9-D2FB-3178-F4469730C3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287740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platzhalter 16">
            <a:extLst>
              <a:ext uri="{FF2B5EF4-FFF2-40B4-BE49-F238E27FC236}">
                <a16:creationId xmlns:a16="http://schemas.microsoft.com/office/drawing/2014/main" id="{FA2057B9-A012-D06C-457D-BD6CAFDBEA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16840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4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DEAD469F-258B-4111-88C0-C2E3324C0437}" type="slidenum">
              <a:rPr lang="en-GB" smtClean="0"/>
              <a:t>‹#›</a:t>
            </a:fld>
            <a:endParaRPr lang="en-GB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A0DF0F58-BF3B-4E39-868C-E66F7872E19B}" type="datetimeFigureOut">
              <a:rPr lang="en-GB" smtClean="0"/>
              <a:t>22/12/2025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6114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8063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9A2E96-5B5B-59AD-176E-1C70B3EE4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648"/>
            <a:ext cx="10515600" cy="4351338"/>
          </a:xfrm>
        </p:spPr>
        <p:txBody>
          <a:bodyPr/>
          <a:lstStyle/>
          <a:p>
            <a:r>
              <a:rPr lang="it-IT" dirty="0"/>
              <a:t>Updates for the assembly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4E1D99-37E4-A60A-EEEB-DBA12A64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List of </a:t>
            </a:r>
            <a:r>
              <a:rPr lang="it-IT" dirty="0" err="1"/>
              <a:t>Contents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0155A-88A6-BE74-610B-ECC982B9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5BFBC-CF1A-C6CE-14BC-ED8DEBAED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7E92F-0BAE-6F4A-8E6E-727E47B4B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22DFED-FACB-EA31-9B3D-D356609B277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9541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012AA-E5B9-7D10-D45D-A459CDF9D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1. Updates for the assembly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7BB50-F9F8-2446-07FC-8A72F5F4BA8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6BB67-E375-4444-76F3-E80F22C776B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A223F-5691-7390-B09F-79FEBAC075C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4527D00-ED8C-22A2-225A-182E47FB10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65D01E-AB4D-A2CC-AD95-13698E408173}"/>
              </a:ext>
            </a:extLst>
          </p:cNvPr>
          <p:cNvSpPr txBox="1"/>
          <p:nvPr/>
        </p:nvSpPr>
        <p:spPr>
          <a:xfrm>
            <a:off x="838199" y="1432341"/>
            <a:ext cx="393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New Frame </a:t>
            </a:r>
            <a:r>
              <a:rPr lang="it-IT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steel</a:t>
            </a:r>
            <a:r>
              <a:rPr lang="it-IT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it-IT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</a:t>
            </a:r>
            <a:r>
              <a:rPr lang="it-IT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it-IT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versions</a:t>
            </a: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3" name="Picture 12" descr="A drawing of a metal frame&#10;&#10;AI-generated content may be incorrect.">
            <a:extLst>
              <a:ext uri="{FF2B5EF4-FFF2-40B4-BE49-F238E27FC236}">
                <a16:creationId xmlns:a16="http://schemas.microsoft.com/office/drawing/2014/main" id="{87867DA6-96DF-7835-F265-3FAF38E61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15" y="2276543"/>
            <a:ext cx="5061816" cy="3080741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6AF65A0-01BE-0350-76DC-711CE6026484}"/>
              </a:ext>
            </a:extLst>
          </p:cNvPr>
          <p:cNvSpPr/>
          <p:nvPr/>
        </p:nvSpPr>
        <p:spPr>
          <a:xfrm>
            <a:off x="1310054" y="1877424"/>
            <a:ext cx="1872762" cy="369332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ysClr val="windowText" lastClr="000000"/>
                </a:solidFill>
              </a:rPr>
              <a:t>Version 1</a:t>
            </a:r>
            <a:endParaRPr lang="en-GB" b="1" dirty="0">
              <a:solidFill>
                <a:sysClr val="windowText" lastClr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DE8F26-95D3-47D1-16B7-28B3C94E563F}"/>
              </a:ext>
            </a:extLst>
          </p:cNvPr>
          <p:cNvSpPr/>
          <p:nvPr/>
        </p:nvSpPr>
        <p:spPr>
          <a:xfrm>
            <a:off x="838198" y="5462821"/>
            <a:ext cx="4296509" cy="683001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t-IT" sz="1400" dirty="0">
                <a:solidFill>
                  <a:sysClr val="windowText" lastClr="000000"/>
                </a:solidFill>
              </a:rPr>
              <a:t>Weight: </a:t>
            </a:r>
            <a:r>
              <a:rPr lang="en-GB" sz="1400" b="1" dirty="0"/>
              <a:t>8713 kg</a:t>
            </a:r>
          </a:p>
          <a:p>
            <a:r>
              <a:rPr lang="en-GB" sz="1400" dirty="0">
                <a:solidFill>
                  <a:sysClr val="windowText" lastClr="000000"/>
                </a:solidFill>
              </a:rPr>
              <a:t>Idea: more support to the side beams holding the crane</a:t>
            </a:r>
          </a:p>
        </p:txBody>
      </p:sp>
      <p:pic>
        <p:nvPicPr>
          <p:cNvPr id="17" name="Picture 16" descr="A metal frame with red stripes&#10;&#10;AI-generated content may be incorrect.">
            <a:extLst>
              <a:ext uri="{FF2B5EF4-FFF2-40B4-BE49-F238E27FC236}">
                <a16:creationId xmlns:a16="http://schemas.microsoft.com/office/drawing/2014/main" id="{93D1FA4A-2C22-4665-9121-08812BDEE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46756"/>
            <a:ext cx="5546853" cy="3110528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C850123-FDE7-946A-73FB-260761B9D44C}"/>
              </a:ext>
            </a:extLst>
          </p:cNvPr>
          <p:cNvSpPr/>
          <p:nvPr/>
        </p:nvSpPr>
        <p:spPr>
          <a:xfrm>
            <a:off x="6394938" y="1859840"/>
            <a:ext cx="1872762" cy="369332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ysClr val="windowText" lastClr="000000"/>
                </a:solidFill>
              </a:rPr>
              <a:t>Version </a:t>
            </a:r>
            <a:endParaRPr lang="en-GB" b="1" dirty="0">
              <a:solidFill>
                <a:sysClr val="windowText" lastClr="00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B4DEED-A940-8AB4-658D-24CF860A4371}"/>
              </a:ext>
            </a:extLst>
          </p:cNvPr>
          <p:cNvSpPr/>
          <p:nvPr/>
        </p:nvSpPr>
        <p:spPr>
          <a:xfrm>
            <a:off x="6186852" y="5462821"/>
            <a:ext cx="4759571" cy="885225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t-IT" sz="1400" dirty="0">
                <a:solidFill>
                  <a:sysClr val="windowText" lastClr="000000"/>
                </a:solidFill>
              </a:rPr>
              <a:t>Weight: </a:t>
            </a:r>
            <a:r>
              <a:rPr lang="en-GB" sz="1400" b="1" dirty="0"/>
              <a:t>5919kg</a:t>
            </a:r>
          </a:p>
          <a:p>
            <a:r>
              <a:rPr lang="en-GB" sz="1400" dirty="0">
                <a:solidFill>
                  <a:sysClr val="windowText" lastClr="000000"/>
                </a:solidFill>
              </a:rPr>
              <a:t>Idea: much more lightweight and integrating the support for the personnel on the roof BUT less support for the beams holding the crane</a:t>
            </a:r>
          </a:p>
        </p:txBody>
      </p:sp>
    </p:spTree>
    <p:extLst>
      <p:ext uri="{BB962C8B-B14F-4D97-AF65-F5344CB8AC3E}">
        <p14:creationId xmlns:p14="http://schemas.microsoft.com/office/powerpoint/2010/main" val="1976152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14081-FBBE-57A4-1717-A1DE6836A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94A1E-17DA-7E39-0274-3230CEDF0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1. Updates for the assembly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EC65E-AD37-5D46-0204-35910267BDB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B77AD-A7C8-2A00-9E3A-2B8FB2F1F23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60A57-CBDC-2F54-4413-E9A53F4C071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700AF0-D311-D050-A66A-739F5765AB3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29726E-6ACF-D903-1854-C15CDA2E6A04}"/>
              </a:ext>
            </a:extLst>
          </p:cNvPr>
          <p:cNvSpPr txBox="1"/>
          <p:nvPr/>
        </p:nvSpPr>
        <p:spPr>
          <a:xfrm>
            <a:off x="838199" y="1432341"/>
            <a:ext cx="393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New Frame </a:t>
            </a:r>
            <a:r>
              <a:rPr lang="it-IT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steel</a:t>
            </a:r>
            <a:r>
              <a:rPr lang="it-IT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it-IT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</a:t>
            </a:r>
            <a:r>
              <a:rPr lang="it-IT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it-IT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versions</a:t>
            </a: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C8E753-BD66-B8A8-3D33-A9B977E239ED}"/>
              </a:ext>
            </a:extLst>
          </p:cNvPr>
          <p:cNvSpPr/>
          <p:nvPr/>
        </p:nvSpPr>
        <p:spPr>
          <a:xfrm>
            <a:off x="917329" y="5413381"/>
            <a:ext cx="4296509" cy="91244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t-IT" sz="1400" dirty="0">
                <a:solidFill>
                  <a:sysClr val="windowText" lastClr="000000"/>
                </a:solidFill>
              </a:rPr>
              <a:t>Weight: </a:t>
            </a:r>
            <a:r>
              <a:rPr lang="en-GB" sz="1400" b="1" dirty="0">
                <a:solidFill>
                  <a:sysClr val="windowText" lastClr="000000"/>
                </a:solidFill>
              </a:rPr>
              <a:t>7007</a:t>
            </a:r>
            <a:r>
              <a:rPr lang="en-GB" sz="1400" b="1" dirty="0"/>
              <a:t> kg</a:t>
            </a:r>
          </a:p>
          <a:p>
            <a:r>
              <a:rPr lang="en-GB" sz="1400" dirty="0">
                <a:solidFill>
                  <a:sysClr val="windowText" lastClr="000000"/>
                </a:solidFill>
              </a:rPr>
              <a:t>Idea: idea in between the previous 2: still quite lightweight but higher support of the crane holding beams</a:t>
            </a:r>
          </a:p>
        </p:txBody>
      </p:sp>
      <p:pic>
        <p:nvPicPr>
          <p:cNvPr id="12" name="Picture 11" descr="A metal frame with red strips&#10;&#10;AI-generated content may be incorrect.">
            <a:extLst>
              <a:ext uri="{FF2B5EF4-FFF2-40B4-BE49-F238E27FC236}">
                <a16:creationId xmlns:a16="http://schemas.microsoft.com/office/drawing/2014/main" id="{4B565EEC-DE8B-F22B-9B0A-BEBAA0B2C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92" y="2417704"/>
            <a:ext cx="5420974" cy="2969301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41A9027-0458-C6D9-46BA-24D4F53F3E46}"/>
              </a:ext>
            </a:extLst>
          </p:cNvPr>
          <p:cNvSpPr/>
          <p:nvPr/>
        </p:nvSpPr>
        <p:spPr>
          <a:xfrm>
            <a:off x="1204547" y="2018097"/>
            <a:ext cx="1872762" cy="369332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ysClr val="windowText" lastClr="000000"/>
                </a:solidFill>
              </a:rPr>
              <a:t>Version 1</a:t>
            </a:r>
            <a:endParaRPr lang="en-GB" b="1" dirty="0">
              <a:solidFill>
                <a:sysClr val="windowText" lastClr="0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CBC930-787F-0370-A122-01A61C1F59D7}"/>
              </a:ext>
            </a:extLst>
          </p:cNvPr>
          <p:cNvSpPr txBox="1"/>
          <p:nvPr/>
        </p:nvSpPr>
        <p:spPr>
          <a:xfrm>
            <a:off x="6664568" y="3071357"/>
            <a:ext cx="4689231" cy="16619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it-IT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Final</a:t>
            </a:r>
            <a:r>
              <a:rPr lang="it-IT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it-IT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decision</a:t>
            </a:r>
            <a:r>
              <a:rPr lang="it-IT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algn="l"/>
            <a:r>
              <a:rPr lang="it-IT" sz="1400" b="1" dirty="0"/>
              <a:t>Version 3 </a:t>
            </a:r>
            <a:r>
              <a:rPr lang="it-IT" sz="1400" dirty="0" err="1"/>
              <a:t>is</a:t>
            </a:r>
            <a:r>
              <a:rPr lang="it-IT" sz="1400" dirty="0"/>
              <a:t> </a:t>
            </a:r>
            <a:r>
              <a:rPr lang="it-IT" sz="1400" dirty="0" err="1"/>
              <a:t>probably</a:t>
            </a:r>
            <a:r>
              <a:rPr lang="it-IT" sz="1400" dirty="0"/>
              <a:t> the best </a:t>
            </a:r>
            <a:r>
              <a:rPr lang="it-IT" sz="1400" dirty="0" err="1"/>
              <a:t>combination</a:t>
            </a:r>
            <a:r>
              <a:rPr lang="it-IT" sz="1400" dirty="0"/>
              <a:t> </a:t>
            </a:r>
            <a:r>
              <a:rPr lang="it-IT" sz="1400" dirty="0" err="1"/>
              <a:t>among</a:t>
            </a:r>
            <a:r>
              <a:rPr lang="it-IT" sz="1400" dirty="0"/>
              <a:t> </a:t>
            </a:r>
            <a:r>
              <a:rPr lang="it-IT" sz="1400" dirty="0" err="1"/>
              <a:t>all</a:t>
            </a:r>
            <a:r>
              <a:rPr lang="it-IT" sz="1400" dirty="0"/>
              <a:t> the </a:t>
            </a:r>
            <a:r>
              <a:rPr lang="it-IT" sz="1400" dirty="0" err="1"/>
              <a:t>alternatives</a:t>
            </a:r>
            <a:r>
              <a:rPr lang="it-IT" sz="1400" dirty="0"/>
              <a:t> </a:t>
            </a:r>
            <a:r>
              <a:rPr lang="it-IT" sz="1400" dirty="0" err="1"/>
              <a:t>shown</a:t>
            </a:r>
            <a:r>
              <a:rPr lang="it-IT" sz="1400" dirty="0"/>
              <a:t>, </a:t>
            </a:r>
            <a:r>
              <a:rPr lang="it-IT" sz="1400" dirty="0" err="1"/>
              <a:t>therefore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will</a:t>
            </a:r>
            <a:r>
              <a:rPr lang="it-IT" sz="1400" dirty="0"/>
              <a:t> </a:t>
            </a:r>
            <a:r>
              <a:rPr lang="it-IT" sz="1400" dirty="0" err="1"/>
              <a:t>probably</a:t>
            </a:r>
            <a:r>
              <a:rPr lang="it-IT" sz="1400" dirty="0"/>
              <a:t> be the </a:t>
            </a:r>
            <a:r>
              <a:rPr lang="it-IT" sz="1400" dirty="0" err="1"/>
              <a:t>final</a:t>
            </a:r>
            <a:r>
              <a:rPr lang="it-IT" sz="1400" dirty="0"/>
              <a:t> </a:t>
            </a:r>
            <a:r>
              <a:rPr lang="it-IT" sz="1400" dirty="0" err="1"/>
              <a:t>decision</a:t>
            </a:r>
            <a:r>
              <a:rPr lang="it-IT" sz="1400" dirty="0"/>
              <a:t>.</a:t>
            </a:r>
          </a:p>
          <a:p>
            <a:pPr algn="l"/>
            <a:r>
              <a:rPr lang="it-IT" sz="1400" dirty="0" err="1"/>
              <a:t>Nevertheless</a:t>
            </a:r>
            <a:r>
              <a:rPr lang="it-IT" sz="1400" dirty="0"/>
              <a:t>, </a:t>
            </a:r>
            <a:r>
              <a:rPr lang="it-IT" sz="1400" dirty="0" err="1"/>
              <a:t>if</a:t>
            </a:r>
            <a:r>
              <a:rPr lang="it-IT" sz="1400" dirty="0"/>
              <a:t> </a:t>
            </a:r>
            <a:r>
              <a:rPr lang="it-IT" sz="1400" dirty="0" err="1"/>
              <a:t>any</a:t>
            </a:r>
            <a:r>
              <a:rPr lang="it-IT" sz="1400" dirty="0"/>
              <a:t> </a:t>
            </a:r>
            <a:r>
              <a:rPr lang="it-IT" sz="1400" dirty="0" err="1"/>
              <a:t>other</a:t>
            </a:r>
            <a:r>
              <a:rPr lang="it-IT" sz="1400" dirty="0"/>
              <a:t> </a:t>
            </a:r>
            <a:r>
              <a:rPr lang="it-IT" sz="1400" dirty="0" err="1"/>
              <a:t>remarks</a:t>
            </a:r>
            <a:r>
              <a:rPr lang="it-IT" sz="1400" dirty="0"/>
              <a:t> </a:t>
            </a:r>
            <a:r>
              <a:rPr lang="it-IT" sz="1400" dirty="0" err="1"/>
              <a:t>will</a:t>
            </a:r>
            <a:r>
              <a:rPr lang="it-IT" sz="1400" dirty="0"/>
              <a:t> be </a:t>
            </a:r>
            <a:r>
              <a:rPr lang="it-IT" sz="1400" dirty="0" err="1"/>
              <a:t>done</a:t>
            </a:r>
            <a:r>
              <a:rPr lang="it-IT" sz="1400" dirty="0"/>
              <a:t> </a:t>
            </a:r>
            <a:r>
              <a:rPr lang="it-IT" sz="1400" dirty="0" err="1"/>
              <a:t>about</a:t>
            </a:r>
            <a:r>
              <a:rPr lang="it-IT" sz="1400" dirty="0"/>
              <a:t> </a:t>
            </a:r>
            <a:r>
              <a:rPr lang="it-IT" sz="1400" dirty="0" err="1"/>
              <a:t>these</a:t>
            </a:r>
            <a:r>
              <a:rPr lang="it-IT" sz="1400" dirty="0"/>
              <a:t> new </a:t>
            </a:r>
            <a:r>
              <a:rPr lang="it-IT" sz="1400" dirty="0" err="1"/>
              <a:t>alternatives</a:t>
            </a:r>
            <a:r>
              <a:rPr lang="it-IT" sz="1400" dirty="0"/>
              <a:t> the for the </a:t>
            </a:r>
            <a:r>
              <a:rPr lang="it-IT" sz="1400" dirty="0" err="1"/>
              <a:t>beam</a:t>
            </a:r>
            <a:r>
              <a:rPr lang="it-IT" sz="1400" dirty="0"/>
              <a:t> </a:t>
            </a:r>
            <a:r>
              <a:rPr lang="it-IT" sz="1400" dirty="0" err="1"/>
              <a:t>structure</a:t>
            </a:r>
            <a:r>
              <a:rPr lang="it-IT" sz="1400" dirty="0"/>
              <a:t>, </a:t>
            </a:r>
            <a:r>
              <a:rPr lang="it-IT" sz="1400" dirty="0" err="1"/>
              <a:t>it</a:t>
            </a:r>
            <a:r>
              <a:rPr lang="it-IT" sz="1400" dirty="0"/>
              <a:t> </a:t>
            </a:r>
            <a:r>
              <a:rPr lang="it-IT" sz="1400" dirty="0" err="1"/>
              <a:t>will</a:t>
            </a:r>
            <a:r>
              <a:rPr lang="it-IT" sz="1400" dirty="0"/>
              <a:t> be </a:t>
            </a:r>
            <a:r>
              <a:rPr lang="it-IT" sz="1400" dirty="0" err="1"/>
              <a:t>readily</a:t>
            </a:r>
            <a:r>
              <a:rPr lang="it-IT" sz="1400" dirty="0"/>
              <a:t> </a:t>
            </a:r>
            <a:r>
              <a:rPr lang="it-IT" sz="1400" dirty="0" err="1"/>
              <a:t>changed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505885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7335-AD33-0957-C4A8-9106013FE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C826B-9952-B965-9C88-F4E688D54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1. Updates for the assembly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721A4-101A-4D6E-4CE8-3D026677337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35CC9-E482-A521-C441-F4240F036C9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38244-D5B5-05BE-727F-2D9F7F50ED6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5E0AE86-CAC7-667F-9281-00F5A937EEA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EB8241-6A5D-39B7-1304-8BA8ADF2FB76}"/>
              </a:ext>
            </a:extLst>
          </p:cNvPr>
          <p:cNvSpPr txBox="1"/>
          <p:nvPr/>
        </p:nvSpPr>
        <p:spPr>
          <a:xfrm>
            <a:off x="838199" y="1432341"/>
            <a:ext cx="393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Connection to the machine bed</a:t>
            </a: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 descr="A computer generated image of a machine&#10;&#10;AI-generated content may be incorrect.">
            <a:extLst>
              <a:ext uri="{FF2B5EF4-FFF2-40B4-BE49-F238E27FC236}">
                <a16:creationId xmlns:a16="http://schemas.microsoft.com/office/drawing/2014/main" id="{3A57AC0D-783C-E557-DCC6-A551A5191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885" y="2057117"/>
            <a:ext cx="2339020" cy="4248862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EE3D970C-4E19-2D7C-CD0F-1E827CD2F652}"/>
              </a:ext>
            </a:extLst>
          </p:cNvPr>
          <p:cNvSpPr/>
          <p:nvPr/>
        </p:nvSpPr>
        <p:spPr>
          <a:xfrm>
            <a:off x="2806210" y="2162908"/>
            <a:ext cx="281354" cy="594996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A5C0883-DC0F-C601-AEEA-CC9E7E87C826}"/>
              </a:ext>
            </a:extLst>
          </p:cNvPr>
          <p:cNvSpPr/>
          <p:nvPr/>
        </p:nvSpPr>
        <p:spPr>
          <a:xfrm>
            <a:off x="2990849" y="4695524"/>
            <a:ext cx="371599" cy="594996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2993089-2084-A710-71A1-B6415B8A50BA}"/>
              </a:ext>
            </a:extLst>
          </p:cNvPr>
          <p:cNvSpPr/>
          <p:nvPr/>
        </p:nvSpPr>
        <p:spPr>
          <a:xfrm>
            <a:off x="2902927" y="5551344"/>
            <a:ext cx="490905" cy="594996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95152C-7BB0-B750-FAE3-304F00AFADA0}"/>
              </a:ext>
            </a:extLst>
          </p:cNvPr>
          <p:cNvSpPr/>
          <p:nvPr/>
        </p:nvSpPr>
        <p:spPr>
          <a:xfrm>
            <a:off x="3148379" y="2057117"/>
            <a:ext cx="37159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/>
              <a:t>1</a:t>
            </a:r>
            <a:endParaRPr lang="en-GB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BA59AC-B4EE-88B9-C3C9-66D084A81C66}"/>
              </a:ext>
            </a:extLst>
          </p:cNvPr>
          <p:cNvSpPr/>
          <p:nvPr/>
        </p:nvSpPr>
        <p:spPr>
          <a:xfrm>
            <a:off x="3393832" y="5551344"/>
            <a:ext cx="37159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/>
              <a:t>3</a:t>
            </a:r>
            <a:endParaRPr lang="en-GB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B80663-0B51-4FA7-B33A-E4D282C6CD6E}"/>
              </a:ext>
            </a:extLst>
          </p:cNvPr>
          <p:cNvSpPr/>
          <p:nvPr/>
        </p:nvSpPr>
        <p:spPr>
          <a:xfrm>
            <a:off x="3357928" y="4630992"/>
            <a:ext cx="37159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/>
              <a:t>2</a:t>
            </a:r>
            <a:endParaRPr lang="en-GB" b="1" dirty="0"/>
          </a:p>
        </p:txBody>
      </p:sp>
      <p:pic>
        <p:nvPicPr>
          <p:cNvPr id="23" name="Picture 22" descr="A drawing of a metal object&#10;&#10;AI-generated content may be incorrect.">
            <a:extLst>
              <a:ext uri="{FF2B5EF4-FFF2-40B4-BE49-F238E27FC236}">
                <a16:creationId xmlns:a16="http://schemas.microsoft.com/office/drawing/2014/main" id="{360D5402-B952-DAF6-D241-8651E8BF8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4021" y="2057117"/>
            <a:ext cx="5331177" cy="3348016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291128B4-542A-F56B-C5C9-1F79C0D157BA}"/>
              </a:ext>
            </a:extLst>
          </p:cNvPr>
          <p:cNvGrpSpPr/>
          <p:nvPr/>
        </p:nvGrpSpPr>
        <p:grpSpPr>
          <a:xfrm>
            <a:off x="5298221" y="1685095"/>
            <a:ext cx="3423749" cy="369332"/>
            <a:chOff x="5298221" y="1685095"/>
            <a:chExt cx="3423749" cy="36933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56FFB4E-60FE-9468-09DE-A705D1F2D9D6}"/>
                </a:ext>
              </a:extLst>
            </p:cNvPr>
            <p:cNvSpPr/>
            <p:nvPr/>
          </p:nvSpPr>
          <p:spPr>
            <a:xfrm>
              <a:off x="5298221" y="1685095"/>
              <a:ext cx="371599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b="1" dirty="0"/>
                <a:t>1</a:t>
              </a:r>
              <a:endParaRPr lang="en-GB" b="1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4079284-43EE-1F1E-CB8F-2B7C2EEDA255}"/>
                </a:ext>
              </a:extLst>
            </p:cNvPr>
            <p:cNvSpPr/>
            <p:nvPr/>
          </p:nvSpPr>
          <p:spPr>
            <a:xfrm>
              <a:off x="5676570" y="1690688"/>
              <a:ext cx="3045400" cy="36373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Connection to the </a:t>
              </a:r>
              <a:r>
                <a:rPr lang="it-IT" dirty="0" err="1"/>
                <a:t>rear</a:t>
              </a:r>
              <a:r>
                <a:rPr lang="it-IT" dirty="0"/>
                <a:t> part</a:t>
              </a:r>
              <a:endParaRPr lang="en-GB" dirty="0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D38D239B-A4F9-BF75-68BA-118D59B5B4AF}"/>
              </a:ext>
            </a:extLst>
          </p:cNvPr>
          <p:cNvSpPr/>
          <p:nvPr/>
        </p:nvSpPr>
        <p:spPr>
          <a:xfrm>
            <a:off x="5484021" y="5000324"/>
            <a:ext cx="5409648" cy="145280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ysClr val="windowText" lastClr="000000"/>
                </a:solidFill>
              </a:rPr>
              <a:t>Idea:</a:t>
            </a:r>
          </a:p>
          <a:p>
            <a:pPr algn="ctr"/>
            <a:r>
              <a:rPr lang="it-IT" sz="1600" dirty="0" err="1">
                <a:solidFill>
                  <a:sysClr val="windowText" lastClr="000000"/>
                </a:solidFill>
              </a:rPr>
              <a:t>Adding</a:t>
            </a:r>
            <a:r>
              <a:rPr lang="it-IT" sz="1600" dirty="0">
                <a:solidFill>
                  <a:sysClr val="windowText" lastClr="000000"/>
                </a:solidFill>
              </a:rPr>
              <a:t> some </a:t>
            </a:r>
            <a:r>
              <a:rPr lang="it-IT" sz="1600" dirty="0" err="1">
                <a:solidFill>
                  <a:sysClr val="windowText" lastClr="000000"/>
                </a:solidFill>
              </a:rPr>
              <a:t>reinforcements</a:t>
            </a:r>
            <a:r>
              <a:rPr lang="it-IT" sz="1600" dirty="0">
                <a:solidFill>
                  <a:sysClr val="windowText" lastClr="000000"/>
                </a:solidFill>
              </a:rPr>
              <a:t> in the back </a:t>
            </a:r>
            <a:r>
              <a:rPr lang="it-IT" sz="1600" dirty="0" err="1">
                <a:solidFill>
                  <a:sysClr val="windowText" lastClr="000000"/>
                </a:solidFill>
              </a:rPr>
              <a:t>that</a:t>
            </a:r>
            <a:r>
              <a:rPr lang="it-IT" sz="1600" dirty="0">
                <a:solidFill>
                  <a:sysClr val="windowText" lastClr="000000"/>
                </a:solidFill>
              </a:rPr>
              <a:t> </a:t>
            </a:r>
            <a:r>
              <a:rPr lang="it-IT" sz="1600" dirty="0" err="1">
                <a:solidFill>
                  <a:sysClr val="windowText" lastClr="000000"/>
                </a:solidFill>
              </a:rPr>
              <a:t>would</a:t>
            </a:r>
            <a:r>
              <a:rPr lang="it-IT" sz="1600" dirty="0">
                <a:solidFill>
                  <a:sysClr val="windowText" lastClr="000000"/>
                </a:solidFill>
              </a:rPr>
              <a:t> </a:t>
            </a:r>
            <a:r>
              <a:rPr lang="it-IT" sz="1600" dirty="0" err="1">
                <a:solidFill>
                  <a:sysClr val="windowText" lastClr="000000"/>
                </a:solidFill>
              </a:rPr>
              <a:t>give</a:t>
            </a:r>
            <a:r>
              <a:rPr lang="it-IT" sz="1600" dirty="0">
                <a:solidFill>
                  <a:sysClr val="windowText" lastClr="000000"/>
                </a:solidFill>
              </a:rPr>
              <a:t> support for the </a:t>
            </a:r>
            <a:r>
              <a:rPr lang="it-IT" sz="1600" dirty="0" err="1">
                <a:solidFill>
                  <a:sysClr val="windowText" lastClr="000000"/>
                </a:solidFill>
              </a:rPr>
              <a:t>axial</a:t>
            </a:r>
            <a:r>
              <a:rPr lang="it-IT" sz="1600" dirty="0">
                <a:solidFill>
                  <a:sysClr val="windowText" lastClr="000000"/>
                </a:solidFill>
              </a:rPr>
              <a:t> loads. </a:t>
            </a:r>
          </a:p>
          <a:p>
            <a:pPr algn="ctr"/>
            <a:r>
              <a:rPr lang="it-IT" sz="1600" i="1" dirty="0" err="1">
                <a:solidFill>
                  <a:sysClr val="windowText" lastClr="000000"/>
                </a:solidFill>
              </a:rPr>
              <a:t>Further</a:t>
            </a:r>
            <a:r>
              <a:rPr lang="it-IT" sz="1600" i="1" dirty="0">
                <a:solidFill>
                  <a:sysClr val="windowText" lastClr="000000"/>
                </a:solidFill>
              </a:rPr>
              <a:t> </a:t>
            </a:r>
            <a:r>
              <a:rPr lang="it-IT" sz="1600" i="1" dirty="0" err="1">
                <a:solidFill>
                  <a:sysClr val="windowText" lastClr="000000"/>
                </a:solidFill>
              </a:rPr>
              <a:t>improvements</a:t>
            </a:r>
            <a:r>
              <a:rPr lang="it-IT" sz="1600" i="1" dirty="0">
                <a:solidFill>
                  <a:sysClr val="windowText" lastClr="000000"/>
                </a:solidFill>
              </a:rPr>
              <a:t>: </a:t>
            </a:r>
            <a:r>
              <a:rPr lang="it-IT" sz="1600" i="1" dirty="0" err="1">
                <a:solidFill>
                  <a:sysClr val="windowText" lastClr="000000"/>
                </a:solidFill>
              </a:rPr>
              <a:t>add</a:t>
            </a:r>
            <a:r>
              <a:rPr lang="it-IT" sz="1600" i="1" dirty="0">
                <a:solidFill>
                  <a:sysClr val="windowText" lastClr="000000"/>
                </a:solidFill>
              </a:rPr>
              <a:t> extra </a:t>
            </a:r>
            <a:r>
              <a:rPr lang="it-IT" sz="1600" i="1" dirty="0" err="1">
                <a:solidFill>
                  <a:sysClr val="windowText" lastClr="000000"/>
                </a:solidFill>
              </a:rPr>
              <a:t>beam</a:t>
            </a:r>
            <a:r>
              <a:rPr lang="it-IT" sz="1600" i="1" dirty="0">
                <a:solidFill>
                  <a:sysClr val="windowText" lastClr="000000"/>
                </a:solidFill>
              </a:rPr>
              <a:t> for </a:t>
            </a:r>
            <a:r>
              <a:rPr lang="it-IT" sz="1600" i="1" dirty="0" err="1">
                <a:solidFill>
                  <a:sysClr val="windowText" lastClr="000000"/>
                </a:solidFill>
              </a:rPr>
              <a:t>lateral</a:t>
            </a:r>
            <a:r>
              <a:rPr lang="it-IT" sz="1600" i="1" dirty="0">
                <a:solidFill>
                  <a:sysClr val="windowText" lastClr="000000"/>
                </a:solidFill>
              </a:rPr>
              <a:t> </a:t>
            </a:r>
            <a:r>
              <a:rPr lang="it-IT" sz="1600" i="1" dirty="0" err="1">
                <a:solidFill>
                  <a:sysClr val="windowText" lastClr="000000"/>
                </a:solidFill>
              </a:rPr>
              <a:t>oscillation</a:t>
            </a:r>
            <a:endParaRPr lang="en-GB" sz="1600" i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98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0820D-B192-B249-3B2C-7A317F52E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91016-2A40-244A-CC14-1D832265D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1. Updates for the assembly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3B4EA-2DD9-7AFF-616E-CF5867E889E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0C299-AE23-3F37-9043-97BF0476D27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AC646-0F00-D3BF-3AEC-F704A506C83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034DC40-33B1-51E5-E656-4EEE4ABE25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52ACCA-D4FC-2A87-0520-BCAADD918156}"/>
              </a:ext>
            </a:extLst>
          </p:cNvPr>
          <p:cNvSpPr txBox="1"/>
          <p:nvPr/>
        </p:nvSpPr>
        <p:spPr>
          <a:xfrm>
            <a:off x="838199" y="1432341"/>
            <a:ext cx="393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Connection to the machine bed</a:t>
            </a: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6" name="Picture 15" descr="A computer drawing of a machine&#10;&#10;AI-generated content may be incorrect.">
            <a:extLst>
              <a:ext uri="{FF2B5EF4-FFF2-40B4-BE49-F238E27FC236}">
                <a16:creationId xmlns:a16="http://schemas.microsoft.com/office/drawing/2014/main" id="{C5277A24-8A07-72D4-A2F4-0ABF961EC7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82"/>
          <a:stretch>
            <a:fillRect/>
          </a:stretch>
        </p:blipFill>
        <p:spPr>
          <a:xfrm>
            <a:off x="787422" y="2279887"/>
            <a:ext cx="4522502" cy="291367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2EE6A1C-58D2-EE84-4DC2-1B3471C16F9F}"/>
              </a:ext>
            </a:extLst>
          </p:cNvPr>
          <p:cNvSpPr/>
          <p:nvPr/>
        </p:nvSpPr>
        <p:spPr>
          <a:xfrm>
            <a:off x="290146" y="4971805"/>
            <a:ext cx="5741377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/>
              <a:t>Idea:</a:t>
            </a:r>
          </a:p>
          <a:p>
            <a:pPr algn="ctr"/>
            <a:r>
              <a:rPr lang="it-IT" sz="1400" dirty="0" err="1"/>
              <a:t>Adding</a:t>
            </a:r>
            <a:r>
              <a:rPr lang="it-IT" sz="1400" dirty="0"/>
              <a:t> some </a:t>
            </a:r>
            <a:r>
              <a:rPr lang="it-IT" sz="1400" dirty="0" err="1"/>
              <a:t>beams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could</a:t>
            </a:r>
            <a:r>
              <a:rPr lang="it-IT" sz="1400" dirty="0"/>
              <a:t> be </a:t>
            </a:r>
            <a:r>
              <a:rPr lang="it-IT" sz="1400" dirty="0" err="1"/>
              <a:t>connected</a:t>
            </a:r>
            <a:r>
              <a:rPr lang="it-IT" sz="1400" dirty="0"/>
              <a:t> </a:t>
            </a:r>
            <a:r>
              <a:rPr lang="it-IT" sz="1400" dirty="0" err="1"/>
              <a:t>both</a:t>
            </a:r>
            <a:r>
              <a:rPr lang="it-IT" sz="1400" dirty="0"/>
              <a:t> </a:t>
            </a:r>
            <a:r>
              <a:rPr lang="it-IT" sz="1400" dirty="0" err="1"/>
              <a:t>directly</a:t>
            </a:r>
            <a:r>
              <a:rPr lang="it-IT" sz="1400" dirty="0"/>
              <a:t> to the bed and to the </a:t>
            </a:r>
            <a:r>
              <a:rPr lang="it-IT" sz="1400" dirty="0" err="1"/>
              <a:t>ribs</a:t>
            </a:r>
            <a:r>
              <a:rPr lang="it-IT" sz="1400" dirty="0"/>
              <a:t> on the flange support for the drives</a:t>
            </a:r>
          </a:p>
          <a:p>
            <a:pPr algn="ctr"/>
            <a:r>
              <a:rPr lang="it-IT" sz="1400" i="1" dirty="0" err="1"/>
              <a:t>Further</a:t>
            </a:r>
            <a:r>
              <a:rPr lang="it-IT" sz="1400" i="1" dirty="0"/>
              <a:t> </a:t>
            </a:r>
            <a:r>
              <a:rPr lang="it-IT" sz="1400" i="1" dirty="0" err="1"/>
              <a:t>improvements</a:t>
            </a:r>
            <a:r>
              <a:rPr lang="it-IT" sz="1400" i="1" dirty="0"/>
              <a:t>: solve the </a:t>
            </a:r>
            <a:r>
              <a:rPr lang="it-IT" sz="1400" i="1" dirty="0" err="1"/>
              <a:t>problems</a:t>
            </a:r>
            <a:r>
              <a:rPr lang="it-IT" sz="1400" i="1" dirty="0"/>
              <a:t> of the </a:t>
            </a:r>
            <a:r>
              <a:rPr lang="it-IT" sz="1400" i="1" dirty="0" err="1"/>
              <a:t>bolted</a:t>
            </a:r>
            <a:r>
              <a:rPr lang="it-IT" sz="1400" i="1" dirty="0"/>
              <a:t> connection of the machine bed parts and the </a:t>
            </a:r>
            <a:r>
              <a:rPr lang="it-IT" sz="1400" i="1" dirty="0" err="1"/>
              <a:t>bolts</a:t>
            </a:r>
            <a:r>
              <a:rPr lang="it-IT" sz="1400" i="1" dirty="0"/>
              <a:t> for the connection to the </a:t>
            </a:r>
            <a:r>
              <a:rPr lang="it-IT" sz="1400" i="1" dirty="0" err="1"/>
              <a:t>steel</a:t>
            </a:r>
            <a:r>
              <a:rPr lang="it-IT" sz="1400" i="1" dirty="0"/>
              <a:t> frame</a:t>
            </a:r>
            <a:endParaRPr lang="en-GB" sz="1400" i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A42E7F4-26CF-A9AE-536B-E191F9E1189C}"/>
              </a:ext>
            </a:extLst>
          </p:cNvPr>
          <p:cNvGrpSpPr/>
          <p:nvPr/>
        </p:nvGrpSpPr>
        <p:grpSpPr>
          <a:xfrm>
            <a:off x="787422" y="1916669"/>
            <a:ext cx="4182209" cy="369332"/>
            <a:chOff x="5298221" y="1685095"/>
            <a:chExt cx="4182209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4F8B8DB-4CC9-6BCD-1188-71ABDA2C6F6D}"/>
                </a:ext>
              </a:extLst>
            </p:cNvPr>
            <p:cNvSpPr/>
            <p:nvPr/>
          </p:nvSpPr>
          <p:spPr>
            <a:xfrm>
              <a:off x="5298221" y="1685095"/>
              <a:ext cx="371599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b="1" dirty="0"/>
                <a:t>2</a:t>
              </a:r>
              <a:endParaRPr lang="en-GB" b="1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A3767B0-5CF5-5CCD-3D67-C3C831B1800A}"/>
                </a:ext>
              </a:extLst>
            </p:cNvPr>
            <p:cNvSpPr/>
            <p:nvPr/>
          </p:nvSpPr>
          <p:spPr>
            <a:xfrm>
              <a:off x="5676570" y="1690688"/>
              <a:ext cx="3803860" cy="36373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Connection to the </a:t>
              </a:r>
              <a:r>
                <a:rPr lang="it-IT" dirty="0" err="1"/>
                <a:t>Casted</a:t>
              </a:r>
              <a:r>
                <a:rPr lang="it-IT" dirty="0"/>
                <a:t> part: back</a:t>
              </a:r>
              <a:endParaRPr lang="en-GB" dirty="0"/>
            </a:p>
          </p:txBody>
        </p:sp>
      </p:grpSp>
      <p:pic>
        <p:nvPicPr>
          <p:cNvPr id="22" name="Picture 21" descr="A drawing of a black object&#10;&#10;AI-generated content may be incorrect.">
            <a:extLst>
              <a:ext uri="{FF2B5EF4-FFF2-40B4-BE49-F238E27FC236}">
                <a16:creationId xmlns:a16="http://schemas.microsoft.com/office/drawing/2014/main" id="{9957B88B-7D83-83B7-9AE5-AD42AD5DD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799" y="2661030"/>
            <a:ext cx="4615371" cy="3377878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1F7FB398-C7B2-DBDB-0BFC-5F71D54B9A80}"/>
              </a:ext>
            </a:extLst>
          </p:cNvPr>
          <p:cNvGrpSpPr/>
          <p:nvPr/>
        </p:nvGrpSpPr>
        <p:grpSpPr>
          <a:xfrm>
            <a:off x="6833302" y="5928036"/>
            <a:ext cx="4182209" cy="369332"/>
            <a:chOff x="5298221" y="1685095"/>
            <a:chExt cx="4182209" cy="369332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584A9A6-E521-EC1F-85E7-37FE9A1D1462}"/>
                </a:ext>
              </a:extLst>
            </p:cNvPr>
            <p:cNvSpPr/>
            <p:nvPr/>
          </p:nvSpPr>
          <p:spPr>
            <a:xfrm>
              <a:off x="5298221" y="1685095"/>
              <a:ext cx="371599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b="1" dirty="0"/>
                <a:t>3</a:t>
              </a:r>
              <a:endParaRPr lang="en-GB" b="1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63E840D-1C51-EDDA-A1B5-9E28F480BE94}"/>
                </a:ext>
              </a:extLst>
            </p:cNvPr>
            <p:cNvSpPr/>
            <p:nvPr/>
          </p:nvSpPr>
          <p:spPr>
            <a:xfrm>
              <a:off x="5676570" y="1690688"/>
              <a:ext cx="3803860" cy="36373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Connection to the </a:t>
              </a:r>
              <a:r>
                <a:rPr lang="it-IT" dirty="0" err="1"/>
                <a:t>Casted</a:t>
              </a:r>
              <a:r>
                <a:rPr lang="it-IT" dirty="0"/>
                <a:t> part: front</a:t>
              </a:r>
              <a:endParaRPr lang="en-GB" dirty="0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2E074E8C-9C9B-6D22-382F-9478F78CE6E9}"/>
              </a:ext>
            </a:extLst>
          </p:cNvPr>
          <p:cNvSpPr/>
          <p:nvPr/>
        </p:nvSpPr>
        <p:spPr>
          <a:xfrm>
            <a:off x="6053718" y="1544821"/>
            <a:ext cx="5741377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/>
              <a:t>Idea:</a:t>
            </a:r>
          </a:p>
          <a:p>
            <a:pPr algn="ctr"/>
            <a:r>
              <a:rPr lang="it-IT" sz="1400" dirty="0" err="1"/>
              <a:t>Adding</a:t>
            </a:r>
            <a:r>
              <a:rPr lang="it-IT" sz="1400" dirty="0"/>
              <a:t> a </a:t>
            </a:r>
            <a:r>
              <a:rPr lang="it-IT" sz="1400" dirty="0" err="1"/>
              <a:t>reinforced</a:t>
            </a:r>
            <a:r>
              <a:rPr lang="it-IT" sz="1400" dirty="0"/>
              <a:t> connection to the side </a:t>
            </a:r>
            <a:r>
              <a:rPr lang="it-IT" sz="1400" dirty="0" err="1"/>
              <a:t>beams</a:t>
            </a:r>
            <a:r>
              <a:rPr lang="it-IT" sz="1400" dirty="0"/>
              <a:t> (</a:t>
            </a:r>
            <a:r>
              <a:rPr lang="it-IT" sz="1400" dirty="0" err="1"/>
              <a:t>forming</a:t>
            </a:r>
            <a:r>
              <a:rPr lang="it-IT" sz="1400" dirty="0"/>
              <a:t> the </a:t>
            </a:r>
            <a:r>
              <a:rPr lang="it-IT" sz="1400" dirty="0" err="1"/>
              <a:t>structure</a:t>
            </a:r>
            <a:r>
              <a:rPr lang="it-IT" sz="1400" dirty="0"/>
              <a:t>) and a front </a:t>
            </a:r>
            <a:r>
              <a:rPr lang="it-IT" sz="1400" dirty="0" err="1"/>
              <a:t>beam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will</a:t>
            </a:r>
            <a:r>
              <a:rPr lang="it-IT" sz="1400" dirty="0"/>
              <a:t> be </a:t>
            </a:r>
            <a:r>
              <a:rPr lang="it-IT" sz="1400" dirty="0" err="1"/>
              <a:t>connected</a:t>
            </a:r>
            <a:r>
              <a:rPr lang="it-IT" sz="1400" dirty="0"/>
              <a:t> to the machine bed </a:t>
            </a:r>
            <a:r>
              <a:rPr lang="it-IT" sz="1400" dirty="0" err="1"/>
              <a:t>as</a:t>
            </a:r>
            <a:r>
              <a:rPr lang="it-IT" sz="1400" dirty="0"/>
              <a:t> </a:t>
            </a:r>
            <a:r>
              <a:rPr lang="it-IT" sz="1400" dirty="0" err="1"/>
              <a:t>well</a:t>
            </a:r>
            <a:r>
              <a:rPr lang="it-IT" sz="1400" dirty="0"/>
              <a:t> and </a:t>
            </a:r>
            <a:r>
              <a:rPr lang="it-IT" sz="1400" dirty="0" err="1"/>
              <a:t>damps</a:t>
            </a:r>
            <a:r>
              <a:rPr lang="it-IT" sz="1400" dirty="0"/>
              <a:t> </a:t>
            </a:r>
            <a:r>
              <a:rPr lang="it-IT" sz="1400" dirty="0" err="1"/>
              <a:t>also</a:t>
            </a:r>
            <a:r>
              <a:rPr lang="it-IT" sz="1400" dirty="0"/>
              <a:t> the </a:t>
            </a:r>
            <a:r>
              <a:rPr lang="it-IT" sz="1400" dirty="0" err="1"/>
              <a:t>axial</a:t>
            </a:r>
            <a:r>
              <a:rPr lang="it-IT" sz="1400" dirty="0"/>
              <a:t> loads</a:t>
            </a:r>
          </a:p>
          <a:p>
            <a:pPr algn="ctr"/>
            <a:r>
              <a:rPr lang="it-IT" sz="1400" i="1" dirty="0" err="1"/>
              <a:t>Further</a:t>
            </a:r>
            <a:r>
              <a:rPr lang="it-IT" sz="1400" i="1" dirty="0"/>
              <a:t> </a:t>
            </a:r>
            <a:r>
              <a:rPr lang="it-IT" sz="1400" i="1" dirty="0" err="1"/>
              <a:t>improvements</a:t>
            </a:r>
            <a:r>
              <a:rPr lang="it-IT" sz="1400" i="1" dirty="0"/>
              <a:t>: </a:t>
            </a:r>
            <a:r>
              <a:rPr lang="it-IT" sz="1400" i="1" dirty="0" err="1"/>
              <a:t>add</a:t>
            </a:r>
            <a:r>
              <a:rPr lang="it-IT" sz="1400" i="1" dirty="0"/>
              <a:t> the connection of the front </a:t>
            </a:r>
            <a:r>
              <a:rPr lang="it-IT" sz="1400" i="1" dirty="0" err="1"/>
              <a:t>beam</a:t>
            </a:r>
            <a:endParaRPr lang="en-GB" sz="1400" i="1" dirty="0"/>
          </a:p>
        </p:txBody>
      </p:sp>
    </p:spTree>
    <p:extLst>
      <p:ext uri="{BB962C8B-B14F-4D97-AF65-F5344CB8AC3E}">
        <p14:creationId xmlns:p14="http://schemas.microsoft.com/office/powerpoint/2010/main" val="3697001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05B31-AE8C-8138-F9ED-CE5AB29D8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A computer generated image of a machine&#10;&#10;AI-generated content may be incorrect.">
            <a:extLst>
              <a:ext uri="{FF2B5EF4-FFF2-40B4-BE49-F238E27FC236}">
                <a16:creationId xmlns:a16="http://schemas.microsoft.com/office/drawing/2014/main" id="{D2F0CF4C-5113-0243-1254-D17EB10ED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64" y="2464976"/>
            <a:ext cx="7984684" cy="2992003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657F8B-C9C8-9508-AA8E-66FA26D4F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1. Updates for the assembly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D2C34-1DF2-34EB-741D-9DD8B3532AB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08652-A9AD-446D-70FD-F87E8F81D4B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AAC77-FC30-0C10-B2B3-554A35D5ABB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68721EF-D6C1-69CE-7A65-9448A54CF5A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95BF5A-233A-FA2D-7F50-35253D0BEA81}"/>
              </a:ext>
            </a:extLst>
          </p:cNvPr>
          <p:cNvSpPr txBox="1"/>
          <p:nvPr/>
        </p:nvSpPr>
        <p:spPr>
          <a:xfrm>
            <a:off x="838199" y="1432341"/>
            <a:ext cx="4542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New </a:t>
            </a:r>
            <a:r>
              <a:rPr lang="it-IT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nacelle</a:t>
            </a:r>
            <a:r>
              <a:rPr lang="it-IT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it-IT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components</a:t>
            </a:r>
            <a:r>
              <a:rPr lang="it-IT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arrangement</a:t>
            </a: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1BC3BA-3810-196C-7E66-B79E98649823}"/>
              </a:ext>
            </a:extLst>
          </p:cNvPr>
          <p:cNvSpPr/>
          <p:nvPr/>
        </p:nvSpPr>
        <p:spPr>
          <a:xfrm>
            <a:off x="8924282" y="2194464"/>
            <a:ext cx="2813539" cy="3226777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numCol="1" rtlCol="0" anchor="ctr"/>
          <a:lstStyle/>
          <a:p>
            <a:r>
              <a:rPr lang="it-IT" b="1" dirty="0"/>
              <a:t>Components: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 err="1"/>
              <a:t>Shaft</a:t>
            </a:r>
            <a:endParaRPr lang="it-IT" dirty="0"/>
          </a:p>
          <a:p>
            <a:pPr marL="342900" indent="-342900">
              <a:buFont typeface="+mj-lt"/>
              <a:buAutoNum type="arabicPeriod"/>
            </a:pPr>
            <a:r>
              <a:rPr lang="it-IT" dirty="0" err="1"/>
              <a:t>Bearing</a:t>
            </a:r>
            <a:endParaRPr lang="it-IT" dirty="0"/>
          </a:p>
          <a:p>
            <a:pPr marL="342900" indent="-342900">
              <a:buFont typeface="+mj-lt"/>
              <a:buAutoNum type="arabicPeriod"/>
            </a:pPr>
            <a:r>
              <a:rPr lang="it-IT" dirty="0" err="1"/>
              <a:t>Gearbox</a:t>
            </a:r>
            <a:endParaRPr lang="it-IT" dirty="0"/>
          </a:p>
          <a:p>
            <a:pPr marL="342900" indent="-342900">
              <a:buFont typeface="+mj-lt"/>
              <a:buAutoNum type="arabicPeriod"/>
            </a:pPr>
            <a:r>
              <a:rPr lang="it-IT" dirty="0" err="1"/>
              <a:t>Brake</a:t>
            </a:r>
            <a:r>
              <a:rPr lang="it-IT" dirty="0"/>
              <a:t> &amp; </a:t>
            </a:r>
            <a:r>
              <a:rPr lang="it-IT" dirty="0" err="1"/>
              <a:t>Coupling</a:t>
            </a:r>
            <a:endParaRPr lang="it-IT" dirty="0"/>
          </a:p>
          <a:p>
            <a:pPr marL="342900" indent="-342900">
              <a:buFont typeface="+mj-lt"/>
              <a:buAutoNum type="arabicPeriod"/>
            </a:pPr>
            <a:r>
              <a:rPr lang="it-IT" dirty="0" err="1"/>
              <a:t>Casted</a:t>
            </a:r>
            <a:r>
              <a:rPr lang="it-IT" dirty="0"/>
              <a:t> Machine bed 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 err="1"/>
              <a:t>Welded</a:t>
            </a:r>
            <a:r>
              <a:rPr lang="it-IT" dirty="0"/>
              <a:t> Machine bed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Generator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Converter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Transformer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5C4363-65B3-AB34-CDC0-922E7CC01934}"/>
              </a:ext>
            </a:extLst>
          </p:cNvPr>
          <p:cNvSpPr/>
          <p:nvPr/>
        </p:nvSpPr>
        <p:spPr>
          <a:xfrm>
            <a:off x="7029271" y="3783074"/>
            <a:ext cx="316523" cy="30856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/>
              <a:t>1</a:t>
            </a:r>
            <a:endParaRPr lang="en-GB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1F2256-4C6C-2F0C-0C65-58A6ACCEE815}"/>
              </a:ext>
            </a:extLst>
          </p:cNvPr>
          <p:cNvSpPr/>
          <p:nvPr/>
        </p:nvSpPr>
        <p:spPr>
          <a:xfrm>
            <a:off x="8017950" y="3499290"/>
            <a:ext cx="316523" cy="30856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/>
              <a:t>2</a:t>
            </a:r>
            <a:endParaRPr lang="en-GB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7D26C6-9665-9A33-BC8E-910439FC7164}"/>
              </a:ext>
            </a:extLst>
          </p:cNvPr>
          <p:cNvSpPr/>
          <p:nvPr/>
        </p:nvSpPr>
        <p:spPr>
          <a:xfrm>
            <a:off x="5799663" y="3818837"/>
            <a:ext cx="316523" cy="30856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/>
              <a:t>3</a:t>
            </a:r>
            <a:endParaRPr lang="en-GB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B43791-D169-A53D-7330-3E8DC663F0A9}"/>
              </a:ext>
            </a:extLst>
          </p:cNvPr>
          <p:cNvSpPr/>
          <p:nvPr/>
        </p:nvSpPr>
        <p:spPr>
          <a:xfrm>
            <a:off x="5197668" y="4423797"/>
            <a:ext cx="316523" cy="30856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/>
              <a:t>4</a:t>
            </a:r>
            <a:endParaRPr lang="en-GB" b="1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F1B7DD9-47A9-06D3-86B7-C06FC20BDC17}"/>
              </a:ext>
            </a:extLst>
          </p:cNvPr>
          <p:cNvCxnSpPr/>
          <p:nvPr/>
        </p:nvCxnSpPr>
        <p:spPr>
          <a:xfrm flipV="1">
            <a:off x="6278460" y="5043060"/>
            <a:ext cx="467511" cy="38130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EC01140-9BB8-895D-36E3-C1E48141C4A8}"/>
              </a:ext>
            </a:extLst>
          </p:cNvPr>
          <p:cNvCxnSpPr/>
          <p:nvPr/>
        </p:nvCxnSpPr>
        <p:spPr>
          <a:xfrm flipV="1">
            <a:off x="2225868" y="4821220"/>
            <a:ext cx="467511" cy="38130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F60C5ABC-CF67-EAD3-4EFC-DD66CD5B6239}"/>
              </a:ext>
            </a:extLst>
          </p:cNvPr>
          <p:cNvSpPr/>
          <p:nvPr/>
        </p:nvSpPr>
        <p:spPr>
          <a:xfrm>
            <a:off x="2006060" y="5183398"/>
            <a:ext cx="316523" cy="30856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/>
              <a:t>6</a:t>
            </a:r>
            <a:endParaRPr lang="en-GB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0C1A44-E37A-4F20-8DC9-3C2FCB3FDF73}"/>
              </a:ext>
            </a:extLst>
          </p:cNvPr>
          <p:cNvSpPr/>
          <p:nvPr/>
        </p:nvSpPr>
        <p:spPr>
          <a:xfrm>
            <a:off x="3938098" y="4168243"/>
            <a:ext cx="316523" cy="30856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/>
              <a:t>7</a:t>
            </a:r>
            <a:endParaRPr lang="en-GB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B260B4-334A-091E-4B66-49DDBB472D1A}"/>
              </a:ext>
            </a:extLst>
          </p:cNvPr>
          <p:cNvSpPr/>
          <p:nvPr/>
        </p:nvSpPr>
        <p:spPr>
          <a:xfrm>
            <a:off x="4087566" y="3013054"/>
            <a:ext cx="316523" cy="30856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/>
              <a:t>8</a:t>
            </a:r>
            <a:endParaRPr lang="en-GB" b="1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1FC266-CF8D-588C-F46A-D987CAFBDD87}"/>
              </a:ext>
            </a:extLst>
          </p:cNvPr>
          <p:cNvSpPr/>
          <p:nvPr/>
        </p:nvSpPr>
        <p:spPr>
          <a:xfrm>
            <a:off x="2289360" y="3705934"/>
            <a:ext cx="316523" cy="30856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/>
              <a:t>9</a:t>
            </a:r>
            <a:endParaRPr lang="en-GB" b="1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12630F9-7286-AE31-814A-7316C2FE4354}"/>
              </a:ext>
            </a:extLst>
          </p:cNvPr>
          <p:cNvCxnSpPr>
            <a:cxnSpLocks/>
          </p:cNvCxnSpPr>
          <p:nvPr/>
        </p:nvCxnSpPr>
        <p:spPr>
          <a:xfrm>
            <a:off x="2789005" y="4134527"/>
            <a:ext cx="449583" cy="0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9754283E-ABEF-AD2F-22E3-397DECC47D03}"/>
              </a:ext>
            </a:extLst>
          </p:cNvPr>
          <p:cNvSpPr/>
          <p:nvPr/>
        </p:nvSpPr>
        <p:spPr>
          <a:xfrm>
            <a:off x="2605883" y="4198017"/>
            <a:ext cx="852900" cy="23303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b="1" dirty="0"/>
              <a:t>700 mm</a:t>
            </a:r>
            <a:endParaRPr lang="en-GB" sz="1400" b="1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B801BEC-A273-CA96-8AC3-51BEDACD6C94}"/>
              </a:ext>
            </a:extLst>
          </p:cNvPr>
          <p:cNvCxnSpPr>
            <a:cxnSpLocks/>
          </p:cNvCxnSpPr>
          <p:nvPr/>
        </p:nvCxnSpPr>
        <p:spPr>
          <a:xfrm flipV="1">
            <a:off x="4245827" y="3321617"/>
            <a:ext cx="0" cy="486236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4168199-9D32-F264-63E0-4EE5E21AB07F}"/>
              </a:ext>
            </a:extLst>
          </p:cNvPr>
          <p:cNvSpPr/>
          <p:nvPr/>
        </p:nvSpPr>
        <p:spPr>
          <a:xfrm>
            <a:off x="6015209" y="5349581"/>
            <a:ext cx="316523" cy="30856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/>
              <a:t>5</a:t>
            </a:r>
            <a:endParaRPr lang="en-GB" b="1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162DB2E-60C5-5609-E211-D1DA7053F1C4}"/>
              </a:ext>
            </a:extLst>
          </p:cNvPr>
          <p:cNvSpPr/>
          <p:nvPr/>
        </p:nvSpPr>
        <p:spPr>
          <a:xfrm>
            <a:off x="4341361" y="3429000"/>
            <a:ext cx="1109868" cy="27693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b="1" dirty="0"/>
              <a:t>&gt;1000 mm</a:t>
            </a:r>
            <a:endParaRPr lang="en-GB" sz="1400" b="1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6CE6831-B24C-F6F2-EEEA-D0AC4344E8ED}"/>
              </a:ext>
            </a:extLst>
          </p:cNvPr>
          <p:cNvSpPr/>
          <p:nvPr/>
        </p:nvSpPr>
        <p:spPr>
          <a:xfrm>
            <a:off x="4077951" y="5817369"/>
            <a:ext cx="4036097" cy="533079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SPACE HAS BEEN OPTIMIZED!!!</a:t>
            </a:r>
            <a:endParaRPr lang="en-GB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4566EF1-4BB6-23FA-BCAD-2F4EE8A5C63E}"/>
              </a:ext>
            </a:extLst>
          </p:cNvPr>
          <p:cNvCxnSpPr>
            <a:cxnSpLocks/>
          </p:cNvCxnSpPr>
          <p:nvPr/>
        </p:nvCxnSpPr>
        <p:spPr>
          <a:xfrm>
            <a:off x="1125415" y="3937355"/>
            <a:ext cx="961932" cy="0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420A32B-B2DF-DE63-2094-42C2419DB925}"/>
              </a:ext>
            </a:extLst>
          </p:cNvPr>
          <p:cNvCxnSpPr>
            <a:cxnSpLocks/>
          </p:cNvCxnSpPr>
          <p:nvPr/>
        </p:nvCxnSpPr>
        <p:spPr>
          <a:xfrm flipH="1">
            <a:off x="1606381" y="2349417"/>
            <a:ext cx="231378" cy="161156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DD565A79-0E70-1B35-B723-CABA03ED195C}"/>
              </a:ext>
            </a:extLst>
          </p:cNvPr>
          <p:cNvSpPr/>
          <p:nvPr/>
        </p:nvSpPr>
        <p:spPr>
          <a:xfrm>
            <a:off x="1539906" y="1985193"/>
            <a:ext cx="2714716" cy="395347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COULD EVEN BE REDUCED!</a:t>
            </a:r>
            <a:endParaRPr lang="en-GB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25984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BF3CC-D284-7F7A-2091-8E240C901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BD0A5-474C-04EC-2850-74C3DD00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1. Updates for the assembly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BF608-7886-99E2-A449-B6291DDC152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E88AD-2B96-570B-2B12-8A2614E9352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61EC7-620C-FC3C-0717-144B3581F44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B14784-72D6-65E6-6EC6-FB927CF275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7" name="Picture 6" descr="A wind turbine with a white background&#10;&#10;AI-generated content may be incorrect.">
            <a:extLst>
              <a:ext uri="{FF2B5EF4-FFF2-40B4-BE49-F238E27FC236}">
                <a16:creationId xmlns:a16="http://schemas.microsoft.com/office/drawing/2014/main" id="{6C21BF7E-0F61-A4A0-1411-7D66293EF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022" y="1983735"/>
            <a:ext cx="4984837" cy="4176346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7E6ED5E-051A-877C-E233-1251E790BC26}"/>
              </a:ext>
            </a:extLst>
          </p:cNvPr>
          <p:cNvSpPr/>
          <p:nvPr/>
        </p:nvSpPr>
        <p:spPr>
          <a:xfrm>
            <a:off x="6744430" y="2876985"/>
            <a:ext cx="2813539" cy="152468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numCol="1" rtlCol="0" anchor="ctr"/>
          <a:lstStyle/>
          <a:p>
            <a:r>
              <a:rPr lang="it-IT" b="1" dirty="0"/>
              <a:t>Still </a:t>
            </a:r>
            <a:r>
              <a:rPr lang="it-IT" b="1" dirty="0" err="1"/>
              <a:t>missing</a:t>
            </a:r>
            <a:r>
              <a:rPr lang="it-IT" b="1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Hub </a:t>
            </a:r>
            <a:r>
              <a:rPr lang="it-IT" dirty="0" err="1"/>
              <a:t>Spinner</a:t>
            </a:r>
            <a:endParaRPr lang="it-IT" dirty="0"/>
          </a:p>
          <a:p>
            <a:pPr marL="342900" indent="-342900">
              <a:buFont typeface="+mj-lt"/>
              <a:buAutoNum type="arabicPeriod"/>
            </a:pPr>
            <a:r>
              <a:rPr lang="it-IT" dirty="0" err="1"/>
              <a:t>Cooling</a:t>
            </a:r>
            <a:r>
              <a:rPr lang="it-IT" dirty="0"/>
              <a:t> system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 err="1"/>
              <a:t>Crane</a:t>
            </a:r>
            <a:endParaRPr lang="it-IT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9D590C-674A-0ACB-520B-619E6946262D}"/>
              </a:ext>
            </a:extLst>
          </p:cNvPr>
          <p:cNvSpPr txBox="1"/>
          <p:nvPr/>
        </p:nvSpPr>
        <p:spPr>
          <a:xfrm>
            <a:off x="838199" y="1432341"/>
            <a:ext cx="4542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Final</a:t>
            </a:r>
            <a:r>
              <a:rPr lang="it-IT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assembly status</a:t>
            </a: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5562EEC-D4A6-BC83-F212-A9C72ED3DDEB}"/>
              </a:ext>
            </a:extLst>
          </p:cNvPr>
          <p:cNvCxnSpPr>
            <a:cxnSpLocks/>
          </p:cNvCxnSpPr>
          <p:nvPr/>
        </p:nvCxnSpPr>
        <p:spPr>
          <a:xfrm>
            <a:off x="3204617" y="3023170"/>
            <a:ext cx="945352" cy="61615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2C8DC3D-1CA0-EA65-53EB-BA25B162220D}"/>
              </a:ext>
            </a:extLst>
          </p:cNvPr>
          <p:cNvCxnSpPr>
            <a:cxnSpLocks/>
          </p:cNvCxnSpPr>
          <p:nvPr/>
        </p:nvCxnSpPr>
        <p:spPr>
          <a:xfrm flipH="1">
            <a:off x="5099538" y="3322527"/>
            <a:ext cx="190169" cy="41323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77A59BA3-E587-2B8C-F1EA-28D009DC3312}"/>
              </a:ext>
            </a:extLst>
          </p:cNvPr>
          <p:cNvSpPr/>
          <p:nvPr/>
        </p:nvSpPr>
        <p:spPr>
          <a:xfrm>
            <a:off x="5222630" y="3023170"/>
            <a:ext cx="316523" cy="30856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/>
              <a:t>2</a:t>
            </a:r>
            <a:endParaRPr lang="en-GB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401FA9-B563-9C7F-B202-28D8DF9F98DC}"/>
              </a:ext>
            </a:extLst>
          </p:cNvPr>
          <p:cNvSpPr/>
          <p:nvPr/>
        </p:nvSpPr>
        <p:spPr>
          <a:xfrm>
            <a:off x="3046356" y="2868889"/>
            <a:ext cx="316523" cy="30856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/>
              <a:t>1</a:t>
            </a:r>
            <a:endParaRPr lang="en-GB" b="1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D4C8C57-4D83-E72D-8126-26F3299AF1CC}"/>
              </a:ext>
            </a:extLst>
          </p:cNvPr>
          <p:cNvCxnSpPr>
            <a:cxnSpLocks/>
          </p:cNvCxnSpPr>
          <p:nvPr/>
        </p:nvCxnSpPr>
        <p:spPr>
          <a:xfrm flipH="1" flipV="1">
            <a:off x="4866098" y="3777025"/>
            <a:ext cx="581870" cy="96888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3087A41-078B-8E5E-0EA9-D9035E6922E0}"/>
              </a:ext>
            </a:extLst>
          </p:cNvPr>
          <p:cNvSpPr/>
          <p:nvPr/>
        </p:nvSpPr>
        <p:spPr>
          <a:xfrm>
            <a:off x="5289707" y="4591625"/>
            <a:ext cx="316523" cy="30856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/>
              <a:t>3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579897086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FAF026A4-FAA2-4B3F-9818-6FE8267138C8}" vid="{90728898-6A8E-4A9D-99E4-96286F346DC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FAF026A4-FAA2-4B3F-9818-6FE8267138C8}" vid="{40D391B5-CD9D-4991-B15A-0D3091F998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232</TotalTime>
  <Words>437</Words>
  <Application>Microsoft Office PowerPoint</Application>
  <PresentationFormat>Widescreen</PresentationFormat>
  <Paragraphs>95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Aptos</vt:lpstr>
      <vt:lpstr>Aptos (Textkörper)</vt:lpstr>
      <vt:lpstr>Aptos Display</vt:lpstr>
      <vt:lpstr>Arial</vt:lpstr>
      <vt:lpstr>Calibri</vt:lpstr>
      <vt:lpstr>Calibri Light</vt:lpstr>
      <vt:lpstr>Times New Roman</vt:lpstr>
      <vt:lpstr>Benutzerdefiniertes Design</vt:lpstr>
      <vt:lpstr>Office</vt:lpstr>
      <vt:lpstr>List of Contents</vt:lpstr>
      <vt:lpstr>1. Updates for the assembly</vt:lpstr>
      <vt:lpstr>1. Updates for the assembly</vt:lpstr>
      <vt:lpstr>1. Updates for the assembly</vt:lpstr>
      <vt:lpstr>1. Updates for the assembly</vt:lpstr>
      <vt:lpstr>1. Updates for the assembly</vt:lpstr>
      <vt:lpstr>1. Updates for the assembly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Federico De Mita</dc:creator>
  <cp:lastModifiedBy>Federico De Mita</cp:lastModifiedBy>
  <cp:revision>1</cp:revision>
  <dcterms:created xsi:type="dcterms:W3CDTF">2025-12-21T09:34:07Z</dcterms:created>
  <dcterms:modified xsi:type="dcterms:W3CDTF">2025-12-22T18:50:25Z</dcterms:modified>
</cp:coreProperties>
</file>