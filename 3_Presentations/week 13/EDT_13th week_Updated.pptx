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webextensions/webextension2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7" r:id="rId1"/>
    <p:sldMasterId id="2147483725" r:id="rId2"/>
  </p:sldMasterIdLst>
  <p:notesMasterIdLst>
    <p:notesMasterId r:id="rId12"/>
  </p:notesMasterIdLst>
  <p:handoutMasterIdLst>
    <p:handoutMasterId r:id="rId13"/>
  </p:handoutMasterIdLst>
  <p:sldIdLst>
    <p:sldId id="263" r:id="rId3"/>
    <p:sldId id="259" r:id="rId4"/>
    <p:sldId id="305" r:id="rId5"/>
    <p:sldId id="372" r:id="rId6"/>
    <p:sldId id="373" r:id="rId7"/>
    <p:sldId id="306" r:id="rId8"/>
    <p:sldId id="311" r:id="rId9"/>
    <p:sldId id="312" r:id="rId10"/>
    <p:sldId id="269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first slide" id="{EBA04D78-D1FF-49F4-BDD6-03EE135E606E}">
          <p14:sldIdLst>
            <p14:sldId id="263"/>
          </p14:sldIdLst>
        </p14:section>
        <p14:section name="List of contents" id="{65043596-36B7-4360-BB5C-7A99EFAEC5C9}">
          <p14:sldIdLst>
            <p14:sldId id="259"/>
            <p14:sldId id="305"/>
            <p14:sldId id="372"/>
            <p14:sldId id="373"/>
            <p14:sldId id="306"/>
            <p14:sldId id="311"/>
            <p14:sldId id="312"/>
          </p14:sldIdLst>
        </p14:section>
        <p14:section name="Next Step" id="{B26F6679-C236-4D3D-BC2F-CAE5ED400718}">
          <p14:sldIdLst/>
        </p14:section>
        <p14:section name="bibliography" id="{2ECB0A3B-7D16-4F98-AD6A-5308DF7BF078}">
          <p14:sldIdLst>
            <p14:sldId id="26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8ECEFA"/>
    <a:srgbClr val="92C6E6"/>
    <a:srgbClr val="80D2F7"/>
    <a:srgbClr val="7ED1F7"/>
    <a:srgbClr val="A1DFFD"/>
    <a:srgbClr val="C0F5FF"/>
    <a:srgbClr val="3C96FA"/>
    <a:srgbClr val="BDE5F9"/>
    <a:srgbClr val="C1E5F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428" autoAdjust="0"/>
    <p:restoredTop sz="94648"/>
  </p:normalViewPr>
  <p:slideViewPr>
    <p:cSldViewPr snapToGrid="0">
      <p:cViewPr varScale="1">
        <p:scale>
          <a:sx n="83" d="100"/>
          <a:sy n="83" d="100"/>
        </p:scale>
        <p:origin x="201" y="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handoutMaster" Target="handoutMasters/handoutMaster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viewProps" Target="viewProp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>
            <a:extLst>
              <a:ext uri="{FF2B5EF4-FFF2-40B4-BE49-F238E27FC236}">
                <a16:creationId xmlns:a16="http://schemas.microsoft.com/office/drawing/2014/main" id="{F984966E-98CC-6A78-1424-04B6E1F2673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9153D721-EFB9-BC0E-1DC1-4F7A40F3125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D753E7D-EEC7-43DF-AF05-49FE1E0C7B25}" type="datetimeFigureOut">
              <a:rPr lang="de-DE" smtClean="0"/>
              <a:t>22.12.2025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A7BF23EC-0BC1-545E-D00A-3466D800025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de-DE"/>
              <a:t>Aiswarya Vijayan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8716600C-B63A-8960-82FD-8DC4BB46C81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A1B05C7-DCB9-437C-9E32-70E813415345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95097842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0T08:43:09.94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1299 11 24575,'-697'0'0,"662"2"0,0 1 0,0 2 0,0 2 0,1 0 0,0 2 0,1 1 0,0 2 0,-32 16 0,61-27 0,-29 14 0,1 0 0,-46 29 0,68-38 0,1 1 0,0 1 0,1-1 0,-1 2 0,1-2 0,1 3 0,0-1 0,0 0 0,1 1 0,0-1 0,-8 20 0,10-17 0,1 1 0,0-2 0,1 1 0,0 1 0,1-1 0,1 1 0,0 0 0,0-1 0,1 1 0,1-1 0,0 0 0,1 1 0,0-2 0,1 2 0,1-2 0,6 13 0,-7-19 0,0 0 0,0 0 0,1-1 0,0 1 0,0-1 0,0 0 0,0 0 0,1-1 0,0 1 0,-1-1 0,1-1 0,0 1 0,10 2 0,13 4 0,46 9 0,-74-18 0,141 25 0,0-6 0,1-6 0,170-4 0,-237-9 0,-31 0 0,82-8 0,-112 6 0,1-2 0,-1 1 0,0-1 0,0-1 0,0-1 0,-1 0 0,0 0 0,0-2 0,13-9 0,32-19 0,-40 25 0,-1 0 0,0-2 0,24-19 0,-31 21 0,0 0 0,-1 0 0,0-2 0,-1 1 0,-1-1 0,0 0 0,0 0 0,10-28 0,-15 31 0,-1 1 0,1-1 0,-2 0 0,1 0 0,-2 0 0,1 0 0,-1 0 0,-1 0 0,0 1 0,0-2 0,-1 2 0,-1-1 0,1 1 0,-7-15 0,5 15 1,0 2 0,-1-1 0,0 0 0,0 1 0,-1 0 0,0 0 0,0 1 0,0-1 0,-11-6 0,-5-3-5,-43-23-1,-8-4-1361,59 33-5460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0T08:43:14.87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0 177 24575,'721'0'-1365,"-685"0"-5461</inkml:trace>
  <inkml:trace contextRef="#ctx0" brushRef="#br0" timeOffset="1788.01">912 0 24575,'4'2'0,"1"-1"0,0 1 0,0 0 0,0 1 0,0-1 0,-1 1 0,1 0 0,-1 0 0,8 6 0,11 7 0,43 16 0,18 9 0,-81-39-4,0 0 0,-1 0 0,1 0-1,-1 0 1,0 0 0,0 0 0,0 1-1,0-1 1,0 1 0,0-1 0,0 1-1,-1 0 1,0 0 0,1 0 0,-1 0 0,0 0-1,0 0 1,0 3 0,-1 0 24,1-2 0,-1 2 0,-1 0 0,1-1 0,-1 0 0,0 1 0,0-1 0,0 0 0,-4 9 0,-3 2-268,0 0 1,0-1-1,-2-1 1,0 1-1,-17 17 1,10-12-6579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0T08:43:14.87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0 177 24575,'721'0'-1365,"-685"0"-5461</inkml:trace>
  <inkml:trace contextRef="#ctx0" brushRef="#br0" timeOffset="1788.01">912 0 24575,'4'2'0,"1"-1"0,0 1 0,0 0 0,0 1 0,0-1 0,-1 1 0,1 0 0,-1 0 0,8 6 0,11 7 0,43 16 0,18 9 0,-81-39-4,0 0 0,-1 0 0,1 0-1,-1 0 1,0 0 0,0 0 0,0 1-1,0-1 1,0 1 0,0-1 0,0 1-1,-1 0 1,0 0 0,1 0 0,-1 0 0,0 0-1,0 0 1,0 3 0,-1 0 24,1-2 0,-1 2 0,-1 0 0,1-1 0,-1 0 0,0 1 0,0-1 0,0 0 0,-4 9 0,-3 2-268,0 0 1,0-1-1,-2-1 1,0 1-1,-17 17 1,10-12-6579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0T08:43:14.87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0 177 24575,'721'0'-1365,"-685"0"-5461</inkml:trace>
  <inkml:trace contextRef="#ctx0" brushRef="#br0" timeOffset="1788.01">912 0 24575,'4'2'0,"1"-1"0,0 1 0,0 0 0,0 1 0,0-1 0,-1 1 0,1 0 0,-1 0 0,8 6 0,11 7 0,43 16 0,18 9 0,-81-39-4,0 0 0,-1 0 0,1 0-1,-1 0 1,0 0 0,0 0 0,0 1-1,0-1 1,0 1 0,0-1 0,0 1-1,-1 0 1,0 0 0,1 0 0,-1 0 0,0 0-1,0 0 1,0 3 0,-1 0 24,1-2 0,-1 2 0,-1 0 0,1-1 0,-1 0 0,0 1 0,0-1 0,0 0 0,-4 9 0,-3 2-268,0 0 1,0-1-1,-2-1 1,0 1-1,-17 17 1,10-12-6579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2T11:59:36.82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1299 11 24575,'-697'0'0,"662"2"0,0 1 0,0 2 0,0 2 0,1 0 0,0 2 0,1 1 0,0 2 0,-32 16 0,61-27 0,-29 14 0,1 0 0,-46 29 0,68-38 0,1 1 0,0 1 0,1-1 0,-1 2 0,1-2 0,1 3 0,0-1 0,0 0 0,1 1 0,0-1 0,-8 20 0,10-17 0,1 1 0,0-2 0,1 1 0,0 1 0,1-1 0,1 1 0,0 0 0,0-1 0,1 1 0,1-1 0,0 0 0,1 1 0,0-2 0,1 2 0,1-2 0,6 13 0,-7-19 0,0 0 0,0 0 0,1-1 0,0 1 0,0-1 0,0 0 0,0 0 0,1-1 0,0 1 0,-1-1 0,1-1 0,0 1 0,10 2 0,13 4 0,46 9 0,-74-18 0,141 25 0,0-6 0,1-6 0,170-4 0,-237-9 0,-31 0 0,82-8 0,-112 6 0,1-2 0,-1 1 0,0-1 0,0-1 0,0-1 0,-1 0 0,0 0 0,0-2 0,13-9 0,32-19 0,-40 25 0,-1 0 0,0-2 0,24-19 0,-31 21 0,0 0 0,-1 0 0,0-2 0,-1 1 0,-1-1 0,0 0 0,0 0 0,10-28 0,-15 31 0,-1 1 0,1-1 0,-2 0 0,1 0 0,-2 0 0,1 0 0,-1 0 0,-1 0 0,0 1 0,0-2 0,-1 2 0,-1-1 0,1 1 0,-7-15 0,5 15 1,0 2 0,-1-1 0,0 0 0,0 1 0,-1 0 0,0 0 0,0 1 0,0-1 0,-11-6 0,-5-3-5,-43-23-1,-8-4-1361,59 33-5460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2T11:59:38.65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1299 11 24575,'-697'0'0,"662"2"0,0 1 0,0 2 0,0 2 0,1 0 0,0 2 0,1 1 0,0 2 0,-32 16 0,61-27 0,-29 14 0,1 0 0,-46 29 0,68-38 0,1 1 0,0 1 0,1-1 0,-1 2 0,1-2 0,1 3 0,0-1 0,0 0 0,1 1 0,0-1 0,-8 20 0,10-17 0,1 1 0,0-2 0,1 1 0,0 1 0,1-1 0,1 1 0,0 0 0,0-1 0,1 1 0,1-1 0,0 0 0,1 1 0,0-2 0,1 2 0,1-2 0,6 13 0,-7-19 0,0 0 0,0 0 0,1-1 0,0 1 0,0-1 0,0 0 0,0 0 0,1-1 0,0 1 0,-1-1 0,1-1 0,0 1 0,10 2 0,13 4 0,46 9 0,-74-18 0,141 25 0,0-6 0,1-6 0,170-4 0,-237-9 0,-31 0 0,82-8 0,-112 6 0,1-2 0,-1 1 0,0-1 0,0-1 0,0-1 0,-1 0 0,0 0 0,0-2 0,13-9 0,32-19 0,-40 25 0,-1 0 0,0-2 0,24-19 0,-31 21 0,0 0 0,-1 0 0,0-2 0,-1 1 0,-1-1 0,0 0 0,0 0 0,10-28 0,-15 31 0,-1 1 0,1-1 0,-2 0 0,1 0 0,-2 0 0,1 0 0,-1 0 0,-1 0 0,0 1 0,0-2 0,-1 2 0,-1-1 0,1 1 0,-7-15 0,5 15 1,0 2 0,-1-1 0,0 0 0,0 1 0,-1 0 0,0 0 0,0 1 0,0-1 0,-11-6 0,-5-3-5,-43-23-1,-8-4-1361,59 33-5460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0T08:44:17.152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2373 60 24575,'0'0'0,"0"0"0,0-1 0,0 1 0,-1-1 0,1 0 0,0 1 0,-1-1 0,1 0 0,0 1 0,-1-1 0,1 1 0,-1-1 0,1 1 0,-2-1 0,2 1 0,-1-1 0,0 1 0,1-1 0,-2 1 0,1 0 0,1 0 0,-1-1 0,1 1 0,0 0 0,-1 0 0,0 0 0,0-1 0,-26-4 0,21 4 0,-156-10 0,-204 9 0,182 4 0,-108-4 0,-272 5 0,536-2 0,1 1 0,-1 1 0,0 1 0,1 3 0,0 0 0,1 0 0,0 3 0,-1 0 0,2 2 0,0 0 0,1 2 0,-1 1 0,3 0 0,0 2 0,0 0 0,1 1 0,1 3 0,-19 22 0,13-8 0,-173 242 0,191-260 0,2-2 0,-1 4 0,1-2 0,2 0 0,-1 0 0,-1 31 0,6-42 0,1 0 0,0 0 0,0 1 0,0-1 0,1 1 0,-1-3 0,2 1 0,0 0 0,-1 2 0,1-3 0,0 1 0,0 0 0,2 0 0,-2 0 0,1-1 0,0 2 0,5 1 0,4 4 0,-2 0 0,1-1 0,1 0 0,1 0 0,18 8 0,-3-7 0,2-2 0,0-1 0,1 0 0,0-4 0,-3 1 0,54-1 0,11 3 0,626 12 0,-468-23 0,-31 15 0,225 39 0,-300-29 0,-42-4 0,190 6 0,-237-23 0,207-13 0,-236 10 0,0-2 0,0-2 0,0 1 0,-1-2 0,0-3 0,0 1 0,29-19 0,-37 19 0,-1-1 0,-1 0 0,1 1 0,-2-1 0,1-1 0,-2-2 0,0 1 0,17-22 0,-25 25 0,3 0 0,-4-1 0,1 0 0,-1-1 0,-1 0 0,1 0 0,-1 1 0,-1-1 0,-1-1 0,1 0 0,-2 0 0,0-1 0,-1 3 0,0-3 0,-1 1 0,0-1 0,-1 4 0,-1-4 0,0 1 0,1 0 0,-4 0 0,2 0 0,0 1 0,-3 0 0,0-1 0,1 4 0,-2-3 0,0 1 0,1 0 0,-4 0 0,3 1 0,-1 2 0,-1-4 0,-1 3 0,-11-8 0,-88-56 0,67 43 0,-50-39 0,58 41 0,-1 0 0,-2 3 0,-57-31 0,69 44 0,1 0 0,-1 1 0,-1 3 0,0 0 0,0 1 0,-54-7 0,-458-45 0,503 57-1365,7 0-5461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0T08:44:30.77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1048 90 24575,'-9'-1'0,"1"0"0,0-1 0,0-1 0,0 1 0,0-1 0,0-1 0,-10-5 0,-9-4 0,-2 2 0,1 2 0,-1 0 0,0 2 0,-1 2 0,0 0 0,0 2 0,-40 1 0,43 2 0,-22 0 0,-61 7 0,93-4 0,-1 0 0,0 1 0,1 1 0,0 1 0,0 1 0,0 0 0,-15 9 0,24-11 0,-25 12 0,1 2 0,1 2 0,1 0 0,0 2 0,2 1 0,-29 32 0,46-39 0,1 0 0,0 1 0,1 1 0,1 0 0,-9 30 0,9-27 0,7-18 0,-1-1 0,1 1 0,0-1 0,0 1 0,0-1 0,0 1 0,1 0 0,-1-1 0,1 1 0,0 0 0,0 0 0,0-1 0,1 1 0,-1 0 0,1-1 0,0 1 0,0 0 0,0-1 0,0 1 0,1-1 0,0 0 0,-1 1 0,1-1 0,0 0 0,1 0 0,-1 0 0,0 0 0,1-1 0,0 1 0,0-1 0,-1 1 0,2-1 0,-1 0 0,0 0 0,0 0 0,0-1 0,1 1 0,-1-1 0,1 0 0,-1 0 0,1 0 0,7 1 0,111 13 0,1-4 0,138-8 0,-237-3 0,88 3 0,-53 0 0,0-3 0,95-12 0,-148 11 0,-1 0 0,1-1 0,0 1 0,-1-2 0,0 1 0,1 0 0,-1-1 0,0 0 0,0 0 0,-1-1 0,1 0 0,-1 1 0,1-1 0,-1-1 0,-1 1 0,1-1 0,0 1 0,-1-1 0,0 0 0,0 0 0,-1 0 0,1-1 0,-1 1 0,0-1 0,-1 1 0,3-12 0,0-12 0,-1 0 0,-1 0 0,-1 0 0,-5-37 0,2 13 0,2 24-1365,0 4-5461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0T08:44:30.77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1048 90 24575,'-9'-1'0,"1"0"0,0-1 0,0-1 0,0 1 0,0-1 0,0-1 0,-10-5 0,-9-4 0,-2 2 0,1 2 0,-1 0 0,0 2 0,-1 2 0,0 0 0,0 2 0,-40 1 0,43 2 0,-22 0 0,-61 7 0,93-4 0,-1 0 0,0 1 0,1 1 0,0 1 0,0 1 0,0 0 0,-15 9 0,24-11 0,-25 12 0,1 2 0,1 2 0,1 0 0,0 2 0,2 1 0,-29 32 0,46-39 0,1 0 0,0 1 0,1 1 0,1 0 0,-9 30 0,9-27 0,7-18 0,-1-1 0,1 1 0,0-1 0,0 1 0,0-1 0,0 1 0,1 0 0,-1-1 0,1 1 0,0 0 0,0 0 0,0-1 0,1 1 0,-1 0 0,1-1 0,0 1 0,0 0 0,0-1 0,0 1 0,1-1 0,0 0 0,-1 1 0,1-1 0,0 0 0,1 0 0,-1 0 0,0 0 0,1-1 0,0 1 0,0-1 0,-1 1 0,2-1 0,-1 0 0,0 0 0,0 0 0,0-1 0,1 1 0,-1-1 0,1 0 0,-1 0 0,1 0 0,7 1 0,111 13 0,1-4 0,138-8 0,-237-3 0,88 3 0,-53 0 0,0-3 0,95-12 0,-148 11 0,-1 0 0,1-1 0,0 1 0,-1-2 0,0 1 0,1 0 0,-1-1 0,0 0 0,0 0 0,-1-1 0,1 0 0,-1 1 0,1-1 0,-1-1 0,-1 1 0,1-1 0,0 1 0,-1-1 0,0 0 0,0 0 0,-1 0 0,1-1 0,-1 1 0,0-1 0,-1 1 0,3-12 0,0-12 0,-1 0 0,-1 0 0,-1 0 0,-5-37 0,2 13 0,2 24-1365,0 4-5461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0T08:44:30.77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1048 90 24575,'-9'-1'0,"1"0"0,0-1 0,0-1 0,0 1 0,0-1 0,0-1 0,-10-5 0,-9-4 0,-2 2 0,1 2 0,-1 0 0,0 2 0,-1 2 0,0 0 0,0 2 0,-40 1 0,43 2 0,-22 0 0,-61 7 0,93-4 0,-1 0 0,0 1 0,1 1 0,0 1 0,0 1 0,0 0 0,-15 9 0,24-11 0,-25 12 0,1 2 0,1 2 0,1 0 0,0 2 0,2 1 0,-29 32 0,46-39 0,1 0 0,0 1 0,1 1 0,1 0 0,-9 30 0,9-27 0,7-18 0,-1-1 0,1 1 0,0-1 0,0 1 0,0-1 0,0 1 0,1 0 0,-1-1 0,1 1 0,0 0 0,0 0 0,0-1 0,1 1 0,-1 0 0,1-1 0,0 1 0,0 0 0,0-1 0,0 1 0,1-1 0,0 0 0,-1 1 0,1-1 0,0 0 0,1 0 0,-1 0 0,0 0 0,1-1 0,0 1 0,0-1 0,-1 1 0,2-1 0,-1 0 0,0 0 0,0 0 0,0-1 0,1 1 0,-1-1 0,1 0 0,-1 0 0,1 0 0,7 1 0,111 13 0,1-4 0,138-8 0,-237-3 0,88 3 0,-53 0 0,0-3 0,95-12 0,-148 11 0,-1 0 0,1-1 0,0 1 0,-1-2 0,0 1 0,1 0 0,-1-1 0,0 0 0,0 0 0,-1-1 0,1 0 0,-1 1 0,1-1 0,-1-1 0,-1 1 0,1-1 0,0 1 0,-1-1 0,0 0 0,0 0 0,-1 0 0,1-1 0,-1 1 0,0-1 0,-1 1 0,3-12 0,0-12 0,-1 0 0,-1 0 0,-1 0 0,-5-37 0,2 13 0,2 24-1365,0 4-5461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652B7C8-164C-4140-932B-122F288D33CD}" type="datetimeFigureOut">
              <a:rPr lang="en-GB" smtClean="0"/>
              <a:t>22/12/2025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GB"/>
              <a:t>Aiswarya Vijayan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A23327E-A3FE-4279-B080-AD6DAF9EDC3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75679127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文本框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24" name="文本框"/>
          <p:cNvSpPr>
            <a:spLocks noGrp="1"/>
          </p:cNvSpPr>
          <p:nvPr>
            <p:ph type="sldNum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Aptos" charset="0"/>
                <a:ea typeface="等线" charset="0"/>
                <a:cs typeface="Aptos" charset="0"/>
              </a:rPr>
              <a:t>9</a:t>
            </a:fld>
            <a:endParaRPr lang="zh-CN" altLang="en-US" sz="1200">
              <a:latin typeface="Aptos" charset="0"/>
              <a:ea typeface="等线" charset="0"/>
              <a:cs typeface="Aptos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7E49688-41AC-DE61-6A14-1E1D413817DE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GB"/>
              <a:t>Aiswarya Vijayan</a:t>
            </a:r>
          </a:p>
        </p:txBody>
      </p:sp>
    </p:spTree>
    <p:extLst>
      <p:ext uri="{BB962C8B-B14F-4D97-AF65-F5344CB8AC3E}">
        <p14:creationId xmlns:p14="http://schemas.microsoft.com/office/powerpoint/2010/main" val="18866199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jpe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mybib.com/tools/ieee-citation-generator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mybib.com/tools/ieee-citation-generator" TargetMode="External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 slide 1">
    <p:bg>
      <p:bgPr>
        <a:blipFill dpi="0" rotWithShape="1">
          <a:blip r:embed="rId2">
            <a:lum/>
          </a:blip>
          <a:srcRect/>
          <a:stretch>
            <a:fillRect l="-10000" r="-10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A7E6E28C-7B17-1432-D698-5D8867EE337B}"/>
              </a:ext>
            </a:extLst>
          </p:cNvPr>
          <p:cNvSpPr txBox="1">
            <a:spLocks/>
          </p:cNvSpPr>
          <p:nvPr/>
        </p:nvSpPr>
        <p:spPr>
          <a:xfrm>
            <a:off x="1412841" y="2281143"/>
            <a:ext cx="9144000" cy="912598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6600" b="1" i="0" u="none" strike="noStrike" kern="1200" cap="none" spc="0" normalizeH="0" baseline="0" noProof="0">
                <a:ln/>
                <a:solidFill>
                  <a:srgbClr val="156082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Optimus Syria</a:t>
            </a:r>
            <a:endParaRPr kumimoji="0" lang="en-GB" sz="6600" b="1" i="0" u="none" strike="noStrike" kern="1200" cap="none" spc="0" normalizeH="0" baseline="0" noProof="0">
              <a:ln/>
              <a:solidFill>
                <a:srgbClr val="156082"/>
              </a:solidFill>
              <a:effectLst/>
              <a:uLnTx/>
              <a:uFillTx/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pic>
        <p:nvPicPr>
          <p:cNvPr id="9" name="Picture 8" descr="Hochschule Flensburg (Fachhochschule) – Wikipedia">
            <a:extLst>
              <a:ext uri="{FF2B5EF4-FFF2-40B4-BE49-F238E27FC236}">
                <a16:creationId xmlns:a16="http://schemas.microsoft.com/office/drawing/2014/main" id="{A98E8D30-71DB-C779-1E77-2B8D1F3246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577870" y="80932"/>
            <a:ext cx="2518129" cy="1672124"/>
          </a:xfrm>
          <a:custGeom>
            <a:avLst/>
            <a:gdLst/>
            <a:ahLst/>
            <a:cxnLst/>
            <a:rect l="l" t="t" r="r" b="b"/>
            <a:pathLst>
              <a:path w="2028107" h="1916009">
                <a:moveTo>
                  <a:pt x="35370" y="0"/>
                </a:moveTo>
                <a:lnTo>
                  <a:pt x="1992737" y="0"/>
                </a:lnTo>
                <a:cubicBezTo>
                  <a:pt x="2012271" y="0"/>
                  <a:pt x="2028107" y="15836"/>
                  <a:pt x="2028107" y="35370"/>
                </a:cubicBezTo>
                <a:lnTo>
                  <a:pt x="2028107" y="1880639"/>
                </a:lnTo>
                <a:cubicBezTo>
                  <a:pt x="2028107" y="1900173"/>
                  <a:pt x="2012271" y="1916009"/>
                  <a:pt x="1992737" y="1916009"/>
                </a:cubicBezTo>
                <a:lnTo>
                  <a:pt x="35370" y="1916009"/>
                </a:lnTo>
                <a:cubicBezTo>
                  <a:pt x="15836" y="1916009"/>
                  <a:pt x="0" y="1900173"/>
                  <a:pt x="0" y="1880639"/>
                </a:cubicBezTo>
                <a:lnTo>
                  <a:pt x="0" y="35370"/>
                </a:lnTo>
                <a:cubicBezTo>
                  <a:pt x="0" y="15836"/>
                  <a:pt x="15836" y="0"/>
                  <a:pt x="35370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14" descr="A black background with blue text&#10;&#10;AI-generated content may be incorrect.">
            <a:extLst>
              <a:ext uri="{FF2B5EF4-FFF2-40B4-BE49-F238E27FC236}">
                <a16:creationId xmlns:a16="http://schemas.microsoft.com/office/drawing/2014/main" id="{7FC9E882-BB5D-1CC3-9AD4-1ADE555B83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095999" y="330186"/>
            <a:ext cx="3586922" cy="1040207"/>
          </a:xfrm>
          <a:custGeom>
            <a:avLst/>
            <a:gdLst/>
            <a:ahLst/>
            <a:cxnLst/>
            <a:rect l="l" t="t" r="r" b="b"/>
            <a:pathLst>
              <a:path w="2028107" h="1916009">
                <a:moveTo>
                  <a:pt x="35370" y="0"/>
                </a:moveTo>
                <a:lnTo>
                  <a:pt x="1992737" y="0"/>
                </a:lnTo>
                <a:cubicBezTo>
                  <a:pt x="2012271" y="0"/>
                  <a:pt x="2028107" y="15836"/>
                  <a:pt x="2028107" y="35370"/>
                </a:cubicBezTo>
                <a:lnTo>
                  <a:pt x="2028107" y="1880639"/>
                </a:lnTo>
                <a:cubicBezTo>
                  <a:pt x="2028107" y="1900173"/>
                  <a:pt x="2012271" y="1916009"/>
                  <a:pt x="1992737" y="1916009"/>
                </a:cubicBezTo>
                <a:lnTo>
                  <a:pt x="35370" y="1916009"/>
                </a:lnTo>
                <a:cubicBezTo>
                  <a:pt x="15836" y="1916009"/>
                  <a:pt x="0" y="1900173"/>
                  <a:pt x="0" y="1880639"/>
                </a:cubicBezTo>
                <a:lnTo>
                  <a:pt x="0" y="35370"/>
                </a:lnTo>
                <a:cubicBezTo>
                  <a:pt x="0" y="15836"/>
                  <a:pt x="15836" y="0"/>
                  <a:pt x="35370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Grafik 10">
            <a:extLst>
              <a:ext uri="{FF2B5EF4-FFF2-40B4-BE49-F238E27FC236}">
                <a16:creationId xmlns:a16="http://schemas.microsoft.com/office/drawing/2014/main" id="{3EFF5A11-92DF-BC35-55CA-EECA202C55B3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4671"/>
          <a:stretch/>
        </p:blipFill>
        <p:spPr>
          <a:xfrm>
            <a:off x="135741" y="211147"/>
            <a:ext cx="3179298" cy="1541909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12" name="Picture 6">
            <a:extLst>
              <a:ext uri="{FF2B5EF4-FFF2-40B4-BE49-F238E27FC236}">
                <a16:creationId xmlns:a16="http://schemas.microsoft.com/office/drawing/2014/main" id="{D0057AC6-E958-18E0-BF43-7A806C66C90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42029" y="191498"/>
            <a:ext cx="2355285" cy="2150053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18" name="Free-form: Shape 13">
            <a:extLst>
              <a:ext uri="{FF2B5EF4-FFF2-40B4-BE49-F238E27FC236}">
                <a16:creationId xmlns:a16="http://schemas.microsoft.com/office/drawing/2014/main" id="{233C0D9D-B26B-1DCE-8493-626ABDD067F7}"/>
              </a:ext>
            </a:extLst>
          </p:cNvPr>
          <p:cNvSpPr/>
          <p:nvPr/>
        </p:nvSpPr>
        <p:spPr>
          <a:xfrm>
            <a:off x="-7749" y="5526425"/>
            <a:ext cx="12218376" cy="728256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8414099 w 9478107"/>
              <a:gd name="connsiteY4" fmla="*/ 797823 h 1273677"/>
              <a:gd name="connsiteX5" fmla="*/ 9478107 w 9478107"/>
              <a:gd name="connsiteY5" fmla="*/ 350485 h 1273677"/>
              <a:gd name="connsiteX6" fmla="*/ 9469315 w 9478107"/>
              <a:gd name="connsiteY6" fmla="*/ 1256093 h 1273677"/>
              <a:gd name="connsiteX7" fmla="*/ 7253653 w 9478107"/>
              <a:gd name="connsiteY7" fmla="*/ 1247300 h 1273677"/>
              <a:gd name="connsiteX8" fmla="*/ 4826976 w 9478107"/>
              <a:gd name="connsiteY8" fmla="*/ 1273677 h 1273677"/>
              <a:gd name="connsiteX9" fmla="*/ 2751992 w 9478107"/>
              <a:gd name="connsiteY9" fmla="*/ 1264885 h 1273677"/>
              <a:gd name="connsiteX10" fmla="*/ 0 w 9478107"/>
              <a:gd name="connsiteY10" fmla="*/ 1212131 h 1273677"/>
              <a:gd name="connsiteX11" fmla="*/ 8792 w 9478107"/>
              <a:gd name="connsiteY11" fmla="*/ 350485 h 1273677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98612"/>
              <a:gd name="connsiteY0" fmla="*/ 463370 h 1386562"/>
              <a:gd name="connsiteX1" fmla="*/ 2057399 w 9498612"/>
              <a:gd name="connsiteY1" fmla="*/ 419408 h 1386562"/>
              <a:gd name="connsiteX2" fmla="*/ 4457699 w 9498612"/>
              <a:gd name="connsiteY2" fmla="*/ 489747 h 1386562"/>
              <a:gd name="connsiteX3" fmla="*/ 7009426 w 9498612"/>
              <a:gd name="connsiteY3" fmla="*/ 98357 h 1386562"/>
              <a:gd name="connsiteX4" fmla="*/ 8414099 w 9498612"/>
              <a:gd name="connsiteY4" fmla="*/ 910708 h 1386562"/>
              <a:gd name="connsiteX5" fmla="*/ 9498612 w 9498612"/>
              <a:gd name="connsiteY5" fmla="*/ 200892 h 1386562"/>
              <a:gd name="connsiteX6" fmla="*/ 9469315 w 9498612"/>
              <a:gd name="connsiteY6" fmla="*/ 1368978 h 1386562"/>
              <a:gd name="connsiteX7" fmla="*/ 7253653 w 9498612"/>
              <a:gd name="connsiteY7" fmla="*/ 1360185 h 1386562"/>
              <a:gd name="connsiteX8" fmla="*/ 4826976 w 9498612"/>
              <a:gd name="connsiteY8" fmla="*/ 1386562 h 1386562"/>
              <a:gd name="connsiteX9" fmla="*/ 2751992 w 9498612"/>
              <a:gd name="connsiteY9" fmla="*/ 1377770 h 1386562"/>
              <a:gd name="connsiteX10" fmla="*/ 0 w 9498612"/>
              <a:gd name="connsiteY10" fmla="*/ 1325016 h 1386562"/>
              <a:gd name="connsiteX11" fmla="*/ 8792 w 9498612"/>
              <a:gd name="connsiteY11" fmla="*/ 463370 h 1386562"/>
              <a:gd name="connsiteX0" fmla="*/ 8792 w 9498612"/>
              <a:gd name="connsiteY0" fmla="*/ 444298 h 1367490"/>
              <a:gd name="connsiteX1" fmla="*/ 2057399 w 9498612"/>
              <a:gd name="connsiteY1" fmla="*/ 400336 h 1367490"/>
              <a:gd name="connsiteX2" fmla="*/ 4320995 w 9498612"/>
              <a:gd name="connsiteY2" fmla="*/ 695656 h 1367490"/>
              <a:gd name="connsiteX3" fmla="*/ 7009426 w 9498612"/>
              <a:gd name="connsiteY3" fmla="*/ 79285 h 1367490"/>
              <a:gd name="connsiteX4" fmla="*/ 8414099 w 9498612"/>
              <a:gd name="connsiteY4" fmla="*/ 891636 h 1367490"/>
              <a:gd name="connsiteX5" fmla="*/ 9498612 w 9498612"/>
              <a:gd name="connsiteY5" fmla="*/ 181820 h 1367490"/>
              <a:gd name="connsiteX6" fmla="*/ 9469315 w 9498612"/>
              <a:gd name="connsiteY6" fmla="*/ 1349906 h 1367490"/>
              <a:gd name="connsiteX7" fmla="*/ 7253653 w 9498612"/>
              <a:gd name="connsiteY7" fmla="*/ 1341113 h 1367490"/>
              <a:gd name="connsiteX8" fmla="*/ 4826976 w 9498612"/>
              <a:gd name="connsiteY8" fmla="*/ 1367490 h 1367490"/>
              <a:gd name="connsiteX9" fmla="*/ 2751992 w 9498612"/>
              <a:gd name="connsiteY9" fmla="*/ 1358698 h 1367490"/>
              <a:gd name="connsiteX10" fmla="*/ 0 w 9498612"/>
              <a:gd name="connsiteY10" fmla="*/ 1305944 h 1367490"/>
              <a:gd name="connsiteX11" fmla="*/ 8792 w 9498612"/>
              <a:gd name="connsiteY11" fmla="*/ 444298 h 1367490"/>
              <a:gd name="connsiteX0" fmla="*/ 8792 w 9498612"/>
              <a:gd name="connsiteY0" fmla="*/ 428789 h 1351981"/>
              <a:gd name="connsiteX1" fmla="*/ 2057399 w 9498612"/>
              <a:gd name="connsiteY1" fmla="*/ 384827 h 1351981"/>
              <a:gd name="connsiteX2" fmla="*/ 3698995 w 9498612"/>
              <a:gd name="connsiteY2" fmla="*/ 961374 h 1351981"/>
              <a:gd name="connsiteX3" fmla="*/ 7009426 w 9498612"/>
              <a:gd name="connsiteY3" fmla="*/ 63776 h 1351981"/>
              <a:gd name="connsiteX4" fmla="*/ 8414099 w 9498612"/>
              <a:gd name="connsiteY4" fmla="*/ 876127 h 1351981"/>
              <a:gd name="connsiteX5" fmla="*/ 9498612 w 9498612"/>
              <a:gd name="connsiteY5" fmla="*/ 166311 h 1351981"/>
              <a:gd name="connsiteX6" fmla="*/ 9469315 w 9498612"/>
              <a:gd name="connsiteY6" fmla="*/ 1334397 h 1351981"/>
              <a:gd name="connsiteX7" fmla="*/ 7253653 w 9498612"/>
              <a:gd name="connsiteY7" fmla="*/ 1325604 h 1351981"/>
              <a:gd name="connsiteX8" fmla="*/ 4826976 w 9498612"/>
              <a:gd name="connsiteY8" fmla="*/ 1351981 h 1351981"/>
              <a:gd name="connsiteX9" fmla="*/ 2751992 w 9498612"/>
              <a:gd name="connsiteY9" fmla="*/ 1343189 h 1351981"/>
              <a:gd name="connsiteX10" fmla="*/ 0 w 9498612"/>
              <a:gd name="connsiteY10" fmla="*/ 1290435 h 1351981"/>
              <a:gd name="connsiteX11" fmla="*/ 8792 w 9498612"/>
              <a:gd name="connsiteY11" fmla="*/ 428789 h 1351981"/>
              <a:gd name="connsiteX0" fmla="*/ 8792 w 9498612"/>
              <a:gd name="connsiteY0" fmla="*/ 595005 h 1518197"/>
              <a:gd name="connsiteX1" fmla="*/ 2057399 w 9498612"/>
              <a:gd name="connsiteY1" fmla="*/ 551043 h 1518197"/>
              <a:gd name="connsiteX2" fmla="*/ 3698995 w 9498612"/>
              <a:gd name="connsiteY2" fmla="*/ 1127590 h 1518197"/>
              <a:gd name="connsiteX3" fmla="*/ 5386116 w 9498612"/>
              <a:gd name="connsiteY3" fmla="*/ 48678 h 1518197"/>
              <a:gd name="connsiteX4" fmla="*/ 7009426 w 9498612"/>
              <a:gd name="connsiteY4" fmla="*/ 229992 h 1518197"/>
              <a:gd name="connsiteX5" fmla="*/ 8414099 w 9498612"/>
              <a:gd name="connsiteY5" fmla="*/ 1042343 h 1518197"/>
              <a:gd name="connsiteX6" fmla="*/ 9498612 w 9498612"/>
              <a:gd name="connsiteY6" fmla="*/ 332527 h 1518197"/>
              <a:gd name="connsiteX7" fmla="*/ 9469315 w 9498612"/>
              <a:gd name="connsiteY7" fmla="*/ 1500613 h 1518197"/>
              <a:gd name="connsiteX8" fmla="*/ 7253653 w 9498612"/>
              <a:gd name="connsiteY8" fmla="*/ 1491820 h 1518197"/>
              <a:gd name="connsiteX9" fmla="*/ 4826976 w 9498612"/>
              <a:gd name="connsiteY9" fmla="*/ 1518197 h 1518197"/>
              <a:gd name="connsiteX10" fmla="*/ 2751992 w 9498612"/>
              <a:gd name="connsiteY10" fmla="*/ 1509405 h 1518197"/>
              <a:gd name="connsiteX11" fmla="*/ 0 w 9498612"/>
              <a:gd name="connsiteY11" fmla="*/ 1456651 h 1518197"/>
              <a:gd name="connsiteX12" fmla="*/ 8792 w 9498612"/>
              <a:gd name="connsiteY12" fmla="*/ 595005 h 1518197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9498612" h="1552908">
                <a:moveTo>
                  <a:pt x="8792" y="629716"/>
                </a:moveTo>
                <a:cubicBezTo>
                  <a:pt x="671146" y="635577"/>
                  <a:pt x="973014" y="-123492"/>
                  <a:pt x="2057399" y="585754"/>
                </a:cubicBezTo>
                <a:cubicBezTo>
                  <a:pt x="3282459" y="1283277"/>
                  <a:pt x="3144209" y="1246028"/>
                  <a:pt x="3698995" y="1162301"/>
                </a:cubicBezTo>
                <a:cubicBezTo>
                  <a:pt x="4253781" y="1078574"/>
                  <a:pt x="4834377" y="232989"/>
                  <a:pt x="5386116" y="83389"/>
                </a:cubicBezTo>
                <a:cubicBezTo>
                  <a:pt x="5937855" y="-66211"/>
                  <a:pt x="6463751" y="-19649"/>
                  <a:pt x="7009426" y="264703"/>
                </a:cubicBezTo>
                <a:cubicBezTo>
                  <a:pt x="7646042" y="612966"/>
                  <a:pt x="8003791" y="1075589"/>
                  <a:pt x="8414099" y="1077054"/>
                </a:cubicBezTo>
                <a:cubicBezTo>
                  <a:pt x="8824407" y="1078519"/>
                  <a:pt x="9320464" y="250238"/>
                  <a:pt x="9498612" y="367238"/>
                </a:cubicBezTo>
                <a:cubicBezTo>
                  <a:pt x="9495681" y="669107"/>
                  <a:pt x="9472246" y="1233455"/>
                  <a:pt x="9469315" y="1535324"/>
                </a:cubicBezTo>
                <a:lnTo>
                  <a:pt x="7253653" y="1526531"/>
                </a:lnTo>
                <a:lnTo>
                  <a:pt x="4826976" y="1552908"/>
                </a:lnTo>
                <a:lnTo>
                  <a:pt x="2751992" y="1544116"/>
                </a:lnTo>
                <a:lnTo>
                  <a:pt x="0" y="1491362"/>
                </a:lnTo>
                <a:cubicBezTo>
                  <a:pt x="2931" y="1207077"/>
                  <a:pt x="-2932" y="931585"/>
                  <a:pt x="8792" y="629716"/>
                </a:cubicBezTo>
                <a:close/>
              </a:path>
            </a:pathLst>
          </a:custGeom>
          <a:gradFill>
            <a:gsLst>
              <a:gs pos="0">
                <a:srgbClr val="EFFCFF"/>
              </a:gs>
              <a:gs pos="50000">
                <a:srgbClr val="0F9ED5">
                  <a:lumMod val="40000"/>
                  <a:lumOff val="60000"/>
                </a:srgbClr>
              </a:gs>
              <a:gs pos="100000">
                <a:sysClr val="window" lastClr="FFFFFF"/>
              </a:gs>
            </a:gsLst>
            <a:lin ang="5400000" scaled="1"/>
          </a:gradFill>
          <a:ln w="19050" cap="flat" cmpd="sng" algn="ctr">
            <a:solidFill>
              <a:sysClr val="window" lastClr="FFFFFF"/>
            </a:solidFill>
            <a:prstDash val="solid"/>
            <a:miter lim="800000"/>
          </a:ln>
          <a:effectLst>
            <a:glow>
              <a:srgbClr val="FFFF00"/>
            </a:glow>
            <a:outerShdw algn="ctr" rotWithShape="0">
              <a:sysClr val="windowText" lastClr="000000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9" name="Free-form: Shape 13">
            <a:extLst>
              <a:ext uri="{FF2B5EF4-FFF2-40B4-BE49-F238E27FC236}">
                <a16:creationId xmlns:a16="http://schemas.microsoft.com/office/drawing/2014/main" id="{95CC7C89-8F0E-07BF-6D89-44A0358FDFC8}"/>
              </a:ext>
            </a:extLst>
          </p:cNvPr>
          <p:cNvSpPr/>
          <p:nvPr/>
        </p:nvSpPr>
        <p:spPr>
          <a:xfrm>
            <a:off x="0" y="5838824"/>
            <a:ext cx="12192000" cy="675673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478107" h="1273677">
                <a:moveTo>
                  <a:pt x="8792" y="350485"/>
                </a:moveTo>
                <a:cubicBezTo>
                  <a:pt x="671146" y="356346"/>
                  <a:pt x="973014" y="-402723"/>
                  <a:pt x="2057399" y="306523"/>
                </a:cubicBezTo>
                <a:cubicBezTo>
                  <a:pt x="3282459" y="1004046"/>
                  <a:pt x="3979984" y="611323"/>
                  <a:pt x="4457699" y="376862"/>
                </a:cubicBezTo>
                <a:cubicBezTo>
                  <a:pt x="5723792" y="-223945"/>
                  <a:pt x="6216161" y="-7069"/>
                  <a:pt x="7016261" y="341693"/>
                </a:cubicBezTo>
                <a:cubicBezTo>
                  <a:pt x="8672145" y="977671"/>
                  <a:pt x="8657492" y="347554"/>
                  <a:pt x="9478107" y="350485"/>
                </a:cubicBezTo>
                <a:cubicBezTo>
                  <a:pt x="9475176" y="652354"/>
                  <a:pt x="9472246" y="954224"/>
                  <a:pt x="9469315" y="1256093"/>
                </a:cubicBezTo>
                <a:lnTo>
                  <a:pt x="7253653" y="1247300"/>
                </a:lnTo>
                <a:lnTo>
                  <a:pt x="4826976" y="1273677"/>
                </a:lnTo>
                <a:lnTo>
                  <a:pt x="2751992" y="1264885"/>
                </a:lnTo>
                <a:lnTo>
                  <a:pt x="0" y="1212131"/>
                </a:lnTo>
                <a:cubicBezTo>
                  <a:pt x="2931" y="927846"/>
                  <a:pt x="-2932" y="652354"/>
                  <a:pt x="8792" y="350485"/>
                </a:cubicBezTo>
                <a:close/>
              </a:path>
            </a:pathLst>
          </a:custGeom>
          <a:gradFill>
            <a:gsLst>
              <a:gs pos="0">
                <a:srgbClr val="156082">
                  <a:lumMod val="5000"/>
                  <a:lumOff val="95000"/>
                </a:srgbClr>
              </a:gs>
              <a:gs pos="74000">
                <a:srgbClr val="156082">
                  <a:lumMod val="45000"/>
                  <a:lumOff val="55000"/>
                </a:srgbClr>
              </a:gs>
              <a:gs pos="83000">
                <a:srgbClr val="156082">
                  <a:lumMod val="45000"/>
                  <a:lumOff val="55000"/>
                </a:srgbClr>
              </a:gs>
              <a:gs pos="100000">
                <a:srgbClr val="156082">
                  <a:lumMod val="30000"/>
                  <a:lumOff val="70000"/>
                </a:srgbClr>
              </a:gs>
            </a:gsLst>
            <a:lin ang="5400000" scaled="1"/>
          </a:gradFill>
          <a:ln w="19050" cap="flat" cmpd="sng" algn="ctr">
            <a:noFill/>
            <a:prstDash val="solid"/>
            <a:miter lim="800000"/>
          </a:ln>
          <a:effectLst>
            <a:glow>
              <a:srgbClr val="FFFF00"/>
            </a:glow>
            <a:outerShdw algn="ctr" rotWithShape="0">
              <a:sysClr val="windowText" lastClr="000000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0" name="Free-form: Shape 13">
            <a:extLst>
              <a:ext uri="{FF2B5EF4-FFF2-40B4-BE49-F238E27FC236}">
                <a16:creationId xmlns:a16="http://schemas.microsoft.com/office/drawing/2014/main" id="{4FB94905-8FF2-701D-A980-9368DF7EB04F}"/>
              </a:ext>
            </a:extLst>
          </p:cNvPr>
          <p:cNvSpPr/>
          <p:nvPr/>
        </p:nvSpPr>
        <p:spPr>
          <a:xfrm>
            <a:off x="-7346" y="5928072"/>
            <a:ext cx="12216286" cy="898824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4457699 w 9478107"/>
              <a:gd name="connsiteY2" fmla="*/ 373331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72464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755857 w 9478107"/>
              <a:gd name="connsiteY4" fmla="*/ 446231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557637 w 9478107"/>
              <a:gd name="connsiteY4" fmla="*/ 716768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15627 w 9484942"/>
              <a:gd name="connsiteY0" fmla="*/ 346954 h 1277035"/>
              <a:gd name="connsiteX1" fmla="*/ 2364982 w 9484942"/>
              <a:gd name="connsiteY1" fmla="*/ 302992 h 1277035"/>
              <a:gd name="connsiteX2" fmla="*/ 5134381 w 9484942"/>
              <a:gd name="connsiteY2" fmla="*/ 115678 h 1277035"/>
              <a:gd name="connsiteX3" fmla="*/ 7091448 w 9484942"/>
              <a:gd name="connsiteY3" fmla="*/ 647346 h 1277035"/>
              <a:gd name="connsiteX4" fmla="*/ 8564472 w 9484942"/>
              <a:gd name="connsiteY4" fmla="*/ 716768 h 1277035"/>
              <a:gd name="connsiteX5" fmla="*/ 9484942 w 9484942"/>
              <a:gd name="connsiteY5" fmla="*/ 346954 h 1277035"/>
              <a:gd name="connsiteX6" fmla="*/ 9476150 w 9484942"/>
              <a:gd name="connsiteY6" fmla="*/ 1252562 h 1277035"/>
              <a:gd name="connsiteX7" fmla="*/ 7260488 w 9484942"/>
              <a:gd name="connsiteY7" fmla="*/ 1243769 h 1277035"/>
              <a:gd name="connsiteX8" fmla="*/ 4833811 w 9484942"/>
              <a:gd name="connsiteY8" fmla="*/ 1270146 h 1277035"/>
              <a:gd name="connsiteX9" fmla="*/ 2758827 w 9484942"/>
              <a:gd name="connsiteY9" fmla="*/ 1261354 h 1277035"/>
              <a:gd name="connsiteX10" fmla="*/ 0 w 9484942"/>
              <a:gd name="connsiteY10" fmla="*/ 1273013 h 1277035"/>
              <a:gd name="connsiteX11" fmla="*/ 15627 w 9484942"/>
              <a:gd name="connsiteY11" fmla="*/ 346954 h 1277035"/>
              <a:gd name="connsiteX0" fmla="*/ 15627 w 9484942"/>
              <a:gd name="connsiteY0" fmla="*/ 346954 h 1300002"/>
              <a:gd name="connsiteX1" fmla="*/ 2364982 w 9484942"/>
              <a:gd name="connsiteY1" fmla="*/ 302992 h 1300002"/>
              <a:gd name="connsiteX2" fmla="*/ 5134381 w 9484942"/>
              <a:gd name="connsiteY2" fmla="*/ 115678 h 1300002"/>
              <a:gd name="connsiteX3" fmla="*/ 7091448 w 9484942"/>
              <a:gd name="connsiteY3" fmla="*/ 647346 h 1300002"/>
              <a:gd name="connsiteX4" fmla="*/ 8564472 w 9484942"/>
              <a:gd name="connsiteY4" fmla="*/ 716768 h 1300002"/>
              <a:gd name="connsiteX5" fmla="*/ 9484942 w 9484942"/>
              <a:gd name="connsiteY5" fmla="*/ 346954 h 1300002"/>
              <a:gd name="connsiteX6" fmla="*/ 9476150 w 9484942"/>
              <a:gd name="connsiteY6" fmla="*/ 1252562 h 1300002"/>
              <a:gd name="connsiteX7" fmla="*/ 7260488 w 9484942"/>
              <a:gd name="connsiteY7" fmla="*/ 1243769 h 1300002"/>
              <a:gd name="connsiteX8" fmla="*/ 4833811 w 9484942"/>
              <a:gd name="connsiteY8" fmla="*/ 1270146 h 1300002"/>
              <a:gd name="connsiteX9" fmla="*/ 2779333 w 9484942"/>
              <a:gd name="connsiteY9" fmla="*/ 1300002 h 1300002"/>
              <a:gd name="connsiteX10" fmla="*/ 0 w 9484942"/>
              <a:gd name="connsiteY10" fmla="*/ 1273013 h 1300002"/>
              <a:gd name="connsiteX11" fmla="*/ 15627 w 9484942"/>
              <a:gd name="connsiteY11" fmla="*/ 346954 h 1300002"/>
              <a:gd name="connsiteX0" fmla="*/ 15627 w 9484942"/>
              <a:gd name="connsiteY0" fmla="*/ 346954 h 1346830"/>
              <a:gd name="connsiteX1" fmla="*/ 2364982 w 9484942"/>
              <a:gd name="connsiteY1" fmla="*/ 302992 h 1346830"/>
              <a:gd name="connsiteX2" fmla="*/ 5134381 w 9484942"/>
              <a:gd name="connsiteY2" fmla="*/ 115678 h 1346830"/>
              <a:gd name="connsiteX3" fmla="*/ 7091448 w 9484942"/>
              <a:gd name="connsiteY3" fmla="*/ 647346 h 1346830"/>
              <a:gd name="connsiteX4" fmla="*/ 8564472 w 9484942"/>
              <a:gd name="connsiteY4" fmla="*/ 716768 h 1346830"/>
              <a:gd name="connsiteX5" fmla="*/ 9484942 w 9484942"/>
              <a:gd name="connsiteY5" fmla="*/ 346954 h 1346830"/>
              <a:gd name="connsiteX6" fmla="*/ 9476150 w 9484942"/>
              <a:gd name="connsiteY6" fmla="*/ 1252562 h 1346830"/>
              <a:gd name="connsiteX7" fmla="*/ 7267323 w 9484942"/>
              <a:gd name="connsiteY7" fmla="*/ 1346830 h 1346830"/>
              <a:gd name="connsiteX8" fmla="*/ 4833811 w 9484942"/>
              <a:gd name="connsiteY8" fmla="*/ 1270146 h 1346830"/>
              <a:gd name="connsiteX9" fmla="*/ 2779333 w 9484942"/>
              <a:gd name="connsiteY9" fmla="*/ 1300002 h 1346830"/>
              <a:gd name="connsiteX10" fmla="*/ 0 w 9484942"/>
              <a:gd name="connsiteY10" fmla="*/ 1273013 h 1346830"/>
              <a:gd name="connsiteX11" fmla="*/ 15627 w 9484942"/>
              <a:gd name="connsiteY11" fmla="*/ 346954 h 1346830"/>
              <a:gd name="connsiteX0" fmla="*/ 15627 w 9484942"/>
              <a:gd name="connsiteY0" fmla="*/ 346954 h 1308182"/>
              <a:gd name="connsiteX1" fmla="*/ 2364982 w 9484942"/>
              <a:gd name="connsiteY1" fmla="*/ 302992 h 1308182"/>
              <a:gd name="connsiteX2" fmla="*/ 5134381 w 9484942"/>
              <a:gd name="connsiteY2" fmla="*/ 115678 h 1308182"/>
              <a:gd name="connsiteX3" fmla="*/ 7091448 w 9484942"/>
              <a:gd name="connsiteY3" fmla="*/ 647346 h 1308182"/>
              <a:gd name="connsiteX4" fmla="*/ 8564472 w 9484942"/>
              <a:gd name="connsiteY4" fmla="*/ 716768 h 1308182"/>
              <a:gd name="connsiteX5" fmla="*/ 9484942 w 9484942"/>
              <a:gd name="connsiteY5" fmla="*/ 346954 h 1308182"/>
              <a:gd name="connsiteX6" fmla="*/ 9476150 w 9484942"/>
              <a:gd name="connsiteY6" fmla="*/ 1252562 h 1308182"/>
              <a:gd name="connsiteX7" fmla="*/ 7246817 w 9484942"/>
              <a:gd name="connsiteY7" fmla="*/ 1308182 h 1308182"/>
              <a:gd name="connsiteX8" fmla="*/ 4833811 w 9484942"/>
              <a:gd name="connsiteY8" fmla="*/ 1270146 h 1308182"/>
              <a:gd name="connsiteX9" fmla="*/ 2779333 w 9484942"/>
              <a:gd name="connsiteY9" fmla="*/ 1300002 h 1308182"/>
              <a:gd name="connsiteX10" fmla="*/ 0 w 9484942"/>
              <a:gd name="connsiteY10" fmla="*/ 1273013 h 1308182"/>
              <a:gd name="connsiteX11" fmla="*/ 15627 w 9484942"/>
              <a:gd name="connsiteY11" fmla="*/ 346954 h 1308182"/>
              <a:gd name="connsiteX0" fmla="*/ 15627 w 9496987"/>
              <a:gd name="connsiteY0" fmla="*/ 346954 h 1316976"/>
              <a:gd name="connsiteX1" fmla="*/ 2364982 w 9496987"/>
              <a:gd name="connsiteY1" fmla="*/ 302992 h 1316976"/>
              <a:gd name="connsiteX2" fmla="*/ 5134381 w 9496987"/>
              <a:gd name="connsiteY2" fmla="*/ 115678 h 1316976"/>
              <a:gd name="connsiteX3" fmla="*/ 7091448 w 9496987"/>
              <a:gd name="connsiteY3" fmla="*/ 647346 h 1316976"/>
              <a:gd name="connsiteX4" fmla="*/ 8564472 w 9496987"/>
              <a:gd name="connsiteY4" fmla="*/ 716768 h 1316976"/>
              <a:gd name="connsiteX5" fmla="*/ 9484942 w 9496987"/>
              <a:gd name="connsiteY5" fmla="*/ 346954 h 1316976"/>
              <a:gd name="connsiteX6" fmla="*/ 9496656 w 9496987"/>
              <a:gd name="connsiteY6" fmla="*/ 1316976 h 1316976"/>
              <a:gd name="connsiteX7" fmla="*/ 7246817 w 9496987"/>
              <a:gd name="connsiteY7" fmla="*/ 1308182 h 1316976"/>
              <a:gd name="connsiteX8" fmla="*/ 4833811 w 9496987"/>
              <a:gd name="connsiteY8" fmla="*/ 1270146 h 1316976"/>
              <a:gd name="connsiteX9" fmla="*/ 2779333 w 9496987"/>
              <a:gd name="connsiteY9" fmla="*/ 1300002 h 1316976"/>
              <a:gd name="connsiteX10" fmla="*/ 0 w 9496987"/>
              <a:gd name="connsiteY10" fmla="*/ 1273013 h 1316976"/>
              <a:gd name="connsiteX11" fmla="*/ 15627 w 9496987"/>
              <a:gd name="connsiteY11" fmla="*/ 346954 h 13169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496987" h="1316976">
                <a:moveTo>
                  <a:pt x="15627" y="346954"/>
                </a:moveTo>
                <a:cubicBezTo>
                  <a:pt x="677981" y="352815"/>
                  <a:pt x="1280597" y="-406254"/>
                  <a:pt x="2364982" y="302992"/>
                </a:cubicBezTo>
                <a:cubicBezTo>
                  <a:pt x="3590042" y="1000515"/>
                  <a:pt x="4346637" y="58286"/>
                  <a:pt x="5134381" y="115678"/>
                </a:cubicBezTo>
                <a:cubicBezTo>
                  <a:pt x="5922125" y="173070"/>
                  <a:pt x="6479894" y="562194"/>
                  <a:pt x="7091448" y="647346"/>
                </a:cubicBezTo>
                <a:cubicBezTo>
                  <a:pt x="7703002" y="732498"/>
                  <a:pt x="8165556" y="766833"/>
                  <a:pt x="8564472" y="716768"/>
                </a:cubicBezTo>
                <a:cubicBezTo>
                  <a:pt x="8963388" y="666703"/>
                  <a:pt x="9372868" y="242625"/>
                  <a:pt x="9484942" y="346954"/>
                </a:cubicBezTo>
                <a:cubicBezTo>
                  <a:pt x="9482011" y="648823"/>
                  <a:pt x="9499587" y="1015107"/>
                  <a:pt x="9496656" y="1316976"/>
                </a:cubicBezTo>
                <a:lnTo>
                  <a:pt x="7246817" y="1308182"/>
                </a:lnTo>
                <a:lnTo>
                  <a:pt x="4833811" y="1270146"/>
                </a:lnTo>
                <a:lnTo>
                  <a:pt x="2779333" y="1300002"/>
                </a:lnTo>
                <a:lnTo>
                  <a:pt x="0" y="1273013"/>
                </a:lnTo>
                <a:cubicBezTo>
                  <a:pt x="2931" y="988728"/>
                  <a:pt x="3903" y="648823"/>
                  <a:pt x="15627" y="346954"/>
                </a:cubicBezTo>
                <a:close/>
              </a:path>
            </a:pathLst>
          </a:custGeom>
          <a:gradFill flip="none" rotWithShape="1">
            <a:gsLst>
              <a:gs pos="0">
                <a:srgbClr val="0F9ED5">
                  <a:lumMod val="20000"/>
                  <a:lumOff val="80000"/>
                </a:srgbClr>
              </a:gs>
              <a:gs pos="50000">
                <a:sysClr val="window" lastClr="FFFFFF"/>
              </a:gs>
              <a:gs pos="100000">
                <a:srgbClr val="0F9ED5">
                  <a:lumMod val="20000"/>
                  <a:lumOff val="80000"/>
                </a:srgbClr>
              </a:gs>
            </a:gsLst>
            <a:lin ang="0" scaled="1"/>
            <a:tileRect/>
          </a:gradFill>
          <a:ln w="15875" cap="flat" cmpd="sng" algn="ctr">
            <a:solidFill>
              <a:srgbClr val="156082">
                <a:alpha val="0"/>
              </a:srgbClr>
            </a:solidFill>
            <a:prstDash val="solid"/>
            <a:miter lim="800000"/>
          </a:ln>
          <a:effectLst>
            <a:glow>
              <a:srgbClr val="FFFF00"/>
            </a:glow>
            <a:outerShdw algn="ctr" rotWithShape="0">
              <a:sysClr val="windowText" lastClr="000000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4" name="Textplatzhalter 13">
            <a:extLst>
              <a:ext uri="{FF2B5EF4-FFF2-40B4-BE49-F238E27FC236}">
                <a16:creationId xmlns:a16="http://schemas.microsoft.com/office/drawing/2014/main" id="{62B0D505-239D-592F-D28C-2537FD6A646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192399" y="4130862"/>
            <a:ext cx="3822700" cy="1646695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it-IT" sz="1800" b="0" i="0" u="none" strike="noStrike" kern="1200" cap="none" spc="0" normalizeH="0" baseline="0" noProof="0">
                <a:ln>
                  <a:noFill/>
                </a:ln>
                <a:solidFill>
                  <a:srgbClr val="0E2841">
                    <a:lumMod val="90000"/>
                    <a:lumOff val="1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1st Week Kick Off Presentation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it-IT" sz="1800" b="0" i="0" u="none" strike="noStrike" kern="1200" cap="none" spc="0" normalizeH="0" baseline="0" noProof="0">
                <a:ln>
                  <a:noFill/>
                </a:ln>
                <a:solidFill>
                  <a:srgbClr val="0E2841">
                    <a:lumMod val="90000"/>
                    <a:lumOff val="1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Date: </a:t>
            </a:r>
            <a:r>
              <a:rPr kumimoji="0" lang="it-IT" sz="1800" b="0" i="0" u="none" strike="noStrike" kern="1200" cap="none" spc="0" normalizeH="0" baseline="0" noProof="0" err="1">
                <a:ln>
                  <a:noFill/>
                </a:ln>
                <a:solidFill>
                  <a:srgbClr val="0E2841">
                    <a:lumMod val="90000"/>
                    <a:lumOff val="1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th</a:t>
            </a:r>
            <a:r>
              <a:rPr kumimoji="0" lang="it-IT" sz="1800" b="0" i="0" u="none" strike="noStrike" kern="1200" cap="none" spc="0" normalizeH="0" baseline="0" noProof="0">
                <a:ln>
                  <a:noFill/>
                </a:ln>
                <a:solidFill>
                  <a:srgbClr val="0E2841">
                    <a:lumMod val="90000"/>
                    <a:lumOff val="1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202X</a:t>
            </a:r>
          </a:p>
          <a:p>
            <a:pPr lvl="4"/>
            <a:endParaRPr lang="de-DE"/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id="{64AB9256-03E9-9046-0C0F-540CE5905E92}"/>
              </a:ext>
            </a:extLst>
          </p:cNvPr>
          <p:cNvSpPr/>
          <p:nvPr/>
        </p:nvSpPr>
        <p:spPr>
          <a:xfrm>
            <a:off x="-4172" y="6542492"/>
            <a:ext cx="12207494" cy="365126"/>
          </a:xfrm>
          <a:prstGeom prst="rect">
            <a:avLst/>
          </a:prstGeom>
          <a:solidFill>
            <a:srgbClr val="8ECEF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2" name="Picture 18" descr="A white windmill with clouds in the background&#10;&#10;AI-generated content may be incorrect.">
            <a:extLst>
              <a:ext uri="{FF2B5EF4-FFF2-40B4-BE49-F238E27FC236}">
                <a16:creationId xmlns:a16="http://schemas.microsoft.com/office/drawing/2014/main" id="{9BDED722-8EE5-8B7F-02CA-CF3939A785C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79950" y="5430021"/>
            <a:ext cx="1753782" cy="13136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56088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oup starting slide (Explanatio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Free-form: Shape 13">
            <a:extLst>
              <a:ext uri="{FF2B5EF4-FFF2-40B4-BE49-F238E27FC236}">
                <a16:creationId xmlns:a16="http://schemas.microsoft.com/office/drawing/2014/main" id="{006CCD24-9C06-8926-5E3D-FFE059D5F3D2}"/>
              </a:ext>
            </a:extLst>
          </p:cNvPr>
          <p:cNvSpPr/>
          <p:nvPr/>
        </p:nvSpPr>
        <p:spPr>
          <a:xfrm>
            <a:off x="-7749" y="5526425"/>
            <a:ext cx="12218376" cy="728256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8414099 w 9478107"/>
              <a:gd name="connsiteY4" fmla="*/ 797823 h 1273677"/>
              <a:gd name="connsiteX5" fmla="*/ 9478107 w 9478107"/>
              <a:gd name="connsiteY5" fmla="*/ 350485 h 1273677"/>
              <a:gd name="connsiteX6" fmla="*/ 9469315 w 9478107"/>
              <a:gd name="connsiteY6" fmla="*/ 1256093 h 1273677"/>
              <a:gd name="connsiteX7" fmla="*/ 7253653 w 9478107"/>
              <a:gd name="connsiteY7" fmla="*/ 1247300 h 1273677"/>
              <a:gd name="connsiteX8" fmla="*/ 4826976 w 9478107"/>
              <a:gd name="connsiteY8" fmla="*/ 1273677 h 1273677"/>
              <a:gd name="connsiteX9" fmla="*/ 2751992 w 9478107"/>
              <a:gd name="connsiteY9" fmla="*/ 1264885 h 1273677"/>
              <a:gd name="connsiteX10" fmla="*/ 0 w 9478107"/>
              <a:gd name="connsiteY10" fmla="*/ 1212131 h 1273677"/>
              <a:gd name="connsiteX11" fmla="*/ 8792 w 9478107"/>
              <a:gd name="connsiteY11" fmla="*/ 350485 h 1273677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98612"/>
              <a:gd name="connsiteY0" fmla="*/ 463370 h 1386562"/>
              <a:gd name="connsiteX1" fmla="*/ 2057399 w 9498612"/>
              <a:gd name="connsiteY1" fmla="*/ 419408 h 1386562"/>
              <a:gd name="connsiteX2" fmla="*/ 4457699 w 9498612"/>
              <a:gd name="connsiteY2" fmla="*/ 489747 h 1386562"/>
              <a:gd name="connsiteX3" fmla="*/ 7009426 w 9498612"/>
              <a:gd name="connsiteY3" fmla="*/ 98357 h 1386562"/>
              <a:gd name="connsiteX4" fmla="*/ 8414099 w 9498612"/>
              <a:gd name="connsiteY4" fmla="*/ 910708 h 1386562"/>
              <a:gd name="connsiteX5" fmla="*/ 9498612 w 9498612"/>
              <a:gd name="connsiteY5" fmla="*/ 200892 h 1386562"/>
              <a:gd name="connsiteX6" fmla="*/ 9469315 w 9498612"/>
              <a:gd name="connsiteY6" fmla="*/ 1368978 h 1386562"/>
              <a:gd name="connsiteX7" fmla="*/ 7253653 w 9498612"/>
              <a:gd name="connsiteY7" fmla="*/ 1360185 h 1386562"/>
              <a:gd name="connsiteX8" fmla="*/ 4826976 w 9498612"/>
              <a:gd name="connsiteY8" fmla="*/ 1386562 h 1386562"/>
              <a:gd name="connsiteX9" fmla="*/ 2751992 w 9498612"/>
              <a:gd name="connsiteY9" fmla="*/ 1377770 h 1386562"/>
              <a:gd name="connsiteX10" fmla="*/ 0 w 9498612"/>
              <a:gd name="connsiteY10" fmla="*/ 1325016 h 1386562"/>
              <a:gd name="connsiteX11" fmla="*/ 8792 w 9498612"/>
              <a:gd name="connsiteY11" fmla="*/ 463370 h 1386562"/>
              <a:gd name="connsiteX0" fmla="*/ 8792 w 9498612"/>
              <a:gd name="connsiteY0" fmla="*/ 444298 h 1367490"/>
              <a:gd name="connsiteX1" fmla="*/ 2057399 w 9498612"/>
              <a:gd name="connsiteY1" fmla="*/ 400336 h 1367490"/>
              <a:gd name="connsiteX2" fmla="*/ 4320995 w 9498612"/>
              <a:gd name="connsiteY2" fmla="*/ 695656 h 1367490"/>
              <a:gd name="connsiteX3" fmla="*/ 7009426 w 9498612"/>
              <a:gd name="connsiteY3" fmla="*/ 79285 h 1367490"/>
              <a:gd name="connsiteX4" fmla="*/ 8414099 w 9498612"/>
              <a:gd name="connsiteY4" fmla="*/ 891636 h 1367490"/>
              <a:gd name="connsiteX5" fmla="*/ 9498612 w 9498612"/>
              <a:gd name="connsiteY5" fmla="*/ 181820 h 1367490"/>
              <a:gd name="connsiteX6" fmla="*/ 9469315 w 9498612"/>
              <a:gd name="connsiteY6" fmla="*/ 1349906 h 1367490"/>
              <a:gd name="connsiteX7" fmla="*/ 7253653 w 9498612"/>
              <a:gd name="connsiteY7" fmla="*/ 1341113 h 1367490"/>
              <a:gd name="connsiteX8" fmla="*/ 4826976 w 9498612"/>
              <a:gd name="connsiteY8" fmla="*/ 1367490 h 1367490"/>
              <a:gd name="connsiteX9" fmla="*/ 2751992 w 9498612"/>
              <a:gd name="connsiteY9" fmla="*/ 1358698 h 1367490"/>
              <a:gd name="connsiteX10" fmla="*/ 0 w 9498612"/>
              <a:gd name="connsiteY10" fmla="*/ 1305944 h 1367490"/>
              <a:gd name="connsiteX11" fmla="*/ 8792 w 9498612"/>
              <a:gd name="connsiteY11" fmla="*/ 444298 h 1367490"/>
              <a:gd name="connsiteX0" fmla="*/ 8792 w 9498612"/>
              <a:gd name="connsiteY0" fmla="*/ 428789 h 1351981"/>
              <a:gd name="connsiteX1" fmla="*/ 2057399 w 9498612"/>
              <a:gd name="connsiteY1" fmla="*/ 384827 h 1351981"/>
              <a:gd name="connsiteX2" fmla="*/ 3698995 w 9498612"/>
              <a:gd name="connsiteY2" fmla="*/ 961374 h 1351981"/>
              <a:gd name="connsiteX3" fmla="*/ 7009426 w 9498612"/>
              <a:gd name="connsiteY3" fmla="*/ 63776 h 1351981"/>
              <a:gd name="connsiteX4" fmla="*/ 8414099 w 9498612"/>
              <a:gd name="connsiteY4" fmla="*/ 876127 h 1351981"/>
              <a:gd name="connsiteX5" fmla="*/ 9498612 w 9498612"/>
              <a:gd name="connsiteY5" fmla="*/ 166311 h 1351981"/>
              <a:gd name="connsiteX6" fmla="*/ 9469315 w 9498612"/>
              <a:gd name="connsiteY6" fmla="*/ 1334397 h 1351981"/>
              <a:gd name="connsiteX7" fmla="*/ 7253653 w 9498612"/>
              <a:gd name="connsiteY7" fmla="*/ 1325604 h 1351981"/>
              <a:gd name="connsiteX8" fmla="*/ 4826976 w 9498612"/>
              <a:gd name="connsiteY8" fmla="*/ 1351981 h 1351981"/>
              <a:gd name="connsiteX9" fmla="*/ 2751992 w 9498612"/>
              <a:gd name="connsiteY9" fmla="*/ 1343189 h 1351981"/>
              <a:gd name="connsiteX10" fmla="*/ 0 w 9498612"/>
              <a:gd name="connsiteY10" fmla="*/ 1290435 h 1351981"/>
              <a:gd name="connsiteX11" fmla="*/ 8792 w 9498612"/>
              <a:gd name="connsiteY11" fmla="*/ 428789 h 1351981"/>
              <a:gd name="connsiteX0" fmla="*/ 8792 w 9498612"/>
              <a:gd name="connsiteY0" fmla="*/ 595005 h 1518197"/>
              <a:gd name="connsiteX1" fmla="*/ 2057399 w 9498612"/>
              <a:gd name="connsiteY1" fmla="*/ 551043 h 1518197"/>
              <a:gd name="connsiteX2" fmla="*/ 3698995 w 9498612"/>
              <a:gd name="connsiteY2" fmla="*/ 1127590 h 1518197"/>
              <a:gd name="connsiteX3" fmla="*/ 5386116 w 9498612"/>
              <a:gd name="connsiteY3" fmla="*/ 48678 h 1518197"/>
              <a:gd name="connsiteX4" fmla="*/ 7009426 w 9498612"/>
              <a:gd name="connsiteY4" fmla="*/ 229992 h 1518197"/>
              <a:gd name="connsiteX5" fmla="*/ 8414099 w 9498612"/>
              <a:gd name="connsiteY5" fmla="*/ 1042343 h 1518197"/>
              <a:gd name="connsiteX6" fmla="*/ 9498612 w 9498612"/>
              <a:gd name="connsiteY6" fmla="*/ 332527 h 1518197"/>
              <a:gd name="connsiteX7" fmla="*/ 9469315 w 9498612"/>
              <a:gd name="connsiteY7" fmla="*/ 1500613 h 1518197"/>
              <a:gd name="connsiteX8" fmla="*/ 7253653 w 9498612"/>
              <a:gd name="connsiteY8" fmla="*/ 1491820 h 1518197"/>
              <a:gd name="connsiteX9" fmla="*/ 4826976 w 9498612"/>
              <a:gd name="connsiteY9" fmla="*/ 1518197 h 1518197"/>
              <a:gd name="connsiteX10" fmla="*/ 2751992 w 9498612"/>
              <a:gd name="connsiteY10" fmla="*/ 1509405 h 1518197"/>
              <a:gd name="connsiteX11" fmla="*/ 0 w 9498612"/>
              <a:gd name="connsiteY11" fmla="*/ 1456651 h 1518197"/>
              <a:gd name="connsiteX12" fmla="*/ 8792 w 9498612"/>
              <a:gd name="connsiteY12" fmla="*/ 595005 h 1518197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9498612" h="1552908">
                <a:moveTo>
                  <a:pt x="8792" y="629716"/>
                </a:moveTo>
                <a:cubicBezTo>
                  <a:pt x="671146" y="635577"/>
                  <a:pt x="973014" y="-123492"/>
                  <a:pt x="2057399" y="585754"/>
                </a:cubicBezTo>
                <a:cubicBezTo>
                  <a:pt x="3282459" y="1283277"/>
                  <a:pt x="3144209" y="1246028"/>
                  <a:pt x="3698995" y="1162301"/>
                </a:cubicBezTo>
                <a:cubicBezTo>
                  <a:pt x="4253781" y="1078574"/>
                  <a:pt x="4834377" y="232989"/>
                  <a:pt x="5386116" y="83389"/>
                </a:cubicBezTo>
                <a:cubicBezTo>
                  <a:pt x="5937855" y="-66211"/>
                  <a:pt x="6463751" y="-19649"/>
                  <a:pt x="7009426" y="264703"/>
                </a:cubicBezTo>
                <a:cubicBezTo>
                  <a:pt x="7646042" y="612966"/>
                  <a:pt x="8003791" y="1075589"/>
                  <a:pt x="8414099" y="1077054"/>
                </a:cubicBezTo>
                <a:cubicBezTo>
                  <a:pt x="8824407" y="1078519"/>
                  <a:pt x="9320464" y="250238"/>
                  <a:pt x="9498612" y="367238"/>
                </a:cubicBezTo>
                <a:cubicBezTo>
                  <a:pt x="9495681" y="669107"/>
                  <a:pt x="9472246" y="1233455"/>
                  <a:pt x="9469315" y="1535324"/>
                </a:cubicBezTo>
                <a:lnTo>
                  <a:pt x="7253653" y="1526531"/>
                </a:lnTo>
                <a:lnTo>
                  <a:pt x="4826976" y="1552908"/>
                </a:lnTo>
                <a:lnTo>
                  <a:pt x="2751992" y="1544116"/>
                </a:lnTo>
                <a:lnTo>
                  <a:pt x="0" y="1491362"/>
                </a:lnTo>
                <a:cubicBezTo>
                  <a:pt x="2931" y="1207077"/>
                  <a:pt x="-2932" y="931585"/>
                  <a:pt x="8792" y="629716"/>
                </a:cubicBezTo>
                <a:close/>
              </a:path>
            </a:pathLst>
          </a:custGeom>
          <a:gradFill>
            <a:gsLst>
              <a:gs pos="0">
                <a:srgbClr val="EFFCFF"/>
              </a:gs>
              <a:gs pos="50000">
                <a:srgbClr val="0F9ED5">
                  <a:lumMod val="40000"/>
                  <a:lumOff val="60000"/>
                </a:srgbClr>
              </a:gs>
              <a:gs pos="100000">
                <a:sysClr val="window" lastClr="FFFFFF"/>
              </a:gs>
            </a:gsLst>
            <a:lin ang="5400000" scaled="1"/>
          </a:gradFill>
          <a:ln w="19050" cap="flat" cmpd="sng" algn="ctr">
            <a:solidFill>
              <a:sysClr val="window" lastClr="FFFFFF"/>
            </a:solidFill>
            <a:prstDash val="solid"/>
            <a:miter lim="800000"/>
          </a:ln>
          <a:effectLst>
            <a:glow>
              <a:srgbClr val="FFFF00"/>
            </a:glow>
            <a:outerShdw algn="ctr" rotWithShape="0">
              <a:sysClr val="windowText" lastClr="000000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4" name="Free-form: Shape 13">
            <a:extLst>
              <a:ext uri="{FF2B5EF4-FFF2-40B4-BE49-F238E27FC236}">
                <a16:creationId xmlns:a16="http://schemas.microsoft.com/office/drawing/2014/main" id="{1157507C-DF41-F2F7-53B7-B0DC0D568F3B}"/>
              </a:ext>
            </a:extLst>
          </p:cNvPr>
          <p:cNvSpPr/>
          <p:nvPr/>
        </p:nvSpPr>
        <p:spPr>
          <a:xfrm>
            <a:off x="0" y="5838824"/>
            <a:ext cx="12192000" cy="675673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478107" h="1273677">
                <a:moveTo>
                  <a:pt x="8792" y="350485"/>
                </a:moveTo>
                <a:cubicBezTo>
                  <a:pt x="671146" y="356346"/>
                  <a:pt x="973014" y="-402723"/>
                  <a:pt x="2057399" y="306523"/>
                </a:cubicBezTo>
                <a:cubicBezTo>
                  <a:pt x="3282459" y="1004046"/>
                  <a:pt x="3979984" y="611323"/>
                  <a:pt x="4457699" y="376862"/>
                </a:cubicBezTo>
                <a:cubicBezTo>
                  <a:pt x="5723792" y="-223945"/>
                  <a:pt x="6216161" y="-7069"/>
                  <a:pt x="7016261" y="341693"/>
                </a:cubicBezTo>
                <a:cubicBezTo>
                  <a:pt x="8672145" y="977671"/>
                  <a:pt x="8657492" y="347554"/>
                  <a:pt x="9478107" y="350485"/>
                </a:cubicBezTo>
                <a:cubicBezTo>
                  <a:pt x="9475176" y="652354"/>
                  <a:pt x="9472246" y="954224"/>
                  <a:pt x="9469315" y="1256093"/>
                </a:cubicBezTo>
                <a:lnTo>
                  <a:pt x="7253653" y="1247300"/>
                </a:lnTo>
                <a:lnTo>
                  <a:pt x="4826976" y="1273677"/>
                </a:lnTo>
                <a:lnTo>
                  <a:pt x="2751992" y="1264885"/>
                </a:lnTo>
                <a:lnTo>
                  <a:pt x="0" y="1212131"/>
                </a:lnTo>
                <a:cubicBezTo>
                  <a:pt x="2931" y="927846"/>
                  <a:pt x="-2932" y="652354"/>
                  <a:pt x="8792" y="350485"/>
                </a:cubicBezTo>
                <a:close/>
              </a:path>
            </a:pathLst>
          </a:custGeom>
          <a:gradFill>
            <a:gsLst>
              <a:gs pos="0">
                <a:srgbClr val="156082">
                  <a:lumMod val="5000"/>
                  <a:lumOff val="95000"/>
                </a:srgbClr>
              </a:gs>
              <a:gs pos="74000">
                <a:srgbClr val="156082">
                  <a:lumMod val="45000"/>
                  <a:lumOff val="55000"/>
                </a:srgbClr>
              </a:gs>
              <a:gs pos="83000">
                <a:srgbClr val="156082">
                  <a:lumMod val="45000"/>
                  <a:lumOff val="55000"/>
                </a:srgbClr>
              </a:gs>
              <a:gs pos="100000">
                <a:srgbClr val="156082">
                  <a:lumMod val="30000"/>
                  <a:lumOff val="70000"/>
                </a:srgbClr>
              </a:gs>
            </a:gsLst>
            <a:lin ang="5400000" scaled="1"/>
          </a:gradFill>
          <a:ln w="19050" cap="flat" cmpd="sng" algn="ctr">
            <a:noFill/>
            <a:prstDash val="solid"/>
            <a:miter lim="800000"/>
          </a:ln>
          <a:effectLst>
            <a:glow>
              <a:srgbClr val="FFFF00"/>
            </a:glow>
            <a:outerShdw algn="ctr" rotWithShape="0">
              <a:sysClr val="windowText" lastClr="000000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5" name="Free-form: Shape 13">
            <a:extLst>
              <a:ext uri="{FF2B5EF4-FFF2-40B4-BE49-F238E27FC236}">
                <a16:creationId xmlns:a16="http://schemas.microsoft.com/office/drawing/2014/main" id="{94DF4395-7D7A-F380-6320-D9BE1ED1DA6D}"/>
              </a:ext>
            </a:extLst>
          </p:cNvPr>
          <p:cNvSpPr/>
          <p:nvPr/>
        </p:nvSpPr>
        <p:spPr>
          <a:xfrm>
            <a:off x="-7346" y="5928072"/>
            <a:ext cx="12216286" cy="898824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4457699 w 9478107"/>
              <a:gd name="connsiteY2" fmla="*/ 373331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72464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755857 w 9478107"/>
              <a:gd name="connsiteY4" fmla="*/ 446231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557637 w 9478107"/>
              <a:gd name="connsiteY4" fmla="*/ 716768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15627 w 9484942"/>
              <a:gd name="connsiteY0" fmla="*/ 346954 h 1277035"/>
              <a:gd name="connsiteX1" fmla="*/ 2364982 w 9484942"/>
              <a:gd name="connsiteY1" fmla="*/ 302992 h 1277035"/>
              <a:gd name="connsiteX2" fmla="*/ 5134381 w 9484942"/>
              <a:gd name="connsiteY2" fmla="*/ 115678 h 1277035"/>
              <a:gd name="connsiteX3" fmla="*/ 7091448 w 9484942"/>
              <a:gd name="connsiteY3" fmla="*/ 647346 h 1277035"/>
              <a:gd name="connsiteX4" fmla="*/ 8564472 w 9484942"/>
              <a:gd name="connsiteY4" fmla="*/ 716768 h 1277035"/>
              <a:gd name="connsiteX5" fmla="*/ 9484942 w 9484942"/>
              <a:gd name="connsiteY5" fmla="*/ 346954 h 1277035"/>
              <a:gd name="connsiteX6" fmla="*/ 9476150 w 9484942"/>
              <a:gd name="connsiteY6" fmla="*/ 1252562 h 1277035"/>
              <a:gd name="connsiteX7" fmla="*/ 7260488 w 9484942"/>
              <a:gd name="connsiteY7" fmla="*/ 1243769 h 1277035"/>
              <a:gd name="connsiteX8" fmla="*/ 4833811 w 9484942"/>
              <a:gd name="connsiteY8" fmla="*/ 1270146 h 1277035"/>
              <a:gd name="connsiteX9" fmla="*/ 2758827 w 9484942"/>
              <a:gd name="connsiteY9" fmla="*/ 1261354 h 1277035"/>
              <a:gd name="connsiteX10" fmla="*/ 0 w 9484942"/>
              <a:gd name="connsiteY10" fmla="*/ 1273013 h 1277035"/>
              <a:gd name="connsiteX11" fmla="*/ 15627 w 9484942"/>
              <a:gd name="connsiteY11" fmla="*/ 346954 h 1277035"/>
              <a:gd name="connsiteX0" fmla="*/ 15627 w 9484942"/>
              <a:gd name="connsiteY0" fmla="*/ 346954 h 1300002"/>
              <a:gd name="connsiteX1" fmla="*/ 2364982 w 9484942"/>
              <a:gd name="connsiteY1" fmla="*/ 302992 h 1300002"/>
              <a:gd name="connsiteX2" fmla="*/ 5134381 w 9484942"/>
              <a:gd name="connsiteY2" fmla="*/ 115678 h 1300002"/>
              <a:gd name="connsiteX3" fmla="*/ 7091448 w 9484942"/>
              <a:gd name="connsiteY3" fmla="*/ 647346 h 1300002"/>
              <a:gd name="connsiteX4" fmla="*/ 8564472 w 9484942"/>
              <a:gd name="connsiteY4" fmla="*/ 716768 h 1300002"/>
              <a:gd name="connsiteX5" fmla="*/ 9484942 w 9484942"/>
              <a:gd name="connsiteY5" fmla="*/ 346954 h 1300002"/>
              <a:gd name="connsiteX6" fmla="*/ 9476150 w 9484942"/>
              <a:gd name="connsiteY6" fmla="*/ 1252562 h 1300002"/>
              <a:gd name="connsiteX7" fmla="*/ 7260488 w 9484942"/>
              <a:gd name="connsiteY7" fmla="*/ 1243769 h 1300002"/>
              <a:gd name="connsiteX8" fmla="*/ 4833811 w 9484942"/>
              <a:gd name="connsiteY8" fmla="*/ 1270146 h 1300002"/>
              <a:gd name="connsiteX9" fmla="*/ 2779333 w 9484942"/>
              <a:gd name="connsiteY9" fmla="*/ 1300002 h 1300002"/>
              <a:gd name="connsiteX10" fmla="*/ 0 w 9484942"/>
              <a:gd name="connsiteY10" fmla="*/ 1273013 h 1300002"/>
              <a:gd name="connsiteX11" fmla="*/ 15627 w 9484942"/>
              <a:gd name="connsiteY11" fmla="*/ 346954 h 1300002"/>
              <a:gd name="connsiteX0" fmla="*/ 15627 w 9484942"/>
              <a:gd name="connsiteY0" fmla="*/ 346954 h 1346830"/>
              <a:gd name="connsiteX1" fmla="*/ 2364982 w 9484942"/>
              <a:gd name="connsiteY1" fmla="*/ 302992 h 1346830"/>
              <a:gd name="connsiteX2" fmla="*/ 5134381 w 9484942"/>
              <a:gd name="connsiteY2" fmla="*/ 115678 h 1346830"/>
              <a:gd name="connsiteX3" fmla="*/ 7091448 w 9484942"/>
              <a:gd name="connsiteY3" fmla="*/ 647346 h 1346830"/>
              <a:gd name="connsiteX4" fmla="*/ 8564472 w 9484942"/>
              <a:gd name="connsiteY4" fmla="*/ 716768 h 1346830"/>
              <a:gd name="connsiteX5" fmla="*/ 9484942 w 9484942"/>
              <a:gd name="connsiteY5" fmla="*/ 346954 h 1346830"/>
              <a:gd name="connsiteX6" fmla="*/ 9476150 w 9484942"/>
              <a:gd name="connsiteY6" fmla="*/ 1252562 h 1346830"/>
              <a:gd name="connsiteX7" fmla="*/ 7267323 w 9484942"/>
              <a:gd name="connsiteY7" fmla="*/ 1346830 h 1346830"/>
              <a:gd name="connsiteX8" fmla="*/ 4833811 w 9484942"/>
              <a:gd name="connsiteY8" fmla="*/ 1270146 h 1346830"/>
              <a:gd name="connsiteX9" fmla="*/ 2779333 w 9484942"/>
              <a:gd name="connsiteY9" fmla="*/ 1300002 h 1346830"/>
              <a:gd name="connsiteX10" fmla="*/ 0 w 9484942"/>
              <a:gd name="connsiteY10" fmla="*/ 1273013 h 1346830"/>
              <a:gd name="connsiteX11" fmla="*/ 15627 w 9484942"/>
              <a:gd name="connsiteY11" fmla="*/ 346954 h 1346830"/>
              <a:gd name="connsiteX0" fmla="*/ 15627 w 9484942"/>
              <a:gd name="connsiteY0" fmla="*/ 346954 h 1308182"/>
              <a:gd name="connsiteX1" fmla="*/ 2364982 w 9484942"/>
              <a:gd name="connsiteY1" fmla="*/ 302992 h 1308182"/>
              <a:gd name="connsiteX2" fmla="*/ 5134381 w 9484942"/>
              <a:gd name="connsiteY2" fmla="*/ 115678 h 1308182"/>
              <a:gd name="connsiteX3" fmla="*/ 7091448 w 9484942"/>
              <a:gd name="connsiteY3" fmla="*/ 647346 h 1308182"/>
              <a:gd name="connsiteX4" fmla="*/ 8564472 w 9484942"/>
              <a:gd name="connsiteY4" fmla="*/ 716768 h 1308182"/>
              <a:gd name="connsiteX5" fmla="*/ 9484942 w 9484942"/>
              <a:gd name="connsiteY5" fmla="*/ 346954 h 1308182"/>
              <a:gd name="connsiteX6" fmla="*/ 9476150 w 9484942"/>
              <a:gd name="connsiteY6" fmla="*/ 1252562 h 1308182"/>
              <a:gd name="connsiteX7" fmla="*/ 7246817 w 9484942"/>
              <a:gd name="connsiteY7" fmla="*/ 1308182 h 1308182"/>
              <a:gd name="connsiteX8" fmla="*/ 4833811 w 9484942"/>
              <a:gd name="connsiteY8" fmla="*/ 1270146 h 1308182"/>
              <a:gd name="connsiteX9" fmla="*/ 2779333 w 9484942"/>
              <a:gd name="connsiteY9" fmla="*/ 1300002 h 1308182"/>
              <a:gd name="connsiteX10" fmla="*/ 0 w 9484942"/>
              <a:gd name="connsiteY10" fmla="*/ 1273013 h 1308182"/>
              <a:gd name="connsiteX11" fmla="*/ 15627 w 9484942"/>
              <a:gd name="connsiteY11" fmla="*/ 346954 h 1308182"/>
              <a:gd name="connsiteX0" fmla="*/ 15627 w 9496987"/>
              <a:gd name="connsiteY0" fmla="*/ 346954 h 1316976"/>
              <a:gd name="connsiteX1" fmla="*/ 2364982 w 9496987"/>
              <a:gd name="connsiteY1" fmla="*/ 302992 h 1316976"/>
              <a:gd name="connsiteX2" fmla="*/ 5134381 w 9496987"/>
              <a:gd name="connsiteY2" fmla="*/ 115678 h 1316976"/>
              <a:gd name="connsiteX3" fmla="*/ 7091448 w 9496987"/>
              <a:gd name="connsiteY3" fmla="*/ 647346 h 1316976"/>
              <a:gd name="connsiteX4" fmla="*/ 8564472 w 9496987"/>
              <a:gd name="connsiteY4" fmla="*/ 716768 h 1316976"/>
              <a:gd name="connsiteX5" fmla="*/ 9484942 w 9496987"/>
              <a:gd name="connsiteY5" fmla="*/ 346954 h 1316976"/>
              <a:gd name="connsiteX6" fmla="*/ 9496656 w 9496987"/>
              <a:gd name="connsiteY6" fmla="*/ 1316976 h 1316976"/>
              <a:gd name="connsiteX7" fmla="*/ 7246817 w 9496987"/>
              <a:gd name="connsiteY7" fmla="*/ 1308182 h 1316976"/>
              <a:gd name="connsiteX8" fmla="*/ 4833811 w 9496987"/>
              <a:gd name="connsiteY8" fmla="*/ 1270146 h 1316976"/>
              <a:gd name="connsiteX9" fmla="*/ 2779333 w 9496987"/>
              <a:gd name="connsiteY9" fmla="*/ 1300002 h 1316976"/>
              <a:gd name="connsiteX10" fmla="*/ 0 w 9496987"/>
              <a:gd name="connsiteY10" fmla="*/ 1273013 h 1316976"/>
              <a:gd name="connsiteX11" fmla="*/ 15627 w 9496987"/>
              <a:gd name="connsiteY11" fmla="*/ 346954 h 13169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496987" h="1316976">
                <a:moveTo>
                  <a:pt x="15627" y="346954"/>
                </a:moveTo>
                <a:cubicBezTo>
                  <a:pt x="677981" y="352815"/>
                  <a:pt x="1280597" y="-406254"/>
                  <a:pt x="2364982" y="302992"/>
                </a:cubicBezTo>
                <a:cubicBezTo>
                  <a:pt x="3590042" y="1000515"/>
                  <a:pt x="4346637" y="58286"/>
                  <a:pt x="5134381" y="115678"/>
                </a:cubicBezTo>
                <a:cubicBezTo>
                  <a:pt x="5922125" y="173070"/>
                  <a:pt x="6479894" y="562194"/>
                  <a:pt x="7091448" y="647346"/>
                </a:cubicBezTo>
                <a:cubicBezTo>
                  <a:pt x="7703002" y="732498"/>
                  <a:pt x="8165556" y="766833"/>
                  <a:pt x="8564472" y="716768"/>
                </a:cubicBezTo>
                <a:cubicBezTo>
                  <a:pt x="8963388" y="666703"/>
                  <a:pt x="9372868" y="242625"/>
                  <a:pt x="9484942" y="346954"/>
                </a:cubicBezTo>
                <a:cubicBezTo>
                  <a:pt x="9482011" y="648823"/>
                  <a:pt x="9499587" y="1015107"/>
                  <a:pt x="9496656" y="1316976"/>
                </a:cubicBezTo>
                <a:lnTo>
                  <a:pt x="7246817" y="1308182"/>
                </a:lnTo>
                <a:lnTo>
                  <a:pt x="4833811" y="1270146"/>
                </a:lnTo>
                <a:lnTo>
                  <a:pt x="2779333" y="1300002"/>
                </a:lnTo>
                <a:lnTo>
                  <a:pt x="0" y="1273013"/>
                </a:lnTo>
                <a:cubicBezTo>
                  <a:pt x="2931" y="988728"/>
                  <a:pt x="3903" y="648823"/>
                  <a:pt x="15627" y="346954"/>
                </a:cubicBezTo>
                <a:close/>
              </a:path>
            </a:pathLst>
          </a:custGeom>
          <a:gradFill flip="none" rotWithShape="1">
            <a:gsLst>
              <a:gs pos="0">
                <a:srgbClr val="0F9ED5">
                  <a:lumMod val="20000"/>
                  <a:lumOff val="80000"/>
                </a:srgbClr>
              </a:gs>
              <a:gs pos="50000">
                <a:sysClr val="window" lastClr="FFFFFF"/>
              </a:gs>
              <a:gs pos="100000">
                <a:srgbClr val="0F9ED5">
                  <a:lumMod val="20000"/>
                  <a:lumOff val="80000"/>
                </a:srgbClr>
              </a:gs>
            </a:gsLst>
            <a:lin ang="0" scaled="1"/>
            <a:tileRect/>
          </a:gradFill>
          <a:ln w="15875" cap="flat" cmpd="sng" algn="ctr">
            <a:solidFill>
              <a:srgbClr val="156082">
                <a:alpha val="0"/>
              </a:srgbClr>
            </a:solidFill>
            <a:prstDash val="solid"/>
            <a:miter lim="800000"/>
          </a:ln>
          <a:effectLst>
            <a:glow>
              <a:srgbClr val="FFFF00"/>
            </a:glow>
            <a:outerShdw algn="ctr" rotWithShape="0">
              <a:sysClr val="windowText" lastClr="000000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27" name="Picture 8" descr="Hochschule Flensburg (Fachhochschule) – Wikipedia">
            <a:extLst>
              <a:ext uri="{FF2B5EF4-FFF2-40B4-BE49-F238E27FC236}">
                <a16:creationId xmlns:a16="http://schemas.microsoft.com/office/drawing/2014/main" id="{811EE0A2-7B7B-66E3-65D6-A7F1D9F140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70439" y="264131"/>
            <a:ext cx="2518129" cy="1672124"/>
          </a:xfrm>
          <a:custGeom>
            <a:avLst/>
            <a:gdLst/>
            <a:ahLst/>
            <a:cxnLst/>
            <a:rect l="l" t="t" r="r" b="b"/>
            <a:pathLst>
              <a:path w="2028107" h="1916009">
                <a:moveTo>
                  <a:pt x="35370" y="0"/>
                </a:moveTo>
                <a:lnTo>
                  <a:pt x="1992737" y="0"/>
                </a:lnTo>
                <a:cubicBezTo>
                  <a:pt x="2012271" y="0"/>
                  <a:pt x="2028107" y="15836"/>
                  <a:pt x="2028107" y="35370"/>
                </a:cubicBezTo>
                <a:lnTo>
                  <a:pt x="2028107" y="1880639"/>
                </a:lnTo>
                <a:cubicBezTo>
                  <a:pt x="2028107" y="1900173"/>
                  <a:pt x="2012271" y="1916009"/>
                  <a:pt x="1992737" y="1916009"/>
                </a:cubicBezTo>
                <a:lnTo>
                  <a:pt x="35370" y="1916009"/>
                </a:lnTo>
                <a:cubicBezTo>
                  <a:pt x="15836" y="1916009"/>
                  <a:pt x="0" y="1900173"/>
                  <a:pt x="0" y="1880639"/>
                </a:cubicBezTo>
                <a:lnTo>
                  <a:pt x="0" y="35370"/>
                </a:lnTo>
                <a:cubicBezTo>
                  <a:pt x="0" y="15836"/>
                  <a:pt x="15836" y="0"/>
                  <a:pt x="35370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" name="Picture 14" descr="A black background with blue text&#10;&#10;AI-generated content may be incorrect.">
            <a:extLst>
              <a:ext uri="{FF2B5EF4-FFF2-40B4-BE49-F238E27FC236}">
                <a16:creationId xmlns:a16="http://schemas.microsoft.com/office/drawing/2014/main" id="{88A3D22E-A6EF-A83A-86D5-C96D877CA4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445647" y="719916"/>
            <a:ext cx="3586922" cy="1040207"/>
          </a:xfrm>
          <a:custGeom>
            <a:avLst/>
            <a:gdLst/>
            <a:ahLst/>
            <a:cxnLst/>
            <a:rect l="l" t="t" r="r" b="b"/>
            <a:pathLst>
              <a:path w="2028107" h="1916009">
                <a:moveTo>
                  <a:pt x="35370" y="0"/>
                </a:moveTo>
                <a:lnTo>
                  <a:pt x="1992737" y="0"/>
                </a:lnTo>
                <a:cubicBezTo>
                  <a:pt x="2012271" y="0"/>
                  <a:pt x="2028107" y="15836"/>
                  <a:pt x="2028107" y="35370"/>
                </a:cubicBezTo>
                <a:lnTo>
                  <a:pt x="2028107" y="1880639"/>
                </a:lnTo>
                <a:cubicBezTo>
                  <a:pt x="2028107" y="1900173"/>
                  <a:pt x="2012271" y="1916009"/>
                  <a:pt x="1992737" y="1916009"/>
                </a:cubicBezTo>
                <a:lnTo>
                  <a:pt x="35370" y="1916009"/>
                </a:lnTo>
                <a:cubicBezTo>
                  <a:pt x="15836" y="1916009"/>
                  <a:pt x="0" y="1900173"/>
                  <a:pt x="0" y="1880639"/>
                </a:cubicBezTo>
                <a:lnTo>
                  <a:pt x="0" y="35370"/>
                </a:lnTo>
                <a:cubicBezTo>
                  <a:pt x="0" y="15836"/>
                  <a:pt x="15836" y="0"/>
                  <a:pt x="35370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" name="Grafik 28">
            <a:extLst>
              <a:ext uri="{FF2B5EF4-FFF2-40B4-BE49-F238E27FC236}">
                <a16:creationId xmlns:a16="http://schemas.microsoft.com/office/drawing/2014/main" id="{427A8DB5-3232-D63A-5CDF-0D3AD6450C3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25103" y="243054"/>
            <a:ext cx="3684008" cy="1703223"/>
          </a:xfrm>
          <a:prstGeom prst="rect">
            <a:avLst/>
          </a:prstGeom>
        </p:spPr>
      </p:pic>
      <p:sp>
        <p:nvSpPr>
          <p:cNvPr id="30" name="Title 1">
            <a:extLst>
              <a:ext uri="{FF2B5EF4-FFF2-40B4-BE49-F238E27FC236}">
                <a16:creationId xmlns:a16="http://schemas.microsoft.com/office/drawing/2014/main" id="{00FE6863-2F47-99AC-390A-A1BB2D1DD01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412841" y="2206093"/>
            <a:ext cx="9144000" cy="912598"/>
          </a:xfrm>
        </p:spPr>
        <p:txBody>
          <a:bodyPr>
            <a:noAutofit/>
          </a:bodyPr>
          <a:lstStyle>
            <a:lvl1pPr algn="ctr">
              <a:defRPr>
                <a:latin typeface="Aptos (Textkörper)"/>
              </a:defRPr>
            </a:lvl1pPr>
          </a:lstStyle>
          <a:p>
            <a:r>
              <a:rPr lang="it-IT" sz="4000"/>
              <a:t>Weekly report: Team X</a:t>
            </a:r>
            <a:endParaRPr lang="en-GB" sz="4000"/>
          </a:p>
        </p:txBody>
      </p:sp>
      <p:sp>
        <p:nvSpPr>
          <p:cNvPr id="31" name="Subtitle 2">
            <a:extLst>
              <a:ext uri="{FF2B5EF4-FFF2-40B4-BE49-F238E27FC236}">
                <a16:creationId xmlns:a16="http://schemas.microsoft.com/office/drawing/2014/main" id="{05E4BCC5-2CED-6F6C-22B8-AF74FB7ECFF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412841" y="3429000"/>
            <a:ext cx="9144000" cy="1143000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 algn="ctr">
              <a:buNone/>
              <a:defRPr sz="1400">
                <a:latin typeface="Aptos (Textkörper)"/>
              </a:defRPr>
            </a:lvl1pPr>
          </a:lstStyle>
          <a:p>
            <a:r>
              <a:rPr lang="it-IT" sz="2000"/>
              <a:t>Week </a:t>
            </a:r>
            <a:r>
              <a:rPr lang="it-IT" sz="2000" err="1"/>
              <a:t>number</a:t>
            </a:r>
            <a:r>
              <a:rPr lang="it-IT" sz="2000"/>
              <a:t>: X</a:t>
            </a:r>
          </a:p>
          <a:p>
            <a:r>
              <a:rPr lang="it-IT" sz="2000"/>
              <a:t>Date: DD/MM/20JJ</a:t>
            </a:r>
          </a:p>
          <a:p>
            <a:r>
              <a:rPr lang="it-IT" sz="2000"/>
              <a:t>Supervisor: X</a:t>
            </a:r>
          </a:p>
        </p:txBody>
      </p:sp>
      <p:sp>
        <p:nvSpPr>
          <p:cNvPr id="33" name="Isosceles Triangle 6">
            <a:extLst>
              <a:ext uri="{FF2B5EF4-FFF2-40B4-BE49-F238E27FC236}">
                <a16:creationId xmlns:a16="http://schemas.microsoft.com/office/drawing/2014/main" id="{8F14EFAA-BA4A-16CF-D530-1409613BCF5B}"/>
              </a:ext>
            </a:extLst>
          </p:cNvPr>
          <p:cNvSpPr/>
          <p:nvPr/>
        </p:nvSpPr>
        <p:spPr>
          <a:xfrm>
            <a:off x="1412841" y="3797919"/>
            <a:ext cx="1380683" cy="886192"/>
          </a:xfrm>
          <a:prstGeom prst="triangle">
            <a:avLst>
              <a:gd name="adj" fmla="val 50565"/>
            </a:avLst>
          </a:prstGeom>
          <a:ln w="5715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4" name="Rectangle 7">
            <a:extLst>
              <a:ext uri="{FF2B5EF4-FFF2-40B4-BE49-F238E27FC236}">
                <a16:creationId xmlns:a16="http://schemas.microsoft.com/office/drawing/2014/main" id="{8CE1E011-6342-172C-03D6-BB39C24A4CCA}"/>
              </a:ext>
            </a:extLst>
          </p:cNvPr>
          <p:cNvSpPr/>
          <p:nvPr/>
        </p:nvSpPr>
        <p:spPr>
          <a:xfrm>
            <a:off x="354584" y="4714776"/>
            <a:ext cx="3512337" cy="950790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/>
              <a:t>First slide for groups</a:t>
            </a:r>
            <a:endParaRPr lang="en-GB"/>
          </a:p>
        </p:txBody>
      </p:sp>
      <p:sp>
        <p:nvSpPr>
          <p:cNvPr id="35" name="Rectangle 11">
            <a:extLst>
              <a:ext uri="{FF2B5EF4-FFF2-40B4-BE49-F238E27FC236}">
                <a16:creationId xmlns:a16="http://schemas.microsoft.com/office/drawing/2014/main" id="{6845F127-8728-66DF-03BE-17119A20BE05}"/>
              </a:ext>
            </a:extLst>
          </p:cNvPr>
          <p:cNvSpPr/>
          <p:nvPr/>
        </p:nvSpPr>
        <p:spPr>
          <a:xfrm>
            <a:off x="1860787" y="3750629"/>
            <a:ext cx="484789" cy="120032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GB" sz="7200" b="1" cap="none" spc="0">
                <a:ln w="0"/>
                <a:solidFill>
                  <a:schemeClr val="tx1"/>
                </a:solidFill>
              </a:rPr>
              <a:t>!</a:t>
            </a:r>
          </a:p>
        </p:txBody>
      </p:sp>
      <p:sp>
        <p:nvSpPr>
          <p:cNvPr id="36" name="Text Placeholder 2">
            <a:extLst>
              <a:ext uri="{FF2B5EF4-FFF2-40B4-BE49-F238E27FC236}">
                <a16:creationId xmlns:a16="http://schemas.microsoft.com/office/drawing/2014/main" id="{C16AED5E-219C-C34B-7790-17DE2532E623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3316826" y="4882309"/>
            <a:ext cx="5128821" cy="331717"/>
          </a:xfrm>
        </p:spPr>
        <p:txBody>
          <a:bodyPr anchor="b">
            <a:noAutofit/>
          </a:bodyPr>
          <a:lstStyle>
            <a:lvl1pPr marL="0" indent="0" algn="ctr">
              <a:buNone/>
              <a:defRPr sz="1400" b="0">
                <a:latin typeface="Aptos (Textkörper)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Group </a:t>
            </a:r>
            <a:r>
              <a:rPr lang="de-DE" err="1"/>
              <a:t>members</a:t>
            </a:r>
            <a:r>
              <a:rPr lang="de-DE"/>
              <a:t>: </a:t>
            </a:r>
          </a:p>
        </p:txBody>
      </p:sp>
      <p:sp>
        <p:nvSpPr>
          <p:cNvPr id="37" name="Rechteck 36">
            <a:extLst>
              <a:ext uri="{FF2B5EF4-FFF2-40B4-BE49-F238E27FC236}">
                <a16:creationId xmlns:a16="http://schemas.microsoft.com/office/drawing/2014/main" id="{64DF9F8D-C604-6899-2A9F-B743F135F77F}"/>
              </a:ext>
            </a:extLst>
          </p:cNvPr>
          <p:cNvSpPr/>
          <p:nvPr/>
        </p:nvSpPr>
        <p:spPr>
          <a:xfrm>
            <a:off x="-4172" y="6542492"/>
            <a:ext cx="12207494" cy="365126"/>
          </a:xfrm>
          <a:prstGeom prst="rect">
            <a:avLst/>
          </a:prstGeom>
          <a:solidFill>
            <a:srgbClr val="8ECEF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26" name="Picture 18" descr="A white windmill with clouds in the background&#10;&#10;AI-generated content may be incorrect.">
            <a:extLst>
              <a:ext uri="{FF2B5EF4-FFF2-40B4-BE49-F238E27FC236}">
                <a16:creationId xmlns:a16="http://schemas.microsoft.com/office/drawing/2014/main" id="{B8218494-1E39-5AB1-96DD-936404956E5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79950" y="5430021"/>
            <a:ext cx="1753782" cy="1313633"/>
          </a:xfrm>
          <a:prstGeom prst="rect">
            <a:avLst/>
          </a:prstGeom>
        </p:spPr>
      </p:pic>
      <p:sp>
        <p:nvSpPr>
          <p:cNvPr id="5" name="Rectangle 7">
            <a:extLst>
              <a:ext uri="{FF2B5EF4-FFF2-40B4-BE49-F238E27FC236}">
                <a16:creationId xmlns:a16="http://schemas.microsoft.com/office/drawing/2014/main" id="{CA471AD5-5F65-3AF9-9ABB-E6F7475B2672}"/>
              </a:ext>
            </a:extLst>
          </p:cNvPr>
          <p:cNvSpPr/>
          <p:nvPr/>
        </p:nvSpPr>
        <p:spPr>
          <a:xfrm>
            <a:off x="8606553" y="4043001"/>
            <a:ext cx="2603270" cy="1404514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err="1"/>
              <a:t>This</a:t>
            </a:r>
            <a:r>
              <a:rPr lang="it-IT"/>
              <a:t> slide </a:t>
            </a:r>
            <a:r>
              <a:rPr lang="it-IT" err="1"/>
              <a:t>is</a:t>
            </a:r>
            <a:r>
              <a:rPr lang="it-IT"/>
              <a:t> </a:t>
            </a:r>
            <a:r>
              <a:rPr lang="it-IT" err="1"/>
              <a:t>only</a:t>
            </a:r>
            <a:r>
              <a:rPr lang="it-IT"/>
              <a:t> for </a:t>
            </a:r>
            <a:r>
              <a:rPr lang="it-IT" err="1"/>
              <a:t>explanation</a:t>
            </a:r>
            <a:r>
              <a:rPr lang="it-IT"/>
              <a:t>, </a:t>
            </a:r>
            <a:r>
              <a:rPr lang="it-IT" err="1"/>
              <a:t>dont´t</a:t>
            </a:r>
            <a:r>
              <a:rPr lang="it-IT"/>
              <a:t> use </a:t>
            </a:r>
            <a:r>
              <a:rPr lang="it-IT" err="1"/>
              <a:t>it!</a:t>
            </a:r>
            <a:endParaRPr lang="en-GB"/>
          </a:p>
        </p:txBody>
      </p:sp>
      <p:sp>
        <p:nvSpPr>
          <p:cNvPr id="9" name="Datumsplatzhalter 8">
            <a:extLst>
              <a:ext uri="{FF2B5EF4-FFF2-40B4-BE49-F238E27FC236}">
                <a16:creationId xmlns:a16="http://schemas.microsoft.com/office/drawing/2014/main" id="{92481298-4C0F-EA65-5B6C-A8C699065050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en-US"/>
              <a:t>09/12/2025</a:t>
            </a:r>
            <a:endParaRPr lang="en-GB"/>
          </a:p>
        </p:txBody>
      </p:sp>
      <p:sp>
        <p:nvSpPr>
          <p:cNvPr id="10" name="Fußzeilenplatzhalter 9">
            <a:extLst>
              <a:ext uri="{FF2B5EF4-FFF2-40B4-BE49-F238E27FC236}">
                <a16:creationId xmlns:a16="http://schemas.microsoft.com/office/drawing/2014/main" id="{FE2B40EC-630A-E9C4-E03F-6B440732207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GB"/>
              <a:t>Electrical Drivetrain / Optimus Syria</a:t>
            </a:r>
          </a:p>
        </p:txBody>
      </p:sp>
      <p:sp>
        <p:nvSpPr>
          <p:cNvPr id="11" name="Foliennummernplatzhalter 10">
            <a:extLst>
              <a:ext uri="{FF2B5EF4-FFF2-40B4-BE49-F238E27FC236}">
                <a16:creationId xmlns:a16="http://schemas.microsoft.com/office/drawing/2014/main" id="{B363FCB4-D064-121D-B878-2F1607405806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561823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oup starting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Free-form: Shape 13">
            <a:extLst>
              <a:ext uri="{FF2B5EF4-FFF2-40B4-BE49-F238E27FC236}">
                <a16:creationId xmlns:a16="http://schemas.microsoft.com/office/drawing/2014/main" id="{006CCD24-9C06-8926-5E3D-FFE059D5F3D2}"/>
              </a:ext>
            </a:extLst>
          </p:cNvPr>
          <p:cNvSpPr/>
          <p:nvPr/>
        </p:nvSpPr>
        <p:spPr>
          <a:xfrm>
            <a:off x="-7749" y="5526425"/>
            <a:ext cx="12218376" cy="728256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8414099 w 9478107"/>
              <a:gd name="connsiteY4" fmla="*/ 797823 h 1273677"/>
              <a:gd name="connsiteX5" fmla="*/ 9478107 w 9478107"/>
              <a:gd name="connsiteY5" fmla="*/ 350485 h 1273677"/>
              <a:gd name="connsiteX6" fmla="*/ 9469315 w 9478107"/>
              <a:gd name="connsiteY6" fmla="*/ 1256093 h 1273677"/>
              <a:gd name="connsiteX7" fmla="*/ 7253653 w 9478107"/>
              <a:gd name="connsiteY7" fmla="*/ 1247300 h 1273677"/>
              <a:gd name="connsiteX8" fmla="*/ 4826976 w 9478107"/>
              <a:gd name="connsiteY8" fmla="*/ 1273677 h 1273677"/>
              <a:gd name="connsiteX9" fmla="*/ 2751992 w 9478107"/>
              <a:gd name="connsiteY9" fmla="*/ 1264885 h 1273677"/>
              <a:gd name="connsiteX10" fmla="*/ 0 w 9478107"/>
              <a:gd name="connsiteY10" fmla="*/ 1212131 h 1273677"/>
              <a:gd name="connsiteX11" fmla="*/ 8792 w 9478107"/>
              <a:gd name="connsiteY11" fmla="*/ 350485 h 1273677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98612"/>
              <a:gd name="connsiteY0" fmla="*/ 463370 h 1386562"/>
              <a:gd name="connsiteX1" fmla="*/ 2057399 w 9498612"/>
              <a:gd name="connsiteY1" fmla="*/ 419408 h 1386562"/>
              <a:gd name="connsiteX2" fmla="*/ 4457699 w 9498612"/>
              <a:gd name="connsiteY2" fmla="*/ 489747 h 1386562"/>
              <a:gd name="connsiteX3" fmla="*/ 7009426 w 9498612"/>
              <a:gd name="connsiteY3" fmla="*/ 98357 h 1386562"/>
              <a:gd name="connsiteX4" fmla="*/ 8414099 w 9498612"/>
              <a:gd name="connsiteY4" fmla="*/ 910708 h 1386562"/>
              <a:gd name="connsiteX5" fmla="*/ 9498612 w 9498612"/>
              <a:gd name="connsiteY5" fmla="*/ 200892 h 1386562"/>
              <a:gd name="connsiteX6" fmla="*/ 9469315 w 9498612"/>
              <a:gd name="connsiteY6" fmla="*/ 1368978 h 1386562"/>
              <a:gd name="connsiteX7" fmla="*/ 7253653 w 9498612"/>
              <a:gd name="connsiteY7" fmla="*/ 1360185 h 1386562"/>
              <a:gd name="connsiteX8" fmla="*/ 4826976 w 9498612"/>
              <a:gd name="connsiteY8" fmla="*/ 1386562 h 1386562"/>
              <a:gd name="connsiteX9" fmla="*/ 2751992 w 9498612"/>
              <a:gd name="connsiteY9" fmla="*/ 1377770 h 1386562"/>
              <a:gd name="connsiteX10" fmla="*/ 0 w 9498612"/>
              <a:gd name="connsiteY10" fmla="*/ 1325016 h 1386562"/>
              <a:gd name="connsiteX11" fmla="*/ 8792 w 9498612"/>
              <a:gd name="connsiteY11" fmla="*/ 463370 h 1386562"/>
              <a:gd name="connsiteX0" fmla="*/ 8792 w 9498612"/>
              <a:gd name="connsiteY0" fmla="*/ 444298 h 1367490"/>
              <a:gd name="connsiteX1" fmla="*/ 2057399 w 9498612"/>
              <a:gd name="connsiteY1" fmla="*/ 400336 h 1367490"/>
              <a:gd name="connsiteX2" fmla="*/ 4320995 w 9498612"/>
              <a:gd name="connsiteY2" fmla="*/ 695656 h 1367490"/>
              <a:gd name="connsiteX3" fmla="*/ 7009426 w 9498612"/>
              <a:gd name="connsiteY3" fmla="*/ 79285 h 1367490"/>
              <a:gd name="connsiteX4" fmla="*/ 8414099 w 9498612"/>
              <a:gd name="connsiteY4" fmla="*/ 891636 h 1367490"/>
              <a:gd name="connsiteX5" fmla="*/ 9498612 w 9498612"/>
              <a:gd name="connsiteY5" fmla="*/ 181820 h 1367490"/>
              <a:gd name="connsiteX6" fmla="*/ 9469315 w 9498612"/>
              <a:gd name="connsiteY6" fmla="*/ 1349906 h 1367490"/>
              <a:gd name="connsiteX7" fmla="*/ 7253653 w 9498612"/>
              <a:gd name="connsiteY7" fmla="*/ 1341113 h 1367490"/>
              <a:gd name="connsiteX8" fmla="*/ 4826976 w 9498612"/>
              <a:gd name="connsiteY8" fmla="*/ 1367490 h 1367490"/>
              <a:gd name="connsiteX9" fmla="*/ 2751992 w 9498612"/>
              <a:gd name="connsiteY9" fmla="*/ 1358698 h 1367490"/>
              <a:gd name="connsiteX10" fmla="*/ 0 w 9498612"/>
              <a:gd name="connsiteY10" fmla="*/ 1305944 h 1367490"/>
              <a:gd name="connsiteX11" fmla="*/ 8792 w 9498612"/>
              <a:gd name="connsiteY11" fmla="*/ 444298 h 1367490"/>
              <a:gd name="connsiteX0" fmla="*/ 8792 w 9498612"/>
              <a:gd name="connsiteY0" fmla="*/ 428789 h 1351981"/>
              <a:gd name="connsiteX1" fmla="*/ 2057399 w 9498612"/>
              <a:gd name="connsiteY1" fmla="*/ 384827 h 1351981"/>
              <a:gd name="connsiteX2" fmla="*/ 3698995 w 9498612"/>
              <a:gd name="connsiteY2" fmla="*/ 961374 h 1351981"/>
              <a:gd name="connsiteX3" fmla="*/ 7009426 w 9498612"/>
              <a:gd name="connsiteY3" fmla="*/ 63776 h 1351981"/>
              <a:gd name="connsiteX4" fmla="*/ 8414099 w 9498612"/>
              <a:gd name="connsiteY4" fmla="*/ 876127 h 1351981"/>
              <a:gd name="connsiteX5" fmla="*/ 9498612 w 9498612"/>
              <a:gd name="connsiteY5" fmla="*/ 166311 h 1351981"/>
              <a:gd name="connsiteX6" fmla="*/ 9469315 w 9498612"/>
              <a:gd name="connsiteY6" fmla="*/ 1334397 h 1351981"/>
              <a:gd name="connsiteX7" fmla="*/ 7253653 w 9498612"/>
              <a:gd name="connsiteY7" fmla="*/ 1325604 h 1351981"/>
              <a:gd name="connsiteX8" fmla="*/ 4826976 w 9498612"/>
              <a:gd name="connsiteY8" fmla="*/ 1351981 h 1351981"/>
              <a:gd name="connsiteX9" fmla="*/ 2751992 w 9498612"/>
              <a:gd name="connsiteY9" fmla="*/ 1343189 h 1351981"/>
              <a:gd name="connsiteX10" fmla="*/ 0 w 9498612"/>
              <a:gd name="connsiteY10" fmla="*/ 1290435 h 1351981"/>
              <a:gd name="connsiteX11" fmla="*/ 8792 w 9498612"/>
              <a:gd name="connsiteY11" fmla="*/ 428789 h 1351981"/>
              <a:gd name="connsiteX0" fmla="*/ 8792 w 9498612"/>
              <a:gd name="connsiteY0" fmla="*/ 595005 h 1518197"/>
              <a:gd name="connsiteX1" fmla="*/ 2057399 w 9498612"/>
              <a:gd name="connsiteY1" fmla="*/ 551043 h 1518197"/>
              <a:gd name="connsiteX2" fmla="*/ 3698995 w 9498612"/>
              <a:gd name="connsiteY2" fmla="*/ 1127590 h 1518197"/>
              <a:gd name="connsiteX3" fmla="*/ 5386116 w 9498612"/>
              <a:gd name="connsiteY3" fmla="*/ 48678 h 1518197"/>
              <a:gd name="connsiteX4" fmla="*/ 7009426 w 9498612"/>
              <a:gd name="connsiteY4" fmla="*/ 229992 h 1518197"/>
              <a:gd name="connsiteX5" fmla="*/ 8414099 w 9498612"/>
              <a:gd name="connsiteY5" fmla="*/ 1042343 h 1518197"/>
              <a:gd name="connsiteX6" fmla="*/ 9498612 w 9498612"/>
              <a:gd name="connsiteY6" fmla="*/ 332527 h 1518197"/>
              <a:gd name="connsiteX7" fmla="*/ 9469315 w 9498612"/>
              <a:gd name="connsiteY7" fmla="*/ 1500613 h 1518197"/>
              <a:gd name="connsiteX8" fmla="*/ 7253653 w 9498612"/>
              <a:gd name="connsiteY8" fmla="*/ 1491820 h 1518197"/>
              <a:gd name="connsiteX9" fmla="*/ 4826976 w 9498612"/>
              <a:gd name="connsiteY9" fmla="*/ 1518197 h 1518197"/>
              <a:gd name="connsiteX10" fmla="*/ 2751992 w 9498612"/>
              <a:gd name="connsiteY10" fmla="*/ 1509405 h 1518197"/>
              <a:gd name="connsiteX11" fmla="*/ 0 w 9498612"/>
              <a:gd name="connsiteY11" fmla="*/ 1456651 h 1518197"/>
              <a:gd name="connsiteX12" fmla="*/ 8792 w 9498612"/>
              <a:gd name="connsiteY12" fmla="*/ 595005 h 1518197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9498612" h="1552908">
                <a:moveTo>
                  <a:pt x="8792" y="629716"/>
                </a:moveTo>
                <a:cubicBezTo>
                  <a:pt x="671146" y="635577"/>
                  <a:pt x="973014" y="-123492"/>
                  <a:pt x="2057399" y="585754"/>
                </a:cubicBezTo>
                <a:cubicBezTo>
                  <a:pt x="3282459" y="1283277"/>
                  <a:pt x="3144209" y="1246028"/>
                  <a:pt x="3698995" y="1162301"/>
                </a:cubicBezTo>
                <a:cubicBezTo>
                  <a:pt x="4253781" y="1078574"/>
                  <a:pt x="4834377" y="232989"/>
                  <a:pt x="5386116" y="83389"/>
                </a:cubicBezTo>
                <a:cubicBezTo>
                  <a:pt x="5937855" y="-66211"/>
                  <a:pt x="6463751" y="-19649"/>
                  <a:pt x="7009426" y="264703"/>
                </a:cubicBezTo>
                <a:cubicBezTo>
                  <a:pt x="7646042" y="612966"/>
                  <a:pt x="8003791" y="1075589"/>
                  <a:pt x="8414099" y="1077054"/>
                </a:cubicBezTo>
                <a:cubicBezTo>
                  <a:pt x="8824407" y="1078519"/>
                  <a:pt x="9320464" y="250238"/>
                  <a:pt x="9498612" y="367238"/>
                </a:cubicBezTo>
                <a:cubicBezTo>
                  <a:pt x="9495681" y="669107"/>
                  <a:pt x="9472246" y="1233455"/>
                  <a:pt x="9469315" y="1535324"/>
                </a:cubicBezTo>
                <a:lnTo>
                  <a:pt x="7253653" y="1526531"/>
                </a:lnTo>
                <a:lnTo>
                  <a:pt x="4826976" y="1552908"/>
                </a:lnTo>
                <a:lnTo>
                  <a:pt x="2751992" y="1544116"/>
                </a:lnTo>
                <a:lnTo>
                  <a:pt x="0" y="1491362"/>
                </a:lnTo>
                <a:cubicBezTo>
                  <a:pt x="2931" y="1207077"/>
                  <a:pt x="-2932" y="931585"/>
                  <a:pt x="8792" y="629716"/>
                </a:cubicBezTo>
                <a:close/>
              </a:path>
            </a:pathLst>
          </a:custGeom>
          <a:gradFill>
            <a:gsLst>
              <a:gs pos="0">
                <a:srgbClr val="EFFCFF"/>
              </a:gs>
              <a:gs pos="50000">
                <a:srgbClr val="0F9ED5">
                  <a:lumMod val="40000"/>
                  <a:lumOff val="60000"/>
                </a:srgbClr>
              </a:gs>
              <a:gs pos="100000">
                <a:sysClr val="window" lastClr="FFFFFF"/>
              </a:gs>
            </a:gsLst>
            <a:lin ang="5400000" scaled="1"/>
          </a:gradFill>
          <a:ln w="19050" cap="flat" cmpd="sng" algn="ctr">
            <a:solidFill>
              <a:sysClr val="window" lastClr="FFFFFF"/>
            </a:solidFill>
            <a:prstDash val="solid"/>
            <a:miter lim="800000"/>
          </a:ln>
          <a:effectLst>
            <a:glow>
              <a:srgbClr val="FFFF00"/>
            </a:glow>
            <a:outerShdw algn="ctr" rotWithShape="0">
              <a:sysClr val="windowText" lastClr="000000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4" name="Free-form: Shape 13">
            <a:extLst>
              <a:ext uri="{FF2B5EF4-FFF2-40B4-BE49-F238E27FC236}">
                <a16:creationId xmlns:a16="http://schemas.microsoft.com/office/drawing/2014/main" id="{1157507C-DF41-F2F7-53B7-B0DC0D568F3B}"/>
              </a:ext>
            </a:extLst>
          </p:cNvPr>
          <p:cNvSpPr/>
          <p:nvPr/>
        </p:nvSpPr>
        <p:spPr>
          <a:xfrm>
            <a:off x="0" y="5838824"/>
            <a:ext cx="12192000" cy="675673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478107" h="1273677">
                <a:moveTo>
                  <a:pt x="8792" y="350485"/>
                </a:moveTo>
                <a:cubicBezTo>
                  <a:pt x="671146" y="356346"/>
                  <a:pt x="973014" y="-402723"/>
                  <a:pt x="2057399" y="306523"/>
                </a:cubicBezTo>
                <a:cubicBezTo>
                  <a:pt x="3282459" y="1004046"/>
                  <a:pt x="3979984" y="611323"/>
                  <a:pt x="4457699" y="376862"/>
                </a:cubicBezTo>
                <a:cubicBezTo>
                  <a:pt x="5723792" y="-223945"/>
                  <a:pt x="6216161" y="-7069"/>
                  <a:pt x="7016261" y="341693"/>
                </a:cubicBezTo>
                <a:cubicBezTo>
                  <a:pt x="8672145" y="977671"/>
                  <a:pt x="8657492" y="347554"/>
                  <a:pt x="9478107" y="350485"/>
                </a:cubicBezTo>
                <a:cubicBezTo>
                  <a:pt x="9475176" y="652354"/>
                  <a:pt x="9472246" y="954224"/>
                  <a:pt x="9469315" y="1256093"/>
                </a:cubicBezTo>
                <a:lnTo>
                  <a:pt x="7253653" y="1247300"/>
                </a:lnTo>
                <a:lnTo>
                  <a:pt x="4826976" y="1273677"/>
                </a:lnTo>
                <a:lnTo>
                  <a:pt x="2751992" y="1264885"/>
                </a:lnTo>
                <a:lnTo>
                  <a:pt x="0" y="1212131"/>
                </a:lnTo>
                <a:cubicBezTo>
                  <a:pt x="2931" y="927846"/>
                  <a:pt x="-2932" y="652354"/>
                  <a:pt x="8792" y="350485"/>
                </a:cubicBezTo>
                <a:close/>
              </a:path>
            </a:pathLst>
          </a:custGeom>
          <a:gradFill>
            <a:gsLst>
              <a:gs pos="0">
                <a:srgbClr val="156082">
                  <a:lumMod val="5000"/>
                  <a:lumOff val="95000"/>
                </a:srgbClr>
              </a:gs>
              <a:gs pos="74000">
                <a:srgbClr val="156082">
                  <a:lumMod val="45000"/>
                  <a:lumOff val="55000"/>
                </a:srgbClr>
              </a:gs>
              <a:gs pos="83000">
                <a:srgbClr val="156082">
                  <a:lumMod val="45000"/>
                  <a:lumOff val="55000"/>
                </a:srgbClr>
              </a:gs>
              <a:gs pos="100000">
                <a:srgbClr val="156082">
                  <a:lumMod val="30000"/>
                  <a:lumOff val="70000"/>
                </a:srgbClr>
              </a:gs>
            </a:gsLst>
            <a:lin ang="5400000" scaled="1"/>
          </a:gradFill>
          <a:ln w="19050" cap="flat" cmpd="sng" algn="ctr">
            <a:noFill/>
            <a:prstDash val="solid"/>
            <a:miter lim="800000"/>
          </a:ln>
          <a:effectLst>
            <a:glow>
              <a:srgbClr val="FFFF00"/>
            </a:glow>
            <a:outerShdw algn="ctr" rotWithShape="0">
              <a:sysClr val="windowText" lastClr="000000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5" name="Free-form: Shape 13">
            <a:extLst>
              <a:ext uri="{FF2B5EF4-FFF2-40B4-BE49-F238E27FC236}">
                <a16:creationId xmlns:a16="http://schemas.microsoft.com/office/drawing/2014/main" id="{94DF4395-7D7A-F380-6320-D9BE1ED1DA6D}"/>
              </a:ext>
            </a:extLst>
          </p:cNvPr>
          <p:cNvSpPr/>
          <p:nvPr/>
        </p:nvSpPr>
        <p:spPr>
          <a:xfrm>
            <a:off x="-7346" y="5928072"/>
            <a:ext cx="12216286" cy="898824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4457699 w 9478107"/>
              <a:gd name="connsiteY2" fmla="*/ 373331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72464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755857 w 9478107"/>
              <a:gd name="connsiteY4" fmla="*/ 446231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557637 w 9478107"/>
              <a:gd name="connsiteY4" fmla="*/ 716768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15627 w 9484942"/>
              <a:gd name="connsiteY0" fmla="*/ 346954 h 1277035"/>
              <a:gd name="connsiteX1" fmla="*/ 2364982 w 9484942"/>
              <a:gd name="connsiteY1" fmla="*/ 302992 h 1277035"/>
              <a:gd name="connsiteX2" fmla="*/ 5134381 w 9484942"/>
              <a:gd name="connsiteY2" fmla="*/ 115678 h 1277035"/>
              <a:gd name="connsiteX3" fmla="*/ 7091448 w 9484942"/>
              <a:gd name="connsiteY3" fmla="*/ 647346 h 1277035"/>
              <a:gd name="connsiteX4" fmla="*/ 8564472 w 9484942"/>
              <a:gd name="connsiteY4" fmla="*/ 716768 h 1277035"/>
              <a:gd name="connsiteX5" fmla="*/ 9484942 w 9484942"/>
              <a:gd name="connsiteY5" fmla="*/ 346954 h 1277035"/>
              <a:gd name="connsiteX6" fmla="*/ 9476150 w 9484942"/>
              <a:gd name="connsiteY6" fmla="*/ 1252562 h 1277035"/>
              <a:gd name="connsiteX7" fmla="*/ 7260488 w 9484942"/>
              <a:gd name="connsiteY7" fmla="*/ 1243769 h 1277035"/>
              <a:gd name="connsiteX8" fmla="*/ 4833811 w 9484942"/>
              <a:gd name="connsiteY8" fmla="*/ 1270146 h 1277035"/>
              <a:gd name="connsiteX9" fmla="*/ 2758827 w 9484942"/>
              <a:gd name="connsiteY9" fmla="*/ 1261354 h 1277035"/>
              <a:gd name="connsiteX10" fmla="*/ 0 w 9484942"/>
              <a:gd name="connsiteY10" fmla="*/ 1273013 h 1277035"/>
              <a:gd name="connsiteX11" fmla="*/ 15627 w 9484942"/>
              <a:gd name="connsiteY11" fmla="*/ 346954 h 1277035"/>
              <a:gd name="connsiteX0" fmla="*/ 15627 w 9484942"/>
              <a:gd name="connsiteY0" fmla="*/ 346954 h 1300002"/>
              <a:gd name="connsiteX1" fmla="*/ 2364982 w 9484942"/>
              <a:gd name="connsiteY1" fmla="*/ 302992 h 1300002"/>
              <a:gd name="connsiteX2" fmla="*/ 5134381 w 9484942"/>
              <a:gd name="connsiteY2" fmla="*/ 115678 h 1300002"/>
              <a:gd name="connsiteX3" fmla="*/ 7091448 w 9484942"/>
              <a:gd name="connsiteY3" fmla="*/ 647346 h 1300002"/>
              <a:gd name="connsiteX4" fmla="*/ 8564472 w 9484942"/>
              <a:gd name="connsiteY4" fmla="*/ 716768 h 1300002"/>
              <a:gd name="connsiteX5" fmla="*/ 9484942 w 9484942"/>
              <a:gd name="connsiteY5" fmla="*/ 346954 h 1300002"/>
              <a:gd name="connsiteX6" fmla="*/ 9476150 w 9484942"/>
              <a:gd name="connsiteY6" fmla="*/ 1252562 h 1300002"/>
              <a:gd name="connsiteX7" fmla="*/ 7260488 w 9484942"/>
              <a:gd name="connsiteY7" fmla="*/ 1243769 h 1300002"/>
              <a:gd name="connsiteX8" fmla="*/ 4833811 w 9484942"/>
              <a:gd name="connsiteY8" fmla="*/ 1270146 h 1300002"/>
              <a:gd name="connsiteX9" fmla="*/ 2779333 w 9484942"/>
              <a:gd name="connsiteY9" fmla="*/ 1300002 h 1300002"/>
              <a:gd name="connsiteX10" fmla="*/ 0 w 9484942"/>
              <a:gd name="connsiteY10" fmla="*/ 1273013 h 1300002"/>
              <a:gd name="connsiteX11" fmla="*/ 15627 w 9484942"/>
              <a:gd name="connsiteY11" fmla="*/ 346954 h 1300002"/>
              <a:gd name="connsiteX0" fmla="*/ 15627 w 9484942"/>
              <a:gd name="connsiteY0" fmla="*/ 346954 h 1346830"/>
              <a:gd name="connsiteX1" fmla="*/ 2364982 w 9484942"/>
              <a:gd name="connsiteY1" fmla="*/ 302992 h 1346830"/>
              <a:gd name="connsiteX2" fmla="*/ 5134381 w 9484942"/>
              <a:gd name="connsiteY2" fmla="*/ 115678 h 1346830"/>
              <a:gd name="connsiteX3" fmla="*/ 7091448 w 9484942"/>
              <a:gd name="connsiteY3" fmla="*/ 647346 h 1346830"/>
              <a:gd name="connsiteX4" fmla="*/ 8564472 w 9484942"/>
              <a:gd name="connsiteY4" fmla="*/ 716768 h 1346830"/>
              <a:gd name="connsiteX5" fmla="*/ 9484942 w 9484942"/>
              <a:gd name="connsiteY5" fmla="*/ 346954 h 1346830"/>
              <a:gd name="connsiteX6" fmla="*/ 9476150 w 9484942"/>
              <a:gd name="connsiteY6" fmla="*/ 1252562 h 1346830"/>
              <a:gd name="connsiteX7" fmla="*/ 7267323 w 9484942"/>
              <a:gd name="connsiteY7" fmla="*/ 1346830 h 1346830"/>
              <a:gd name="connsiteX8" fmla="*/ 4833811 w 9484942"/>
              <a:gd name="connsiteY8" fmla="*/ 1270146 h 1346830"/>
              <a:gd name="connsiteX9" fmla="*/ 2779333 w 9484942"/>
              <a:gd name="connsiteY9" fmla="*/ 1300002 h 1346830"/>
              <a:gd name="connsiteX10" fmla="*/ 0 w 9484942"/>
              <a:gd name="connsiteY10" fmla="*/ 1273013 h 1346830"/>
              <a:gd name="connsiteX11" fmla="*/ 15627 w 9484942"/>
              <a:gd name="connsiteY11" fmla="*/ 346954 h 1346830"/>
              <a:gd name="connsiteX0" fmla="*/ 15627 w 9484942"/>
              <a:gd name="connsiteY0" fmla="*/ 346954 h 1308182"/>
              <a:gd name="connsiteX1" fmla="*/ 2364982 w 9484942"/>
              <a:gd name="connsiteY1" fmla="*/ 302992 h 1308182"/>
              <a:gd name="connsiteX2" fmla="*/ 5134381 w 9484942"/>
              <a:gd name="connsiteY2" fmla="*/ 115678 h 1308182"/>
              <a:gd name="connsiteX3" fmla="*/ 7091448 w 9484942"/>
              <a:gd name="connsiteY3" fmla="*/ 647346 h 1308182"/>
              <a:gd name="connsiteX4" fmla="*/ 8564472 w 9484942"/>
              <a:gd name="connsiteY4" fmla="*/ 716768 h 1308182"/>
              <a:gd name="connsiteX5" fmla="*/ 9484942 w 9484942"/>
              <a:gd name="connsiteY5" fmla="*/ 346954 h 1308182"/>
              <a:gd name="connsiteX6" fmla="*/ 9476150 w 9484942"/>
              <a:gd name="connsiteY6" fmla="*/ 1252562 h 1308182"/>
              <a:gd name="connsiteX7" fmla="*/ 7246817 w 9484942"/>
              <a:gd name="connsiteY7" fmla="*/ 1308182 h 1308182"/>
              <a:gd name="connsiteX8" fmla="*/ 4833811 w 9484942"/>
              <a:gd name="connsiteY8" fmla="*/ 1270146 h 1308182"/>
              <a:gd name="connsiteX9" fmla="*/ 2779333 w 9484942"/>
              <a:gd name="connsiteY9" fmla="*/ 1300002 h 1308182"/>
              <a:gd name="connsiteX10" fmla="*/ 0 w 9484942"/>
              <a:gd name="connsiteY10" fmla="*/ 1273013 h 1308182"/>
              <a:gd name="connsiteX11" fmla="*/ 15627 w 9484942"/>
              <a:gd name="connsiteY11" fmla="*/ 346954 h 1308182"/>
              <a:gd name="connsiteX0" fmla="*/ 15627 w 9496987"/>
              <a:gd name="connsiteY0" fmla="*/ 346954 h 1316976"/>
              <a:gd name="connsiteX1" fmla="*/ 2364982 w 9496987"/>
              <a:gd name="connsiteY1" fmla="*/ 302992 h 1316976"/>
              <a:gd name="connsiteX2" fmla="*/ 5134381 w 9496987"/>
              <a:gd name="connsiteY2" fmla="*/ 115678 h 1316976"/>
              <a:gd name="connsiteX3" fmla="*/ 7091448 w 9496987"/>
              <a:gd name="connsiteY3" fmla="*/ 647346 h 1316976"/>
              <a:gd name="connsiteX4" fmla="*/ 8564472 w 9496987"/>
              <a:gd name="connsiteY4" fmla="*/ 716768 h 1316976"/>
              <a:gd name="connsiteX5" fmla="*/ 9484942 w 9496987"/>
              <a:gd name="connsiteY5" fmla="*/ 346954 h 1316976"/>
              <a:gd name="connsiteX6" fmla="*/ 9496656 w 9496987"/>
              <a:gd name="connsiteY6" fmla="*/ 1316976 h 1316976"/>
              <a:gd name="connsiteX7" fmla="*/ 7246817 w 9496987"/>
              <a:gd name="connsiteY7" fmla="*/ 1308182 h 1316976"/>
              <a:gd name="connsiteX8" fmla="*/ 4833811 w 9496987"/>
              <a:gd name="connsiteY8" fmla="*/ 1270146 h 1316976"/>
              <a:gd name="connsiteX9" fmla="*/ 2779333 w 9496987"/>
              <a:gd name="connsiteY9" fmla="*/ 1300002 h 1316976"/>
              <a:gd name="connsiteX10" fmla="*/ 0 w 9496987"/>
              <a:gd name="connsiteY10" fmla="*/ 1273013 h 1316976"/>
              <a:gd name="connsiteX11" fmla="*/ 15627 w 9496987"/>
              <a:gd name="connsiteY11" fmla="*/ 346954 h 13169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496987" h="1316976">
                <a:moveTo>
                  <a:pt x="15627" y="346954"/>
                </a:moveTo>
                <a:cubicBezTo>
                  <a:pt x="677981" y="352815"/>
                  <a:pt x="1280597" y="-406254"/>
                  <a:pt x="2364982" y="302992"/>
                </a:cubicBezTo>
                <a:cubicBezTo>
                  <a:pt x="3590042" y="1000515"/>
                  <a:pt x="4346637" y="58286"/>
                  <a:pt x="5134381" y="115678"/>
                </a:cubicBezTo>
                <a:cubicBezTo>
                  <a:pt x="5922125" y="173070"/>
                  <a:pt x="6479894" y="562194"/>
                  <a:pt x="7091448" y="647346"/>
                </a:cubicBezTo>
                <a:cubicBezTo>
                  <a:pt x="7703002" y="732498"/>
                  <a:pt x="8165556" y="766833"/>
                  <a:pt x="8564472" y="716768"/>
                </a:cubicBezTo>
                <a:cubicBezTo>
                  <a:pt x="8963388" y="666703"/>
                  <a:pt x="9372868" y="242625"/>
                  <a:pt x="9484942" y="346954"/>
                </a:cubicBezTo>
                <a:cubicBezTo>
                  <a:pt x="9482011" y="648823"/>
                  <a:pt x="9499587" y="1015107"/>
                  <a:pt x="9496656" y="1316976"/>
                </a:cubicBezTo>
                <a:lnTo>
                  <a:pt x="7246817" y="1308182"/>
                </a:lnTo>
                <a:lnTo>
                  <a:pt x="4833811" y="1270146"/>
                </a:lnTo>
                <a:lnTo>
                  <a:pt x="2779333" y="1300002"/>
                </a:lnTo>
                <a:lnTo>
                  <a:pt x="0" y="1273013"/>
                </a:lnTo>
                <a:cubicBezTo>
                  <a:pt x="2931" y="988728"/>
                  <a:pt x="3903" y="648823"/>
                  <a:pt x="15627" y="346954"/>
                </a:cubicBezTo>
                <a:close/>
              </a:path>
            </a:pathLst>
          </a:custGeom>
          <a:gradFill flip="none" rotWithShape="1">
            <a:gsLst>
              <a:gs pos="0">
                <a:srgbClr val="0F9ED5">
                  <a:lumMod val="20000"/>
                  <a:lumOff val="80000"/>
                </a:srgbClr>
              </a:gs>
              <a:gs pos="50000">
                <a:sysClr val="window" lastClr="FFFFFF"/>
              </a:gs>
              <a:gs pos="100000">
                <a:srgbClr val="0F9ED5">
                  <a:lumMod val="20000"/>
                  <a:lumOff val="80000"/>
                </a:srgbClr>
              </a:gs>
            </a:gsLst>
            <a:lin ang="0" scaled="1"/>
            <a:tileRect/>
          </a:gradFill>
          <a:ln w="15875" cap="flat" cmpd="sng" algn="ctr">
            <a:solidFill>
              <a:srgbClr val="156082">
                <a:alpha val="0"/>
              </a:srgbClr>
            </a:solidFill>
            <a:prstDash val="solid"/>
            <a:miter lim="800000"/>
          </a:ln>
          <a:effectLst>
            <a:glow>
              <a:srgbClr val="FFFF00"/>
            </a:glow>
            <a:outerShdw algn="ctr" rotWithShape="0">
              <a:sysClr val="windowText" lastClr="000000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27" name="Picture 8" descr="Hochschule Flensburg (Fachhochschule) – Wikipedia">
            <a:extLst>
              <a:ext uri="{FF2B5EF4-FFF2-40B4-BE49-F238E27FC236}">
                <a16:creationId xmlns:a16="http://schemas.microsoft.com/office/drawing/2014/main" id="{811EE0A2-7B7B-66E3-65D6-A7F1D9F140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70439" y="264131"/>
            <a:ext cx="2518129" cy="1672124"/>
          </a:xfrm>
          <a:custGeom>
            <a:avLst/>
            <a:gdLst/>
            <a:ahLst/>
            <a:cxnLst/>
            <a:rect l="l" t="t" r="r" b="b"/>
            <a:pathLst>
              <a:path w="2028107" h="1916009">
                <a:moveTo>
                  <a:pt x="35370" y="0"/>
                </a:moveTo>
                <a:lnTo>
                  <a:pt x="1992737" y="0"/>
                </a:lnTo>
                <a:cubicBezTo>
                  <a:pt x="2012271" y="0"/>
                  <a:pt x="2028107" y="15836"/>
                  <a:pt x="2028107" y="35370"/>
                </a:cubicBezTo>
                <a:lnTo>
                  <a:pt x="2028107" y="1880639"/>
                </a:lnTo>
                <a:cubicBezTo>
                  <a:pt x="2028107" y="1900173"/>
                  <a:pt x="2012271" y="1916009"/>
                  <a:pt x="1992737" y="1916009"/>
                </a:cubicBezTo>
                <a:lnTo>
                  <a:pt x="35370" y="1916009"/>
                </a:lnTo>
                <a:cubicBezTo>
                  <a:pt x="15836" y="1916009"/>
                  <a:pt x="0" y="1900173"/>
                  <a:pt x="0" y="1880639"/>
                </a:cubicBezTo>
                <a:lnTo>
                  <a:pt x="0" y="35370"/>
                </a:lnTo>
                <a:cubicBezTo>
                  <a:pt x="0" y="15836"/>
                  <a:pt x="15836" y="0"/>
                  <a:pt x="35370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" name="Picture 14" descr="A black background with blue text&#10;&#10;AI-generated content may be incorrect.">
            <a:extLst>
              <a:ext uri="{FF2B5EF4-FFF2-40B4-BE49-F238E27FC236}">
                <a16:creationId xmlns:a16="http://schemas.microsoft.com/office/drawing/2014/main" id="{88A3D22E-A6EF-A83A-86D5-C96D877CA4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445647" y="719916"/>
            <a:ext cx="3586922" cy="1040207"/>
          </a:xfrm>
          <a:custGeom>
            <a:avLst/>
            <a:gdLst/>
            <a:ahLst/>
            <a:cxnLst/>
            <a:rect l="l" t="t" r="r" b="b"/>
            <a:pathLst>
              <a:path w="2028107" h="1916009">
                <a:moveTo>
                  <a:pt x="35370" y="0"/>
                </a:moveTo>
                <a:lnTo>
                  <a:pt x="1992737" y="0"/>
                </a:lnTo>
                <a:cubicBezTo>
                  <a:pt x="2012271" y="0"/>
                  <a:pt x="2028107" y="15836"/>
                  <a:pt x="2028107" y="35370"/>
                </a:cubicBezTo>
                <a:lnTo>
                  <a:pt x="2028107" y="1880639"/>
                </a:lnTo>
                <a:cubicBezTo>
                  <a:pt x="2028107" y="1900173"/>
                  <a:pt x="2012271" y="1916009"/>
                  <a:pt x="1992737" y="1916009"/>
                </a:cubicBezTo>
                <a:lnTo>
                  <a:pt x="35370" y="1916009"/>
                </a:lnTo>
                <a:cubicBezTo>
                  <a:pt x="15836" y="1916009"/>
                  <a:pt x="0" y="1900173"/>
                  <a:pt x="0" y="1880639"/>
                </a:cubicBezTo>
                <a:lnTo>
                  <a:pt x="0" y="35370"/>
                </a:lnTo>
                <a:cubicBezTo>
                  <a:pt x="0" y="15836"/>
                  <a:pt x="15836" y="0"/>
                  <a:pt x="35370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" name="Grafik 28">
            <a:extLst>
              <a:ext uri="{FF2B5EF4-FFF2-40B4-BE49-F238E27FC236}">
                <a16:creationId xmlns:a16="http://schemas.microsoft.com/office/drawing/2014/main" id="{427A8DB5-3232-D63A-5CDF-0D3AD6450C3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25103" y="243054"/>
            <a:ext cx="3684008" cy="1703223"/>
          </a:xfrm>
          <a:prstGeom prst="rect">
            <a:avLst/>
          </a:prstGeom>
        </p:spPr>
      </p:pic>
      <p:sp>
        <p:nvSpPr>
          <p:cNvPr id="30" name="Title 1">
            <a:extLst>
              <a:ext uri="{FF2B5EF4-FFF2-40B4-BE49-F238E27FC236}">
                <a16:creationId xmlns:a16="http://schemas.microsoft.com/office/drawing/2014/main" id="{00FE6863-2F47-99AC-390A-A1BB2D1DD01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412841" y="2206093"/>
            <a:ext cx="9144000" cy="912598"/>
          </a:xfrm>
        </p:spPr>
        <p:txBody>
          <a:bodyPr>
            <a:noAutofit/>
          </a:bodyPr>
          <a:lstStyle>
            <a:lvl1pPr algn="ctr">
              <a:defRPr>
                <a:latin typeface="Aptos (Textkörper)"/>
              </a:defRPr>
            </a:lvl1pPr>
          </a:lstStyle>
          <a:p>
            <a:r>
              <a:rPr lang="it-IT" sz="4000"/>
              <a:t>Weekly report: Team X</a:t>
            </a:r>
            <a:endParaRPr lang="en-GB" sz="4000"/>
          </a:p>
        </p:txBody>
      </p:sp>
      <p:sp>
        <p:nvSpPr>
          <p:cNvPr id="31" name="Subtitle 2">
            <a:extLst>
              <a:ext uri="{FF2B5EF4-FFF2-40B4-BE49-F238E27FC236}">
                <a16:creationId xmlns:a16="http://schemas.microsoft.com/office/drawing/2014/main" id="{05E4BCC5-2CED-6F6C-22B8-AF74FB7ECFF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ubTitle" idx="1" hasCustomPrompt="1"/>
          </p:nvPr>
        </p:nvSpPr>
        <p:spPr>
          <a:xfrm>
            <a:off x="1412841" y="3429000"/>
            <a:ext cx="9144000" cy="1143000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 algn="ctr">
              <a:buNone/>
              <a:defRPr sz="1400">
                <a:latin typeface="Aptos (Textkörper)"/>
              </a:defRPr>
            </a:lvl1pPr>
          </a:lstStyle>
          <a:p>
            <a:r>
              <a:rPr lang="it-IT" sz="2000"/>
              <a:t>Week </a:t>
            </a:r>
            <a:r>
              <a:rPr lang="it-IT" sz="2000" err="1"/>
              <a:t>number</a:t>
            </a:r>
            <a:r>
              <a:rPr lang="it-IT" sz="2000"/>
              <a:t>: X</a:t>
            </a:r>
          </a:p>
          <a:p>
            <a:r>
              <a:rPr lang="it-IT" sz="2000"/>
              <a:t>Date: DD/MM/20JJ</a:t>
            </a:r>
          </a:p>
          <a:p>
            <a:r>
              <a:rPr lang="it-IT" sz="2000"/>
              <a:t>Supervisor: X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05588F89-BF05-8BCF-9834-AE05DA2404B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idx="10" hasCustomPrompt="1"/>
          </p:nvPr>
        </p:nvSpPr>
        <p:spPr>
          <a:xfrm>
            <a:off x="3316826" y="4882309"/>
            <a:ext cx="5128821" cy="331717"/>
          </a:xfrm>
        </p:spPr>
        <p:txBody>
          <a:bodyPr anchor="b">
            <a:noAutofit/>
          </a:bodyPr>
          <a:lstStyle>
            <a:lvl1pPr marL="0" indent="0" algn="ctr">
              <a:buNone/>
              <a:defRPr sz="1400" b="0">
                <a:latin typeface="Aptos (Textkörper)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Group </a:t>
            </a:r>
            <a:r>
              <a:rPr lang="de-DE" err="1"/>
              <a:t>members</a:t>
            </a:r>
            <a:r>
              <a:rPr lang="de-DE"/>
              <a:t>: </a:t>
            </a:r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83077A87-075C-C9F1-CF08-7A350F77E612}"/>
              </a:ext>
            </a:extLst>
          </p:cNvPr>
          <p:cNvSpPr/>
          <p:nvPr/>
        </p:nvSpPr>
        <p:spPr>
          <a:xfrm>
            <a:off x="-4172" y="6542492"/>
            <a:ext cx="12207494" cy="365126"/>
          </a:xfrm>
          <a:prstGeom prst="rect">
            <a:avLst/>
          </a:prstGeom>
          <a:solidFill>
            <a:srgbClr val="8ECEF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26" name="Picture 18" descr="A white windmill with clouds in the background&#10;&#10;AI-generated content may be incorrect.">
            <a:extLst>
              <a:ext uri="{FF2B5EF4-FFF2-40B4-BE49-F238E27FC236}">
                <a16:creationId xmlns:a16="http://schemas.microsoft.com/office/drawing/2014/main" id="{B8218494-1E39-5AB1-96DD-936404956E5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79950" y="5430021"/>
            <a:ext cx="1753782" cy="1313633"/>
          </a:xfrm>
          <a:prstGeom prst="rect">
            <a:avLst/>
          </a:prstGeom>
        </p:spPr>
      </p:pic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DB3C889B-2F55-2C2F-122E-E89ABE6A2D9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en-US"/>
              <a:t>09/12/2025</a:t>
            </a:r>
            <a:endParaRPr lang="en-GB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E2877DC7-CA1E-181B-77C7-99C60829ED57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GB"/>
              <a:t>Electrical Drivetrain / Optimus Syria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043E1ABD-9DAE-E035-8B0B-D41EFED3FC86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408538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List of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68B5CAFF-79AF-87AE-7EAE-604CC93E764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38200" y="1825625"/>
            <a:ext cx="10515600" cy="4351338"/>
          </a:xfrm>
        </p:spPr>
        <p:txBody>
          <a:bodyPr/>
          <a:lstStyle>
            <a:lvl1pPr marL="514350" indent="-514350">
              <a:buFont typeface="+mj-lt"/>
              <a:buAutoNum type="arabicPeriod"/>
              <a:defRPr sz="2200"/>
            </a:lvl1pPr>
            <a:lvl2pPr marL="971550" indent="-514350">
              <a:buFont typeface="+mj-lt"/>
              <a:buAutoNum type="romanLcPeriod"/>
              <a:defRPr sz="2000"/>
            </a:lvl2pPr>
          </a:lstStyle>
          <a:p>
            <a:pPr lvl="0"/>
            <a:r>
              <a:rPr lang="de-DE"/>
              <a:t>Title, </a:t>
            </a:r>
            <a:r>
              <a:rPr lang="de-DE" err="1"/>
              <a:t>example</a:t>
            </a:r>
            <a:r>
              <a:rPr lang="de-DE"/>
              <a:t>: Tasks </a:t>
            </a:r>
            <a:r>
              <a:rPr lang="de-DE" err="1"/>
              <a:t>of</a:t>
            </a:r>
            <a:r>
              <a:rPr lang="de-DE"/>
              <a:t> </a:t>
            </a:r>
            <a:r>
              <a:rPr lang="de-DE" err="1"/>
              <a:t>the</a:t>
            </a:r>
            <a:r>
              <a:rPr lang="de-DE"/>
              <a:t> </a:t>
            </a:r>
            <a:r>
              <a:rPr lang="de-DE" err="1"/>
              <a:t>week</a:t>
            </a:r>
            <a:endParaRPr lang="de-DE"/>
          </a:p>
          <a:p>
            <a:pPr lvl="1"/>
            <a:r>
              <a:rPr lang="de-DE" err="1"/>
              <a:t>Example</a:t>
            </a:r>
            <a:r>
              <a:rPr lang="de-DE"/>
              <a:t>: </a:t>
            </a:r>
            <a:r>
              <a:rPr lang="de-DE" err="1"/>
              <a:t>drawings</a:t>
            </a:r>
            <a:r>
              <a:rPr lang="de-DE"/>
              <a:t> </a:t>
            </a:r>
            <a:r>
              <a:rPr lang="de-DE" err="1"/>
              <a:t>from</a:t>
            </a:r>
            <a:r>
              <a:rPr lang="de-DE"/>
              <a:t> </a:t>
            </a:r>
            <a:r>
              <a:rPr lang="de-DE" err="1"/>
              <a:t>the</a:t>
            </a:r>
            <a:r>
              <a:rPr lang="de-DE"/>
              <a:t> </a:t>
            </a:r>
            <a:r>
              <a:rPr lang="de-DE" err="1"/>
              <a:t>week</a:t>
            </a:r>
            <a:endParaRPr lang="de-DE"/>
          </a:p>
          <a:p>
            <a:pPr lvl="0"/>
            <a:r>
              <a:rPr lang="de-DE"/>
              <a:t>X</a:t>
            </a:r>
          </a:p>
          <a:p>
            <a:pPr lvl="1"/>
            <a:endParaRPr lang="de-DE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562E2414-A9F3-5C69-E3A8-481E091525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125"/>
            <a:ext cx="10515600" cy="1325563"/>
          </a:xfrm>
        </p:spPr>
        <p:txBody>
          <a:bodyPr/>
          <a:lstStyle>
            <a:lvl1pPr>
              <a:defRPr/>
            </a:lvl1pPr>
          </a:lstStyle>
          <a:p>
            <a:r>
              <a:rPr lang="de-DE"/>
              <a:t>List </a:t>
            </a:r>
            <a:r>
              <a:rPr lang="de-DE" err="1"/>
              <a:t>of</a:t>
            </a:r>
            <a:r>
              <a:rPr lang="de-DE"/>
              <a:t> </a:t>
            </a:r>
            <a:r>
              <a:rPr lang="de-DE" err="1"/>
              <a:t>contents</a:t>
            </a:r>
            <a:endParaRPr lang="en-GB"/>
          </a:p>
        </p:txBody>
      </p:sp>
      <p:cxnSp>
        <p:nvCxnSpPr>
          <p:cNvPr id="9" name="Straight Connector 5">
            <a:extLst>
              <a:ext uri="{FF2B5EF4-FFF2-40B4-BE49-F238E27FC236}">
                <a16:creationId xmlns:a16="http://schemas.microsoft.com/office/drawing/2014/main" id="{66EB7C6A-45A8-A327-54B4-9E3A0BCAC0B4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Datumsplatzhalter 10">
            <a:extLst>
              <a:ext uri="{FF2B5EF4-FFF2-40B4-BE49-F238E27FC236}">
                <a16:creationId xmlns:a16="http://schemas.microsoft.com/office/drawing/2014/main" id="{8F6D1F16-A947-CEE2-C58A-50217E9017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09/12/2025</a:t>
            </a:r>
            <a:endParaRPr lang="en-GB"/>
          </a:p>
        </p:txBody>
      </p:sp>
      <p:sp>
        <p:nvSpPr>
          <p:cNvPr id="12" name="Fußzeilenplatzhalter 11">
            <a:extLst>
              <a:ext uri="{FF2B5EF4-FFF2-40B4-BE49-F238E27FC236}">
                <a16:creationId xmlns:a16="http://schemas.microsoft.com/office/drawing/2014/main" id="{873EF994-6CA7-B763-F215-A7D1723E2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Electrical Drivetrain / Optimus Syria</a:t>
            </a:r>
          </a:p>
        </p:txBody>
      </p:sp>
      <p:sp>
        <p:nvSpPr>
          <p:cNvPr id="13" name="Foliennummernplatzhalter 12">
            <a:extLst>
              <a:ext uri="{FF2B5EF4-FFF2-40B4-BE49-F238E27FC236}">
                <a16:creationId xmlns:a16="http://schemas.microsoft.com/office/drawing/2014/main" id="{67F2F56B-9E4F-A460-92A9-87055C42B8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4" name="Textplatzhalter 16">
            <a:extLst>
              <a:ext uri="{FF2B5EF4-FFF2-40B4-BE49-F238E27FC236}">
                <a16:creationId xmlns:a16="http://schemas.microsoft.com/office/drawing/2014/main" id="{3A8B7922-CD64-E421-B5E5-B7BA56CBCB0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Vijay </a:t>
            </a:r>
            <a:r>
              <a:rPr lang="de-DE" err="1"/>
              <a:t>Simha</a:t>
            </a:r>
            <a:r>
              <a:rPr lang="de-DE"/>
              <a:t> Reddy </a:t>
            </a:r>
            <a:r>
              <a:rPr lang="de-DE" err="1"/>
              <a:t>Bogala</a:t>
            </a:r>
            <a:r>
              <a:rPr lang="de-DE"/>
              <a:t>, Josef Remberger</a:t>
            </a:r>
          </a:p>
        </p:txBody>
      </p:sp>
    </p:spTree>
    <p:extLst>
      <p:ext uri="{BB962C8B-B14F-4D97-AF65-F5344CB8AC3E}">
        <p14:creationId xmlns:p14="http://schemas.microsoft.com/office/powerpoint/2010/main" val="2966362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ibliography (Explanatio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993033-AA4A-D955-AE39-E7F2A40C8A4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err="1"/>
              <a:t>Bibliography</a:t>
            </a:r>
            <a:r>
              <a:rPr lang="de-DE"/>
              <a:t> – </a:t>
            </a:r>
            <a:r>
              <a:rPr lang="de-DE" err="1"/>
              <a:t>team</a:t>
            </a:r>
            <a:r>
              <a:rPr lang="de-DE"/>
              <a:t> </a:t>
            </a:r>
            <a:r>
              <a:rPr lang="de-DE" err="1"/>
              <a:t>name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38BDBB-4827-8B89-3EE0-5A3DD22172FC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>
            <a:normAutofit/>
          </a:bodyPr>
          <a:lstStyle>
            <a:lvl1pPr marL="0" indent="0">
              <a:buNone/>
              <a:defRPr sz="1600"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it-IT"/>
              <a:t>[1] </a:t>
            </a:r>
            <a:r>
              <a:rPr lang="en-GB"/>
              <a:t>“How HOMER Calculates Wind Turbine Power Output,” </a:t>
            </a:r>
            <a:r>
              <a:rPr lang="en-GB" i="1"/>
              <a:t>Homerenergy.com</a:t>
            </a:r>
            <a:r>
              <a:rPr lang="en-GB"/>
              <a:t>, 2017. https://www.homerenergy.com/products/pro/docs/3.15/how_homer_calculates_wind_turbine_power_output.html (accessed Aug. 25, 2025).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[2] …..</a:t>
            </a:r>
            <a:endParaRPr lang="it-IT"/>
          </a:p>
          <a:p>
            <a:pPr lvl="0"/>
            <a:endParaRPr lang="de-DE"/>
          </a:p>
        </p:txBody>
      </p:sp>
      <p:cxnSp>
        <p:nvCxnSpPr>
          <p:cNvPr id="6" name="Straight Arrow Connector 21">
            <a:extLst>
              <a:ext uri="{FF2B5EF4-FFF2-40B4-BE49-F238E27FC236}">
                <a16:creationId xmlns:a16="http://schemas.microsoft.com/office/drawing/2014/main" id="{9B5BA113-ABD0-9B33-1E2F-5863B083FE29}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4994031" y="2734408"/>
            <a:ext cx="1245576" cy="1837592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22">
            <a:extLst>
              <a:ext uri="{FF2B5EF4-FFF2-40B4-BE49-F238E27FC236}">
                <a16:creationId xmlns:a16="http://schemas.microsoft.com/office/drawing/2014/main" id="{59531AAE-8AA3-6039-F69E-EDD1AF57C810}"/>
              </a:ext>
            </a:extLst>
          </p:cNvPr>
          <p:cNvSpPr/>
          <p:nvPr userDrawn="1"/>
        </p:nvSpPr>
        <p:spPr>
          <a:xfrm>
            <a:off x="4475285" y="4572000"/>
            <a:ext cx="5969977" cy="1677864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/>
              <a:t>The style </a:t>
            </a:r>
            <a:r>
              <a:rPr lang="it-IT" err="1"/>
              <a:t>chosen</a:t>
            </a:r>
            <a:r>
              <a:rPr lang="it-IT"/>
              <a:t> for </a:t>
            </a:r>
            <a:r>
              <a:rPr lang="it-IT" err="1"/>
              <a:t>citation</a:t>
            </a:r>
            <a:r>
              <a:rPr lang="it-IT"/>
              <a:t> </a:t>
            </a:r>
            <a:r>
              <a:rPr lang="it-IT" err="1"/>
              <a:t>is</a:t>
            </a:r>
            <a:r>
              <a:rPr lang="it-IT"/>
              <a:t> IEEE, so </a:t>
            </a:r>
            <a:r>
              <a:rPr lang="it-IT" err="1"/>
              <a:t>if</a:t>
            </a:r>
            <a:r>
              <a:rPr lang="it-IT"/>
              <a:t> </a:t>
            </a:r>
            <a:r>
              <a:rPr lang="it-IT" err="1"/>
              <a:t>you</a:t>
            </a:r>
            <a:r>
              <a:rPr lang="it-IT"/>
              <a:t> </a:t>
            </a:r>
            <a:r>
              <a:rPr lang="it-IT" err="1"/>
              <a:t>want</a:t>
            </a:r>
            <a:r>
              <a:rPr lang="it-IT"/>
              <a:t> to create </a:t>
            </a:r>
            <a:r>
              <a:rPr lang="it-IT" err="1"/>
              <a:t>your</a:t>
            </a:r>
            <a:r>
              <a:rPr lang="it-IT"/>
              <a:t> </a:t>
            </a:r>
            <a:r>
              <a:rPr lang="it-IT" err="1"/>
              <a:t>citation</a:t>
            </a:r>
            <a:r>
              <a:rPr lang="it-IT"/>
              <a:t> follow </a:t>
            </a:r>
            <a:r>
              <a:rPr lang="it-IT" err="1"/>
              <a:t>that</a:t>
            </a:r>
            <a:r>
              <a:rPr lang="it-IT"/>
              <a:t> style. </a:t>
            </a:r>
            <a:r>
              <a:rPr lang="it-IT" err="1"/>
              <a:t>If</a:t>
            </a:r>
            <a:r>
              <a:rPr lang="it-IT"/>
              <a:t> </a:t>
            </a:r>
            <a:r>
              <a:rPr lang="it-IT" err="1"/>
              <a:t>you</a:t>
            </a:r>
            <a:r>
              <a:rPr lang="it-IT"/>
              <a:t> </a:t>
            </a:r>
            <a:r>
              <a:rPr lang="it-IT" err="1"/>
              <a:t>want</a:t>
            </a:r>
            <a:r>
              <a:rPr lang="it-IT"/>
              <a:t> to create an IEEE </a:t>
            </a:r>
            <a:r>
              <a:rPr lang="it-IT" err="1"/>
              <a:t>citation</a:t>
            </a:r>
            <a:r>
              <a:rPr lang="it-IT"/>
              <a:t> from a website, </a:t>
            </a:r>
            <a:r>
              <a:rPr lang="it-IT" err="1"/>
              <a:t>you</a:t>
            </a:r>
            <a:r>
              <a:rPr lang="it-IT"/>
              <a:t> can use some free </a:t>
            </a:r>
            <a:r>
              <a:rPr lang="it-IT" err="1"/>
              <a:t>converters</a:t>
            </a:r>
            <a:r>
              <a:rPr lang="it-IT"/>
              <a:t> </a:t>
            </a:r>
            <a:r>
              <a:rPr lang="it-IT" err="1"/>
              <a:t>available</a:t>
            </a:r>
            <a:r>
              <a:rPr lang="it-IT"/>
              <a:t> on the internet, like:</a:t>
            </a:r>
          </a:p>
          <a:p>
            <a:pPr algn="ctr"/>
            <a:r>
              <a:rPr lang="en-GB" b="1">
                <a:hlinkClick r:id="rId2"/>
              </a:rPr>
              <a:t>https://www.mybib.com/tools/ieee-citation-generator</a:t>
            </a:r>
            <a:r>
              <a:rPr lang="en-GB" b="1"/>
              <a:t> </a:t>
            </a:r>
          </a:p>
        </p:txBody>
      </p:sp>
      <p:cxnSp>
        <p:nvCxnSpPr>
          <p:cNvPr id="4" name="Straight Connector 5">
            <a:extLst>
              <a:ext uri="{FF2B5EF4-FFF2-40B4-BE49-F238E27FC236}">
                <a16:creationId xmlns:a16="http://schemas.microsoft.com/office/drawing/2014/main" id="{7CC2DA80-2404-1A96-924E-A52A1DBAA341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7">
            <a:extLst>
              <a:ext uri="{FF2B5EF4-FFF2-40B4-BE49-F238E27FC236}">
                <a16:creationId xmlns:a16="http://schemas.microsoft.com/office/drawing/2014/main" id="{226F6F8F-D65D-4B43-5785-E89E617F8616}"/>
              </a:ext>
            </a:extLst>
          </p:cNvPr>
          <p:cNvSpPr/>
          <p:nvPr userDrawn="1"/>
        </p:nvSpPr>
        <p:spPr>
          <a:xfrm>
            <a:off x="908165" y="3299037"/>
            <a:ext cx="2603270" cy="1404514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err="1"/>
              <a:t>This</a:t>
            </a:r>
            <a:r>
              <a:rPr lang="it-IT"/>
              <a:t> slide </a:t>
            </a:r>
            <a:r>
              <a:rPr lang="it-IT" err="1"/>
              <a:t>is</a:t>
            </a:r>
            <a:r>
              <a:rPr lang="it-IT"/>
              <a:t> </a:t>
            </a:r>
            <a:r>
              <a:rPr lang="it-IT" err="1"/>
              <a:t>only</a:t>
            </a:r>
            <a:r>
              <a:rPr lang="it-IT"/>
              <a:t> for </a:t>
            </a:r>
            <a:r>
              <a:rPr lang="it-IT" err="1"/>
              <a:t>explanation</a:t>
            </a:r>
            <a:r>
              <a:rPr lang="it-IT"/>
              <a:t>, </a:t>
            </a:r>
            <a:r>
              <a:rPr lang="it-IT" err="1"/>
              <a:t>dont´t</a:t>
            </a:r>
            <a:r>
              <a:rPr lang="it-IT"/>
              <a:t> use </a:t>
            </a:r>
            <a:r>
              <a:rPr lang="it-IT" err="1"/>
              <a:t>it!</a:t>
            </a:r>
            <a:endParaRPr lang="en-GB"/>
          </a:p>
        </p:txBody>
      </p:sp>
      <p:sp>
        <p:nvSpPr>
          <p:cNvPr id="11" name="Datumsplatzhalter 10">
            <a:extLst>
              <a:ext uri="{FF2B5EF4-FFF2-40B4-BE49-F238E27FC236}">
                <a16:creationId xmlns:a16="http://schemas.microsoft.com/office/drawing/2014/main" id="{376AEEC7-3E6C-8FE6-7104-34FC937946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09/12/2025</a:t>
            </a:r>
            <a:endParaRPr lang="en-GB"/>
          </a:p>
        </p:txBody>
      </p:sp>
      <p:sp>
        <p:nvSpPr>
          <p:cNvPr id="12" name="Fußzeilenplatzhalter 11">
            <a:extLst>
              <a:ext uri="{FF2B5EF4-FFF2-40B4-BE49-F238E27FC236}">
                <a16:creationId xmlns:a16="http://schemas.microsoft.com/office/drawing/2014/main" id="{527D13C7-4982-3CF9-E6C0-8109C888A5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Electrical Drivetrain / Optimus Syria</a:t>
            </a:r>
          </a:p>
        </p:txBody>
      </p:sp>
      <p:sp>
        <p:nvSpPr>
          <p:cNvPr id="13" name="Foliennummernplatzhalter 12">
            <a:extLst>
              <a:ext uri="{FF2B5EF4-FFF2-40B4-BE49-F238E27FC236}">
                <a16:creationId xmlns:a16="http://schemas.microsoft.com/office/drawing/2014/main" id="{44A0136B-0337-50A8-941C-6DC048DC68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4" name="Textplatzhalter 16">
            <a:extLst>
              <a:ext uri="{FF2B5EF4-FFF2-40B4-BE49-F238E27FC236}">
                <a16:creationId xmlns:a16="http://schemas.microsoft.com/office/drawing/2014/main" id="{A21B8924-2541-A57C-7990-899E2DC11FD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Group </a:t>
            </a:r>
            <a:r>
              <a:rPr lang="de-DE" err="1"/>
              <a:t>members</a:t>
            </a:r>
            <a:r>
              <a:rPr lang="de-DE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42791933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Bibliograp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993033-AA4A-D955-AE39-E7F2A40C8A4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err="1"/>
              <a:t>Bibliography</a:t>
            </a:r>
            <a:r>
              <a:rPr lang="de-DE"/>
              <a:t> – </a:t>
            </a:r>
            <a:r>
              <a:rPr lang="de-DE" err="1"/>
              <a:t>team</a:t>
            </a:r>
            <a:r>
              <a:rPr lang="de-DE"/>
              <a:t> </a:t>
            </a:r>
            <a:r>
              <a:rPr lang="de-DE" err="1"/>
              <a:t>name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38BDBB-4827-8B89-3EE0-5A3DD22172FC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>
            <a:normAutofit/>
          </a:bodyPr>
          <a:lstStyle>
            <a:lvl1pPr marL="0" indent="0">
              <a:buNone/>
              <a:defRPr sz="1600"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it-IT"/>
              <a:t>[1] </a:t>
            </a:r>
            <a:r>
              <a:rPr lang="en-GB"/>
              <a:t>“How HOMER Calculates Wind Turbine Power Output,” </a:t>
            </a:r>
            <a:r>
              <a:rPr lang="en-GB" i="1"/>
              <a:t>Homerenergy.com</a:t>
            </a:r>
            <a:r>
              <a:rPr lang="en-GB"/>
              <a:t>, 2017. https://www.homerenergy.com/products/pro/docs/3.15/how_homer_calculates_wind_turbine_power_output.html (accessed Aug. 25, 2025).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[2] …..</a:t>
            </a:r>
            <a:endParaRPr lang="it-IT"/>
          </a:p>
          <a:p>
            <a:pPr lvl="0"/>
            <a:endParaRPr lang="de-DE"/>
          </a:p>
        </p:txBody>
      </p:sp>
      <p:cxnSp>
        <p:nvCxnSpPr>
          <p:cNvPr id="4" name="Straight Connector 5">
            <a:extLst>
              <a:ext uri="{FF2B5EF4-FFF2-40B4-BE49-F238E27FC236}">
                <a16:creationId xmlns:a16="http://schemas.microsoft.com/office/drawing/2014/main" id="{7CC2DA80-2404-1A96-924E-A52A1DBAA341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Datumsplatzhalter 5">
            <a:extLst>
              <a:ext uri="{FF2B5EF4-FFF2-40B4-BE49-F238E27FC236}">
                <a16:creationId xmlns:a16="http://schemas.microsoft.com/office/drawing/2014/main" id="{79BDC2AF-40F8-8529-16FE-AE51A8BD44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09/12/2025</a:t>
            </a:r>
            <a:endParaRPr lang="en-GB"/>
          </a:p>
        </p:txBody>
      </p:sp>
      <p:sp>
        <p:nvSpPr>
          <p:cNvPr id="9" name="Fußzeilenplatzhalter 8">
            <a:extLst>
              <a:ext uri="{FF2B5EF4-FFF2-40B4-BE49-F238E27FC236}">
                <a16:creationId xmlns:a16="http://schemas.microsoft.com/office/drawing/2014/main" id="{3A36B392-F5AC-41D8-5903-3EE036BA8C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Electrical Drivetrain / Optimus Syria</a:t>
            </a:r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7595A811-7A18-1583-7B9C-87A7CBB7F1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1" name="Textplatzhalter 16">
            <a:extLst>
              <a:ext uri="{FF2B5EF4-FFF2-40B4-BE49-F238E27FC236}">
                <a16:creationId xmlns:a16="http://schemas.microsoft.com/office/drawing/2014/main" id="{5E735FEA-D591-2E8E-B9B4-2A6BAFE00D4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Vijay </a:t>
            </a:r>
            <a:r>
              <a:rPr lang="de-DE" err="1"/>
              <a:t>Simha</a:t>
            </a:r>
            <a:r>
              <a:rPr lang="de-DE"/>
              <a:t> Reddy </a:t>
            </a:r>
            <a:r>
              <a:rPr lang="de-DE" err="1"/>
              <a:t>Bogala</a:t>
            </a:r>
            <a:r>
              <a:rPr lang="de-DE"/>
              <a:t>, Josef Remberger</a:t>
            </a:r>
          </a:p>
        </p:txBody>
      </p:sp>
    </p:spTree>
    <p:extLst>
      <p:ext uri="{BB962C8B-B14F-4D97-AF65-F5344CB8AC3E}">
        <p14:creationId xmlns:p14="http://schemas.microsoft.com/office/powerpoint/2010/main" val="38615034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st of team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68B5CAFF-79AF-87AE-7EAE-604CC93E764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458857" y="1978025"/>
            <a:ext cx="4894943" cy="4351338"/>
          </a:xfrm>
        </p:spPr>
        <p:txBody>
          <a:bodyPr>
            <a:normAutofit/>
          </a:bodyPr>
          <a:lstStyle>
            <a:lvl1pPr marL="514350" indent="-514350">
              <a:buFont typeface="+mj-lt"/>
              <a:buAutoNum type="arabicPeriod"/>
              <a:defRPr sz="2200"/>
            </a:lvl1pPr>
            <a:lvl2pPr marL="457200" indent="0">
              <a:buFont typeface="Arial" panose="020B0604020202020204" pitchFamily="34" charset="0"/>
              <a:buNone/>
              <a:defRPr sz="2200"/>
            </a:lvl2pPr>
          </a:lstStyle>
          <a:p>
            <a:pPr lvl="1"/>
            <a:r>
              <a:rPr lang="de-DE"/>
              <a:t>12. </a:t>
            </a:r>
            <a:r>
              <a:rPr lang="de-DE" err="1"/>
              <a:t>Machine</a:t>
            </a:r>
            <a:r>
              <a:rPr lang="de-DE"/>
              <a:t> </a:t>
            </a:r>
            <a:r>
              <a:rPr lang="de-DE" err="1"/>
              <a:t>Bed</a:t>
            </a:r>
            <a:r>
              <a:rPr lang="de-DE"/>
              <a:t> &amp; Yaw System  </a:t>
            </a:r>
          </a:p>
          <a:p>
            <a:pPr lvl="1"/>
            <a:r>
              <a:rPr lang="de-DE"/>
              <a:t>13. Tower  </a:t>
            </a:r>
          </a:p>
          <a:p>
            <a:pPr lvl="1"/>
            <a:r>
              <a:rPr lang="de-DE"/>
              <a:t>14. </a:t>
            </a:r>
            <a:r>
              <a:rPr lang="de-DE" err="1"/>
              <a:t>Foundation</a:t>
            </a:r>
            <a:r>
              <a:rPr lang="de-DE"/>
              <a:t>  </a:t>
            </a:r>
          </a:p>
          <a:p>
            <a:pPr lvl="1"/>
            <a:r>
              <a:rPr lang="de-DE"/>
              <a:t>15. Storage System </a:t>
            </a:r>
          </a:p>
          <a:p>
            <a:pPr lvl="1"/>
            <a:endParaRPr lang="de-DE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562E2414-A9F3-5C69-E3A8-481E091525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125"/>
            <a:ext cx="10515600" cy="1325563"/>
          </a:xfrm>
        </p:spPr>
        <p:txBody>
          <a:bodyPr/>
          <a:lstStyle>
            <a:lvl1pPr>
              <a:defRPr/>
            </a:lvl1pPr>
          </a:lstStyle>
          <a:p>
            <a:r>
              <a:rPr lang="en-GB"/>
              <a:t>Teams</a:t>
            </a:r>
          </a:p>
        </p:txBody>
      </p:sp>
      <p:cxnSp>
        <p:nvCxnSpPr>
          <p:cNvPr id="9" name="Straight Connector 5">
            <a:extLst>
              <a:ext uri="{FF2B5EF4-FFF2-40B4-BE49-F238E27FC236}">
                <a16:creationId xmlns:a16="http://schemas.microsoft.com/office/drawing/2014/main" id="{66EB7C6A-45A8-A327-54B4-9E3A0BCAC0B4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D2466CB9-E665-36BA-2132-8519CA303C97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838200" y="1978025"/>
            <a:ext cx="4894943" cy="4351338"/>
          </a:xfrm>
        </p:spPr>
        <p:txBody>
          <a:bodyPr>
            <a:normAutofit/>
          </a:bodyPr>
          <a:lstStyle>
            <a:lvl1pPr marL="514350" indent="-514350">
              <a:buFont typeface="+mj-lt"/>
              <a:buAutoNum type="arabicPeriod"/>
              <a:defRPr sz="2200"/>
            </a:lvl1pPr>
            <a:lvl2pPr marL="457200" indent="0" algn="l">
              <a:buFont typeface="Arial" panose="020B0604020202020204" pitchFamily="34" charset="0"/>
              <a:buNone/>
              <a:defRPr sz="2200"/>
            </a:lvl2pPr>
          </a:lstStyle>
          <a:p>
            <a:pPr lvl="1"/>
            <a:r>
              <a:rPr lang="de-DE"/>
              <a:t>1.  </a:t>
            </a:r>
            <a:r>
              <a:rPr lang="de-DE" err="1"/>
              <a:t>Windfarm</a:t>
            </a:r>
            <a:r>
              <a:rPr lang="de-DE"/>
              <a:t> Project Development  </a:t>
            </a:r>
          </a:p>
          <a:p>
            <a:pPr lvl="1"/>
            <a:r>
              <a:rPr lang="de-DE"/>
              <a:t>2.  Loads and Dynamics  </a:t>
            </a:r>
          </a:p>
          <a:p>
            <a:pPr lvl="1"/>
            <a:r>
              <a:rPr lang="de-DE"/>
              <a:t>3.  Feedback Controller  </a:t>
            </a:r>
          </a:p>
          <a:p>
            <a:pPr lvl="1"/>
            <a:r>
              <a:rPr lang="de-DE"/>
              <a:t>4.  Lidar-</a:t>
            </a:r>
            <a:r>
              <a:rPr lang="de-DE" err="1"/>
              <a:t>Assisted</a:t>
            </a:r>
            <a:r>
              <a:rPr lang="de-DE"/>
              <a:t> Controller  </a:t>
            </a:r>
          </a:p>
          <a:p>
            <a:pPr lvl="1"/>
            <a:r>
              <a:rPr lang="de-DE"/>
              <a:t>5.  Rotor Blade </a:t>
            </a:r>
            <a:r>
              <a:rPr lang="de-DE" err="1"/>
              <a:t>Aerodynamics</a:t>
            </a:r>
            <a:r>
              <a:rPr lang="de-DE"/>
              <a:t>  </a:t>
            </a:r>
          </a:p>
          <a:p>
            <a:pPr lvl="1"/>
            <a:r>
              <a:rPr lang="de-DE"/>
              <a:t>6.  Rotor Blade </a:t>
            </a:r>
            <a:r>
              <a:rPr lang="de-DE" err="1"/>
              <a:t>Structures</a:t>
            </a:r>
            <a:r>
              <a:rPr lang="de-DE"/>
              <a:t>  </a:t>
            </a:r>
          </a:p>
          <a:p>
            <a:pPr lvl="1"/>
            <a:r>
              <a:rPr lang="de-DE"/>
              <a:t>7.  </a:t>
            </a:r>
            <a:r>
              <a:rPr lang="de-DE" err="1"/>
              <a:t>Electrical</a:t>
            </a:r>
            <a:r>
              <a:rPr lang="de-DE"/>
              <a:t> </a:t>
            </a:r>
            <a:r>
              <a:rPr lang="de-DE" err="1"/>
              <a:t>Drivetrain</a:t>
            </a:r>
            <a:r>
              <a:rPr lang="de-DE"/>
              <a:t> (EDT)  </a:t>
            </a:r>
          </a:p>
          <a:p>
            <a:pPr lvl="1"/>
            <a:r>
              <a:rPr lang="de-DE"/>
              <a:t>8.  </a:t>
            </a:r>
            <a:r>
              <a:rPr lang="de-DE" err="1"/>
              <a:t>Grid</a:t>
            </a:r>
            <a:r>
              <a:rPr lang="de-DE"/>
              <a:t> Code Development (GCD)  </a:t>
            </a:r>
          </a:p>
          <a:p>
            <a:pPr lvl="1"/>
            <a:r>
              <a:rPr lang="de-DE"/>
              <a:t>9.  Rotor Hub &amp; Pitch System  </a:t>
            </a:r>
          </a:p>
          <a:p>
            <a:pPr lvl="1"/>
            <a:r>
              <a:rPr lang="de-DE"/>
              <a:t>10. Rotor </a:t>
            </a:r>
            <a:r>
              <a:rPr lang="de-DE" err="1"/>
              <a:t>Bearing</a:t>
            </a:r>
            <a:r>
              <a:rPr lang="de-DE"/>
              <a:t> System  </a:t>
            </a:r>
          </a:p>
          <a:p>
            <a:pPr lvl="1"/>
            <a:r>
              <a:rPr lang="de-DE"/>
              <a:t>11. </a:t>
            </a:r>
            <a:r>
              <a:rPr lang="de-DE" err="1"/>
              <a:t>Gearbox</a:t>
            </a:r>
            <a:r>
              <a:rPr lang="de-DE"/>
              <a:t>, Brake, Coupling  </a:t>
            </a:r>
          </a:p>
          <a:p>
            <a:pPr lvl="1"/>
            <a:r>
              <a:rPr lang="de-DE"/>
              <a:t>						</a:t>
            </a:r>
          </a:p>
        </p:txBody>
      </p:sp>
      <p:sp>
        <p:nvSpPr>
          <p:cNvPr id="12" name="Datumsplatzhalter 11">
            <a:extLst>
              <a:ext uri="{FF2B5EF4-FFF2-40B4-BE49-F238E27FC236}">
                <a16:creationId xmlns:a16="http://schemas.microsoft.com/office/drawing/2014/main" id="{FD841E35-8D66-8DA2-B806-8C18E5D2806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en-US"/>
              <a:t>09/12/2025</a:t>
            </a:r>
            <a:endParaRPr lang="en-GB"/>
          </a:p>
        </p:txBody>
      </p:sp>
      <p:sp>
        <p:nvSpPr>
          <p:cNvPr id="16" name="Fußzeilenplatzhalter 15">
            <a:extLst>
              <a:ext uri="{FF2B5EF4-FFF2-40B4-BE49-F238E27FC236}">
                <a16:creationId xmlns:a16="http://schemas.microsoft.com/office/drawing/2014/main" id="{6C28938A-3748-78F8-3D01-B82DF87C9BE6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GB"/>
              <a:t>Electrical Drivetrain / Optimus Syria</a:t>
            </a:r>
          </a:p>
        </p:txBody>
      </p:sp>
      <p:sp>
        <p:nvSpPr>
          <p:cNvPr id="17" name="Foliennummernplatzhalter 16">
            <a:extLst>
              <a:ext uri="{FF2B5EF4-FFF2-40B4-BE49-F238E27FC236}">
                <a16:creationId xmlns:a16="http://schemas.microsoft.com/office/drawing/2014/main" id="{3A903679-8273-AC0E-AD57-A9C78EE236F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972374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st of contents (Explanatio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68B5CAFF-79AF-87AE-7EAE-604CC93E764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38200" y="1825625"/>
            <a:ext cx="10515600" cy="4351338"/>
          </a:xfrm>
        </p:spPr>
        <p:txBody>
          <a:bodyPr/>
          <a:lstStyle>
            <a:lvl1pPr marL="514350" indent="-514350">
              <a:buFont typeface="+mj-lt"/>
              <a:buAutoNum type="arabicPeriod"/>
              <a:defRPr sz="2200"/>
            </a:lvl1pPr>
            <a:lvl2pPr marL="971550" indent="-514350">
              <a:buFont typeface="+mj-lt"/>
              <a:buAutoNum type="romanLcPeriod"/>
              <a:defRPr sz="2000"/>
            </a:lvl2pPr>
          </a:lstStyle>
          <a:p>
            <a:pPr lvl="0"/>
            <a:r>
              <a:rPr lang="de-DE"/>
              <a:t>Title, </a:t>
            </a:r>
            <a:r>
              <a:rPr lang="de-DE" err="1"/>
              <a:t>example</a:t>
            </a:r>
            <a:r>
              <a:rPr lang="de-DE"/>
              <a:t>: Tasks </a:t>
            </a:r>
            <a:r>
              <a:rPr lang="de-DE" err="1"/>
              <a:t>of</a:t>
            </a:r>
            <a:r>
              <a:rPr lang="de-DE"/>
              <a:t> </a:t>
            </a:r>
            <a:r>
              <a:rPr lang="de-DE" err="1"/>
              <a:t>the</a:t>
            </a:r>
            <a:r>
              <a:rPr lang="de-DE"/>
              <a:t> </a:t>
            </a:r>
            <a:r>
              <a:rPr lang="de-DE" err="1"/>
              <a:t>week</a:t>
            </a:r>
            <a:r>
              <a:rPr lang="de-DE"/>
              <a:t>   (</a:t>
            </a:r>
            <a:r>
              <a:rPr lang="de-DE" err="1"/>
              <a:t>Aptos</a:t>
            </a:r>
            <a:r>
              <a:rPr lang="de-DE"/>
              <a:t>, 22)</a:t>
            </a:r>
          </a:p>
          <a:p>
            <a:pPr lvl="1"/>
            <a:r>
              <a:rPr lang="de-DE" err="1"/>
              <a:t>Example</a:t>
            </a:r>
            <a:r>
              <a:rPr lang="de-DE"/>
              <a:t>: </a:t>
            </a:r>
            <a:r>
              <a:rPr lang="de-DE" err="1"/>
              <a:t>drawings</a:t>
            </a:r>
            <a:r>
              <a:rPr lang="de-DE"/>
              <a:t> </a:t>
            </a:r>
            <a:r>
              <a:rPr lang="de-DE" err="1"/>
              <a:t>from</a:t>
            </a:r>
            <a:r>
              <a:rPr lang="de-DE"/>
              <a:t> </a:t>
            </a:r>
            <a:r>
              <a:rPr lang="de-DE" err="1"/>
              <a:t>the</a:t>
            </a:r>
            <a:r>
              <a:rPr lang="de-DE"/>
              <a:t> </a:t>
            </a:r>
            <a:r>
              <a:rPr lang="de-DE" err="1"/>
              <a:t>week</a:t>
            </a:r>
            <a:r>
              <a:rPr lang="de-DE"/>
              <a:t>  (</a:t>
            </a:r>
            <a:r>
              <a:rPr lang="de-DE" err="1"/>
              <a:t>Aptos</a:t>
            </a:r>
            <a:r>
              <a:rPr lang="de-DE"/>
              <a:t>, 20)</a:t>
            </a:r>
          </a:p>
          <a:p>
            <a:pPr lvl="0"/>
            <a:r>
              <a:rPr lang="de-DE"/>
              <a:t>X</a:t>
            </a:r>
          </a:p>
          <a:p>
            <a:pPr lvl="1"/>
            <a:endParaRPr lang="de-DE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562E2414-A9F3-5C69-E3A8-481E091525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125"/>
            <a:ext cx="10515600" cy="1325563"/>
          </a:xfrm>
        </p:spPr>
        <p:txBody>
          <a:bodyPr/>
          <a:lstStyle>
            <a:lvl1pPr>
              <a:defRPr/>
            </a:lvl1pPr>
          </a:lstStyle>
          <a:p>
            <a:r>
              <a:rPr lang="de-DE"/>
              <a:t>List </a:t>
            </a:r>
            <a:r>
              <a:rPr lang="de-DE" err="1"/>
              <a:t>of</a:t>
            </a:r>
            <a:r>
              <a:rPr lang="de-DE"/>
              <a:t> </a:t>
            </a:r>
            <a:r>
              <a:rPr lang="de-DE" err="1"/>
              <a:t>contents</a:t>
            </a:r>
            <a:endParaRPr lang="en-GB"/>
          </a:p>
        </p:txBody>
      </p:sp>
      <p:cxnSp>
        <p:nvCxnSpPr>
          <p:cNvPr id="9" name="Straight Connector 5">
            <a:extLst>
              <a:ext uri="{FF2B5EF4-FFF2-40B4-BE49-F238E27FC236}">
                <a16:creationId xmlns:a16="http://schemas.microsoft.com/office/drawing/2014/main" id="{66EB7C6A-45A8-A327-54B4-9E3A0BCAC0B4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Isosceles Triangle 6">
            <a:extLst>
              <a:ext uri="{FF2B5EF4-FFF2-40B4-BE49-F238E27FC236}">
                <a16:creationId xmlns:a16="http://schemas.microsoft.com/office/drawing/2014/main" id="{170C5CF7-7129-6BD6-B815-EAF32508EFB5}"/>
              </a:ext>
            </a:extLst>
          </p:cNvPr>
          <p:cNvSpPr/>
          <p:nvPr userDrawn="1"/>
        </p:nvSpPr>
        <p:spPr>
          <a:xfrm>
            <a:off x="5218873" y="2853022"/>
            <a:ext cx="1546144" cy="1209996"/>
          </a:xfrm>
          <a:prstGeom prst="triangle">
            <a:avLst>
              <a:gd name="adj" fmla="val 50565"/>
            </a:avLst>
          </a:prstGeom>
          <a:ln w="5715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Rectangle 7">
            <a:extLst>
              <a:ext uri="{FF2B5EF4-FFF2-40B4-BE49-F238E27FC236}">
                <a16:creationId xmlns:a16="http://schemas.microsoft.com/office/drawing/2014/main" id="{C7BE5E88-0734-5426-D3DF-C7901A7359D4}"/>
              </a:ext>
            </a:extLst>
          </p:cNvPr>
          <p:cNvSpPr/>
          <p:nvPr userDrawn="1"/>
        </p:nvSpPr>
        <p:spPr>
          <a:xfrm>
            <a:off x="4025317" y="4094711"/>
            <a:ext cx="3933255" cy="2327860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err="1"/>
              <a:t>This</a:t>
            </a:r>
            <a:r>
              <a:rPr lang="it-IT"/>
              <a:t> </a:t>
            </a:r>
            <a:r>
              <a:rPr lang="it-IT" err="1"/>
              <a:t>is</a:t>
            </a:r>
            <a:r>
              <a:rPr lang="it-IT"/>
              <a:t> an </a:t>
            </a:r>
            <a:r>
              <a:rPr lang="it-IT" err="1"/>
              <a:t>example</a:t>
            </a:r>
            <a:r>
              <a:rPr lang="it-IT"/>
              <a:t> </a:t>
            </a:r>
            <a:r>
              <a:rPr lang="it-IT" b="1"/>
              <a:t>BUT</a:t>
            </a:r>
            <a:br>
              <a:rPr lang="it-IT"/>
            </a:br>
            <a:r>
              <a:rPr lang="it-IT"/>
              <a:t>use the </a:t>
            </a:r>
            <a:r>
              <a:rPr lang="it-IT" err="1"/>
              <a:t>same</a:t>
            </a:r>
            <a:r>
              <a:rPr lang="it-IT"/>
              <a:t> style and short, concise bullet points) </a:t>
            </a:r>
            <a:br>
              <a:rPr lang="it-IT"/>
            </a:br>
            <a:r>
              <a:rPr lang="it-IT" err="1"/>
              <a:t>Only</a:t>
            </a:r>
            <a:r>
              <a:rPr lang="it-IT"/>
              <a:t> </a:t>
            </a:r>
            <a:r>
              <a:rPr lang="it-IT" err="1"/>
              <a:t>topics</a:t>
            </a:r>
            <a:r>
              <a:rPr lang="it-IT"/>
              <a:t> for the 4 min </a:t>
            </a:r>
            <a:r>
              <a:rPr lang="it-IT" err="1"/>
              <a:t>timeslot</a:t>
            </a:r>
            <a:r>
              <a:rPr lang="it-IT"/>
              <a:t>!</a:t>
            </a:r>
            <a:endParaRPr lang="en-GB"/>
          </a:p>
        </p:txBody>
      </p:sp>
      <p:sp>
        <p:nvSpPr>
          <p:cNvPr id="14" name="Rectangle 11">
            <a:extLst>
              <a:ext uri="{FF2B5EF4-FFF2-40B4-BE49-F238E27FC236}">
                <a16:creationId xmlns:a16="http://schemas.microsoft.com/office/drawing/2014/main" id="{11100C08-BD4D-E3E4-CE88-2FD7DF2770C3}"/>
              </a:ext>
            </a:extLst>
          </p:cNvPr>
          <p:cNvSpPr/>
          <p:nvPr userDrawn="1"/>
        </p:nvSpPr>
        <p:spPr>
          <a:xfrm>
            <a:off x="5727842" y="3001184"/>
            <a:ext cx="542886" cy="120032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GB" sz="7200" b="1" cap="none" spc="0">
                <a:ln w="0"/>
                <a:solidFill>
                  <a:schemeClr val="tx1"/>
                </a:solidFill>
              </a:rPr>
              <a:t>!</a:t>
            </a:r>
          </a:p>
        </p:txBody>
      </p:sp>
      <p:sp>
        <p:nvSpPr>
          <p:cNvPr id="2" name="Rectangle 7">
            <a:extLst>
              <a:ext uri="{FF2B5EF4-FFF2-40B4-BE49-F238E27FC236}">
                <a16:creationId xmlns:a16="http://schemas.microsoft.com/office/drawing/2014/main" id="{65B86036-57A0-C8C5-C8BB-699A37ABA2A8}"/>
              </a:ext>
            </a:extLst>
          </p:cNvPr>
          <p:cNvSpPr/>
          <p:nvPr userDrawn="1"/>
        </p:nvSpPr>
        <p:spPr>
          <a:xfrm>
            <a:off x="908165" y="3299037"/>
            <a:ext cx="2603270" cy="1404514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err="1"/>
              <a:t>This</a:t>
            </a:r>
            <a:r>
              <a:rPr lang="it-IT"/>
              <a:t> slide </a:t>
            </a:r>
            <a:r>
              <a:rPr lang="it-IT" err="1"/>
              <a:t>is</a:t>
            </a:r>
            <a:r>
              <a:rPr lang="it-IT"/>
              <a:t> </a:t>
            </a:r>
            <a:r>
              <a:rPr lang="it-IT" err="1"/>
              <a:t>only</a:t>
            </a:r>
            <a:r>
              <a:rPr lang="it-IT"/>
              <a:t> for </a:t>
            </a:r>
            <a:r>
              <a:rPr lang="it-IT" err="1"/>
              <a:t>explanation</a:t>
            </a:r>
            <a:r>
              <a:rPr lang="it-IT"/>
              <a:t>, </a:t>
            </a:r>
            <a:r>
              <a:rPr lang="it-IT" err="1"/>
              <a:t>dont´t</a:t>
            </a:r>
            <a:r>
              <a:rPr lang="it-IT"/>
              <a:t> use </a:t>
            </a:r>
            <a:r>
              <a:rPr lang="it-IT" err="1"/>
              <a:t>it!</a:t>
            </a:r>
            <a:endParaRPr lang="en-GB"/>
          </a:p>
        </p:txBody>
      </p:sp>
      <p:sp>
        <p:nvSpPr>
          <p:cNvPr id="10" name="Datumsplatzhalter 9">
            <a:extLst>
              <a:ext uri="{FF2B5EF4-FFF2-40B4-BE49-F238E27FC236}">
                <a16:creationId xmlns:a16="http://schemas.microsoft.com/office/drawing/2014/main" id="{64195E91-DEC0-2198-8D7F-F5D7511FB319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en-US"/>
              <a:t>09/12/2025</a:t>
            </a:r>
            <a:endParaRPr lang="en-GB"/>
          </a:p>
        </p:txBody>
      </p:sp>
      <p:sp>
        <p:nvSpPr>
          <p:cNvPr id="11" name="Fußzeilenplatzhalter 10">
            <a:extLst>
              <a:ext uri="{FF2B5EF4-FFF2-40B4-BE49-F238E27FC236}">
                <a16:creationId xmlns:a16="http://schemas.microsoft.com/office/drawing/2014/main" id="{0EC107A6-E0D9-69FD-44BC-CFD5F05D7C83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GB"/>
              <a:t>Electrical Drivetrain / Optimus Syria</a:t>
            </a:r>
          </a:p>
        </p:txBody>
      </p:sp>
      <p:sp>
        <p:nvSpPr>
          <p:cNvPr id="15" name="Foliennummernplatzhalter 14">
            <a:extLst>
              <a:ext uri="{FF2B5EF4-FFF2-40B4-BE49-F238E27FC236}">
                <a16:creationId xmlns:a16="http://schemas.microsoft.com/office/drawing/2014/main" id="{8CC2EBC5-DD43-6B7E-A5D7-5CD5B0E30A5C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7" name="Textplatzhalter 16">
            <a:extLst>
              <a:ext uri="{FF2B5EF4-FFF2-40B4-BE49-F238E27FC236}">
                <a16:creationId xmlns:a16="http://schemas.microsoft.com/office/drawing/2014/main" id="{E7DFBCC3-CC46-17B2-DF15-92940A3865D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Vijay </a:t>
            </a:r>
            <a:r>
              <a:rPr lang="de-DE" err="1"/>
              <a:t>Simha</a:t>
            </a:r>
            <a:r>
              <a:rPr lang="de-DE"/>
              <a:t> Reddy </a:t>
            </a:r>
            <a:r>
              <a:rPr lang="de-DE" err="1"/>
              <a:t>Bogala</a:t>
            </a:r>
            <a:r>
              <a:rPr lang="de-DE"/>
              <a:t>, Josef Remberger</a:t>
            </a:r>
          </a:p>
        </p:txBody>
      </p:sp>
    </p:spTree>
    <p:extLst>
      <p:ext uri="{BB962C8B-B14F-4D97-AF65-F5344CB8AC3E}">
        <p14:creationId xmlns:p14="http://schemas.microsoft.com/office/powerpoint/2010/main" val="41368172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List of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68B5CAFF-79AF-87AE-7EAE-604CC93E764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38200" y="1825625"/>
            <a:ext cx="10515600" cy="4351338"/>
          </a:xfrm>
        </p:spPr>
        <p:txBody>
          <a:bodyPr/>
          <a:lstStyle>
            <a:lvl1pPr marL="514350" indent="-514350">
              <a:buFont typeface="+mj-lt"/>
              <a:buAutoNum type="arabicPeriod"/>
              <a:defRPr sz="2200"/>
            </a:lvl1pPr>
            <a:lvl2pPr marL="971550" indent="-514350">
              <a:buFont typeface="+mj-lt"/>
              <a:buAutoNum type="romanLcPeriod"/>
              <a:defRPr sz="2000"/>
            </a:lvl2pPr>
          </a:lstStyle>
          <a:p>
            <a:pPr lvl="0"/>
            <a:r>
              <a:rPr lang="de-DE"/>
              <a:t>Title, </a:t>
            </a:r>
            <a:r>
              <a:rPr lang="de-DE" err="1"/>
              <a:t>example</a:t>
            </a:r>
            <a:r>
              <a:rPr lang="de-DE"/>
              <a:t>: Tasks </a:t>
            </a:r>
            <a:r>
              <a:rPr lang="de-DE" err="1"/>
              <a:t>of</a:t>
            </a:r>
            <a:r>
              <a:rPr lang="de-DE"/>
              <a:t> </a:t>
            </a:r>
            <a:r>
              <a:rPr lang="de-DE" err="1"/>
              <a:t>the</a:t>
            </a:r>
            <a:r>
              <a:rPr lang="de-DE"/>
              <a:t> </a:t>
            </a:r>
            <a:r>
              <a:rPr lang="de-DE" err="1"/>
              <a:t>week</a:t>
            </a:r>
            <a:endParaRPr lang="de-DE"/>
          </a:p>
          <a:p>
            <a:pPr lvl="1"/>
            <a:r>
              <a:rPr lang="de-DE" err="1"/>
              <a:t>Example</a:t>
            </a:r>
            <a:r>
              <a:rPr lang="de-DE"/>
              <a:t>: </a:t>
            </a:r>
            <a:r>
              <a:rPr lang="de-DE" err="1"/>
              <a:t>drawings</a:t>
            </a:r>
            <a:r>
              <a:rPr lang="de-DE"/>
              <a:t> </a:t>
            </a:r>
            <a:r>
              <a:rPr lang="de-DE" err="1"/>
              <a:t>from</a:t>
            </a:r>
            <a:r>
              <a:rPr lang="de-DE"/>
              <a:t> </a:t>
            </a:r>
            <a:r>
              <a:rPr lang="de-DE" err="1"/>
              <a:t>the</a:t>
            </a:r>
            <a:r>
              <a:rPr lang="de-DE"/>
              <a:t> </a:t>
            </a:r>
            <a:r>
              <a:rPr lang="de-DE" err="1"/>
              <a:t>week</a:t>
            </a:r>
            <a:endParaRPr lang="de-DE"/>
          </a:p>
          <a:p>
            <a:pPr lvl="0"/>
            <a:r>
              <a:rPr lang="de-DE"/>
              <a:t>X</a:t>
            </a:r>
          </a:p>
          <a:p>
            <a:pPr lvl="1"/>
            <a:endParaRPr lang="de-DE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562E2414-A9F3-5C69-E3A8-481E091525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125"/>
            <a:ext cx="10515600" cy="1325563"/>
          </a:xfrm>
        </p:spPr>
        <p:txBody>
          <a:bodyPr/>
          <a:lstStyle>
            <a:lvl1pPr>
              <a:defRPr/>
            </a:lvl1pPr>
          </a:lstStyle>
          <a:p>
            <a:r>
              <a:rPr lang="de-DE"/>
              <a:t>List </a:t>
            </a:r>
            <a:r>
              <a:rPr lang="de-DE" err="1"/>
              <a:t>of</a:t>
            </a:r>
            <a:r>
              <a:rPr lang="de-DE"/>
              <a:t> </a:t>
            </a:r>
            <a:r>
              <a:rPr lang="de-DE" err="1"/>
              <a:t>contents</a:t>
            </a:r>
            <a:endParaRPr lang="en-GB"/>
          </a:p>
        </p:txBody>
      </p:sp>
      <p:cxnSp>
        <p:nvCxnSpPr>
          <p:cNvPr id="9" name="Straight Connector 5">
            <a:extLst>
              <a:ext uri="{FF2B5EF4-FFF2-40B4-BE49-F238E27FC236}">
                <a16:creationId xmlns:a16="http://schemas.microsoft.com/office/drawing/2014/main" id="{66EB7C6A-45A8-A327-54B4-9E3A0BCAC0B4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Datumsplatzhalter 10">
            <a:extLst>
              <a:ext uri="{FF2B5EF4-FFF2-40B4-BE49-F238E27FC236}">
                <a16:creationId xmlns:a16="http://schemas.microsoft.com/office/drawing/2014/main" id="{8F6D1F16-A947-CEE2-C58A-50217E9017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09/12/2025</a:t>
            </a:r>
            <a:endParaRPr lang="en-GB"/>
          </a:p>
        </p:txBody>
      </p:sp>
      <p:sp>
        <p:nvSpPr>
          <p:cNvPr id="12" name="Fußzeilenplatzhalter 11">
            <a:extLst>
              <a:ext uri="{FF2B5EF4-FFF2-40B4-BE49-F238E27FC236}">
                <a16:creationId xmlns:a16="http://schemas.microsoft.com/office/drawing/2014/main" id="{873EF994-6CA7-B763-F215-A7D1723E2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Electrical Drivetrain / Optimus Syria</a:t>
            </a:r>
          </a:p>
        </p:txBody>
      </p:sp>
      <p:sp>
        <p:nvSpPr>
          <p:cNvPr id="13" name="Foliennummernplatzhalter 12">
            <a:extLst>
              <a:ext uri="{FF2B5EF4-FFF2-40B4-BE49-F238E27FC236}">
                <a16:creationId xmlns:a16="http://schemas.microsoft.com/office/drawing/2014/main" id="{67F2F56B-9E4F-A460-92A9-87055C42B8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4" name="Textplatzhalter 16">
            <a:extLst>
              <a:ext uri="{FF2B5EF4-FFF2-40B4-BE49-F238E27FC236}">
                <a16:creationId xmlns:a16="http://schemas.microsoft.com/office/drawing/2014/main" id="{3A8B7922-CD64-E421-B5E5-B7BA56CBCB0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Vijay </a:t>
            </a:r>
            <a:r>
              <a:rPr lang="de-DE" err="1"/>
              <a:t>Simha</a:t>
            </a:r>
            <a:r>
              <a:rPr lang="de-DE"/>
              <a:t> Reddy </a:t>
            </a:r>
            <a:r>
              <a:rPr lang="de-DE" err="1"/>
              <a:t>Bogala</a:t>
            </a:r>
            <a:r>
              <a:rPr lang="de-DE"/>
              <a:t>, Josef Remberger</a:t>
            </a:r>
          </a:p>
        </p:txBody>
      </p:sp>
    </p:spTree>
    <p:extLst>
      <p:ext uri="{BB962C8B-B14F-4D97-AF65-F5344CB8AC3E}">
        <p14:creationId xmlns:p14="http://schemas.microsoft.com/office/powerpoint/2010/main" val="13173009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slide (Explanatio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748CB4A-E85F-FC1F-2439-52B071A98EB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 hasCustomPrompt="1"/>
          </p:nvPr>
        </p:nvSpPr>
        <p:spPr/>
        <p:txBody>
          <a:bodyPr/>
          <a:lstStyle>
            <a:lvl1pPr>
              <a:defRPr sz="4400"/>
            </a:lvl1pPr>
          </a:lstStyle>
          <a:p>
            <a:r>
              <a:rPr lang="de-DE"/>
              <a:t>1. Title, </a:t>
            </a:r>
            <a:r>
              <a:rPr lang="de-DE" err="1"/>
              <a:t>example</a:t>
            </a:r>
            <a:r>
              <a:rPr lang="de-DE"/>
              <a:t>: Tasks </a:t>
            </a:r>
            <a:r>
              <a:rPr lang="de-DE" err="1"/>
              <a:t>of</a:t>
            </a:r>
            <a:r>
              <a:rPr lang="de-DE"/>
              <a:t> </a:t>
            </a:r>
            <a:r>
              <a:rPr lang="de-DE" err="1"/>
              <a:t>the</a:t>
            </a:r>
            <a:r>
              <a:rPr lang="de-DE"/>
              <a:t> </a:t>
            </a:r>
            <a:r>
              <a:rPr lang="de-DE" err="1"/>
              <a:t>week</a:t>
            </a:r>
            <a:r>
              <a:rPr lang="de-DE"/>
              <a:t>   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4216958-F611-9E4F-AA4F-56999F637A75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defRPr sz="2200"/>
            </a:lvl1pPr>
            <a:lvl2pPr marL="971550" indent="-514350">
              <a:buFont typeface="+mj-lt"/>
              <a:buAutoNum type="romanLcPeriod"/>
              <a:defRPr sz="2000"/>
            </a:lvl2pPr>
          </a:lstStyle>
          <a:p>
            <a:pPr lvl="0"/>
            <a:r>
              <a:rPr lang="de-DE" err="1"/>
              <a:t>Abcd</a:t>
            </a:r>
            <a:r>
              <a:rPr lang="de-DE"/>
              <a:t> (</a:t>
            </a:r>
            <a:r>
              <a:rPr lang="de-DE" err="1"/>
              <a:t>Aptos</a:t>
            </a:r>
            <a:r>
              <a:rPr lang="de-DE"/>
              <a:t>, 22)</a:t>
            </a:r>
          </a:p>
          <a:p>
            <a:pPr marL="971550" marR="0" lvl="1" indent="-51435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+mj-lt"/>
              <a:buAutoNum type="romanLcPeriod"/>
              <a:tabLst/>
              <a:defRPr/>
            </a:pPr>
            <a:r>
              <a:rPr lang="de-DE" err="1"/>
              <a:t>efgh</a:t>
            </a:r>
            <a:r>
              <a:rPr lang="de-DE"/>
              <a:t> (</a:t>
            </a:r>
            <a:r>
              <a:rPr lang="de-DE" err="1"/>
              <a:t>Aptos</a:t>
            </a:r>
            <a:r>
              <a:rPr lang="de-DE"/>
              <a:t>, 20)</a:t>
            </a:r>
          </a:p>
          <a:p>
            <a:pPr lvl="1"/>
            <a:endParaRPr lang="de-DE"/>
          </a:p>
        </p:txBody>
      </p:sp>
      <p:cxnSp>
        <p:nvCxnSpPr>
          <p:cNvPr id="7" name="Straight Connector 5">
            <a:extLst>
              <a:ext uri="{FF2B5EF4-FFF2-40B4-BE49-F238E27FC236}">
                <a16:creationId xmlns:a16="http://schemas.microsoft.com/office/drawing/2014/main" id="{C5BF7EBE-3919-817C-149B-CF38705C6BC9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Isosceles Triangle 6">
            <a:extLst>
              <a:ext uri="{FF2B5EF4-FFF2-40B4-BE49-F238E27FC236}">
                <a16:creationId xmlns:a16="http://schemas.microsoft.com/office/drawing/2014/main" id="{3272B118-64EE-99BB-8728-CE26B185DCFC}"/>
              </a:ext>
            </a:extLst>
          </p:cNvPr>
          <p:cNvSpPr/>
          <p:nvPr userDrawn="1"/>
        </p:nvSpPr>
        <p:spPr>
          <a:xfrm>
            <a:off x="8353959" y="1690688"/>
            <a:ext cx="1546144" cy="1209996"/>
          </a:xfrm>
          <a:prstGeom prst="triangle">
            <a:avLst>
              <a:gd name="adj" fmla="val 50565"/>
            </a:avLst>
          </a:prstGeom>
          <a:ln w="5715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Rectangle 7">
            <a:extLst>
              <a:ext uri="{FF2B5EF4-FFF2-40B4-BE49-F238E27FC236}">
                <a16:creationId xmlns:a16="http://schemas.microsoft.com/office/drawing/2014/main" id="{CCA8528F-A469-ED70-E9CA-F25798C1A305}"/>
              </a:ext>
            </a:extLst>
          </p:cNvPr>
          <p:cNvSpPr/>
          <p:nvPr userDrawn="1"/>
        </p:nvSpPr>
        <p:spPr>
          <a:xfrm>
            <a:off x="2209800" y="3095720"/>
            <a:ext cx="3933255" cy="2327860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/>
              <a:t>Use [1], [2], [3] for </a:t>
            </a:r>
            <a:r>
              <a:rPr lang="it-IT" err="1"/>
              <a:t>everything</a:t>
            </a:r>
            <a:r>
              <a:rPr lang="it-IT"/>
              <a:t> </a:t>
            </a:r>
            <a:r>
              <a:rPr lang="it-IT" err="1"/>
              <a:t>you</a:t>
            </a:r>
            <a:r>
              <a:rPr lang="it-IT"/>
              <a:t> </a:t>
            </a:r>
            <a:r>
              <a:rPr lang="it-IT" err="1"/>
              <a:t>have</a:t>
            </a:r>
            <a:r>
              <a:rPr lang="it-IT"/>
              <a:t> from a source (</a:t>
            </a:r>
            <a:r>
              <a:rPr lang="it-IT" err="1"/>
              <a:t>numbers</a:t>
            </a:r>
            <a:r>
              <a:rPr lang="it-IT"/>
              <a:t> </a:t>
            </a:r>
            <a:r>
              <a:rPr lang="it-IT" err="1"/>
              <a:t>should</a:t>
            </a:r>
            <a:r>
              <a:rPr lang="it-IT"/>
              <a:t> be the </a:t>
            </a:r>
            <a:r>
              <a:rPr lang="it-IT" err="1"/>
              <a:t>same</a:t>
            </a:r>
            <a:r>
              <a:rPr lang="it-IT"/>
              <a:t> like in the </a:t>
            </a:r>
            <a:r>
              <a:rPr lang="it-IT" err="1"/>
              <a:t>bibliography</a:t>
            </a:r>
            <a:r>
              <a:rPr lang="it-IT"/>
              <a:t>) (</a:t>
            </a:r>
            <a:r>
              <a:rPr lang="it-IT" err="1"/>
              <a:t>incl</a:t>
            </a:r>
            <a:r>
              <a:rPr lang="it-IT"/>
              <a:t>. pictures / </a:t>
            </a:r>
            <a:r>
              <a:rPr lang="it-IT" err="1"/>
              <a:t>if</a:t>
            </a:r>
            <a:r>
              <a:rPr lang="it-IT"/>
              <a:t> </a:t>
            </a:r>
            <a:r>
              <a:rPr lang="it-IT" err="1"/>
              <a:t>you</a:t>
            </a:r>
            <a:r>
              <a:rPr lang="it-IT"/>
              <a:t> </a:t>
            </a:r>
            <a:r>
              <a:rPr lang="it-IT" err="1"/>
              <a:t>created</a:t>
            </a:r>
            <a:r>
              <a:rPr lang="it-IT"/>
              <a:t> </a:t>
            </a:r>
            <a:r>
              <a:rPr lang="it-IT" err="1"/>
              <a:t>them</a:t>
            </a:r>
            <a:r>
              <a:rPr lang="it-IT"/>
              <a:t> by </a:t>
            </a:r>
            <a:r>
              <a:rPr lang="it-IT" err="1"/>
              <a:t>your</a:t>
            </a:r>
            <a:r>
              <a:rPr lang="it-IT"/>
              <a:t> </a:t>
            </a:r>
            <a:r>
              <a:rPr lang="it-IT" err="1"/>
              <a:t>own</a:t>
            </a:r>
            <a:r>
              <a:rPr lang="it-IT"/>
              <a:t>, </a:t>
            </a:r>
            <a:r>
              <a:rPr lang="it-IT" err="1"/>
              <a:t>declare</a:t>
            </a:r>
            <a:r>
              <a:rPr lang="it-IT"/>
              <a:t> </a:t>
            </a:r>
            <a:r>
              <a:rPr lang="it-IT" err="1"/>
              <a:t>them</a:t>
            </a:r>
            <a:r>
              <a:rPr lang="it-IT"/>
              <a:t> </a:t>
            </a:r>
            <a:r>
              <a:rPr lang="it-IT" err="1"/>
              <a:t>as</a:t>
            </a:r>
            <a:r>
              <a:rPr lang="it-IT"/>
              <a:t> a </a:t>
            </a:r>
            <a:r>
              <a:rPr lang="it-IT" err="1"/>
              <a:t>thing</a:t>
            </a:r>
            <a:r>
              <a:rPr lang="it-IT"/>
              <a:t> </a:t>
            </a:r>
            <a:r>
              <a:rPr lang="it-IT" err="1"/>
              <a:t>you’ve</a:t>
            </a:r>
            <a:r>
              <a:rPr lang="it-IT"/>
              <a:t> </a:t>
            </a:r>
            <a:r>
              <a:rPr lang="it-IT" err="1"/>
              <a:t>done</a:t>
            </a:r>
            <a:r>
              <a:rPr lang="it-IT"/>
              <a:t> )</a:t>
            </a:r>
            <a:endParaRPr lang="en-GB"/>
          </a:p>
        </p:txBody>
      </p:sp>
      <p:sp>
        <p:nvSpPr>
          <p:cNvPr id="10" name="Rectangle 11">
            <a:extLst>
              <a:ext uri="{FF2B5EF4-FFF2-40B4-BE49-F238E27FC236}">
                <a16:creationId xmlns:a16="http://schemas.microsoft.com/office/drawing/2014/main" id="{E1F8C099-06EF-7661-9A3C-60FE5CD4C5D5}"/>
              </a:ext>
            </a:extLst>
          </p:cNvPr>
          <p:cNvSpPr/>
          <p:nvPr userDrawn="1"/>
        </p:nvSpPr>
        <p:spPr>
          <a:xfrm>
            <a:off x="8862928" y="1838850"/>
            <a:ext cx="542886" cy="120032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GB" sz="7200" b="1" cap="none" spc="0">
                <a:ln w="0"/>
                <a:solidFill>
                  <a:schemeClr val="tx1"/>
                </a:solidFill>
              </a:rPr>
              <a:t>!</a:t>
            </a:r>
          </a:p>
        </p:txBody>
      </p:sp>
      <p:sp>
        <p:nvSpPr>
          <p:cNvPr id="11" name="Rectangle 7">
            <a:extLst>
              <a:ext uri="{FF2B5EF4-FFF2-40B4-BE49-F238E27FC236}">
                <a16:creationId xmlns:a16="http://schemas.microsoft.com/office/drawing/2014/main" id="{6E31FDF0-C963-BED4-C97E-FF9F67C07D21}"/>
              </a:ext>
            </a:extLst>
          </p:cNvPr>
          <p:cNvSpPr/>
          <p:nvPr userDrawn="1"/>
        </p:nvSpPr>
        <p:spPr>
          <a:xfrm>
            <a:off x="7312803" y="3084777"/>
            <a:ext cx="3933255" cy="2327860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err="1"/>
              <a:t>This</a:t>
            </a:r>
            <a:r>
              <a:rPr lang="it-IT"/>
              <a:t> </a:t>
            </a:r>
            <a:r>
              <a:rPr lang="it-IT" err="1"/>
              <a:t>is</a:t>
            </a:r>
            <a:r>
              <a:rPr lang="it-IT"/>
              <a:t> an </a:t>
            </a:r>
            <a:r>
              <a:rPr lang="it-IT" err="1"/>
              <a:t>example</a:t>
            </a:r>
            <a:r>
              <a:rPr lang="it-IT"/>
              <a:t> </a:t>
            </a:r>
            <a:r>
              <a:rPr lang="it-IT" b="1"/>
              <a:t>BUT</a:t>
            </a:r>
          </a:p>
          <a:p>
            <a:pPr algn="ctr"/>
            <a:r>
              <a:rPr lang="it-IT"/>
              <a:t>an </a:t>
            </a:r>
            <a:r>
              <a:rPr lang="it-IT" err="1"/>
              <a:t>intial</a:t>
            </a:r>
            <a:r>
              <a:rPr lang="it-IT"/>
              <a:t> slide with </a:t>
            </a:r>
            <a:r>
              <a:rPr lang="it-IT" err="1"/>
              <a:t>all</a:t>
            </a:r>
            <a:r>
              <a:rPr lang="it-IT"/>
              <a:t> the tasks </a:t>
            </a:r>
            <a:r>
              <a:rPr lang="it-IT" err="1"/>
              <a:t>completed</a:t>
            </a:r>
            <a:r>
              <a:rPr lang="it-IT"/>
              <a:t> for the week </a:t>
            </a:r>
            <a:r>
              <a:rPr lang="it-IT" err="1"/>
              <a:t>should</a:t>
            </a:r>
            <a:r>
              <a:rPr lang="it-IT"/>
              <a:t> </a:t>
            </a:r>
            <a:r>
              <a:rPr lang="it-IT" err="1"/>
              <a:t>always</a:t>
            </a:r>
            <a:r>
              <a:rPr lang="it-IT"/>
              <a:t> be </a:t>
            </a:r>
            <a:r>
              <a:rPr lang="it-IT" err="1"/>
              <a:t>included</a:t>
            </a:r>
            <a:br>
              <a:rPr lang="it-IT"/>
            </a:br>
            <a:r>
              <a:rPr lang="it-IT"/>
              <a:t>Use the </a:t>
            </a:r>
            <a:r>
              <a:rPr lang="it-IT" err="1"/>
              <a:t>same</a:t>
            </a:r>
            <a:r>
              <a:rPr lang="it-IT"/>
              <a:t> style, do </a:t>
            </a:r>
            <a:r>
              <a:rPr lang="it-IT" err="1"/>
              <a:t>not</a:t>
            </a:r>
            <a:r>
              <a:rPr lang="it-IT"/>
              <a:t> </a:t>
            </a:r>
            <a:r>
              <a:rPr lang="it-IT" err="1"/>
              <a:t>write</a:t>
            </a:r>
            <a:r>
              <a:rPr lang="it-IT"/>
              <a:t> more text </a:t>
            </a:r>
            <a:r>
              <a:rPr lang="it-IT" err="1"/>
              <a:t>than</a:t>
            </a:r>
            <a:r>
              <a:rPr lang="it-IT"/>
              <a:t> </a:t>
            </a:r>
            <a:r>
              <a:rPr lang="it-IT" err="1"/>
              <a:t>necessary</a:t>
            </a:r>
            <a:r>
              <a:rPr lang="it-IT"/>
              <a:t> (short, concise bullet points are </a:t>
            </a:r>
            <a:r>
              <a:rPr lang="it-IT" err="1"/>
              <a:t>often</a:t>
            </a:r>
            <a:r>
              <a:rPr lang="it-IT"/>
              <a:t> </a:t>
            </a:r>
            <a:r>
              <a:rPr lang="it-IT" err="1"/>
              <a:t>enough</a:t>
            </a:r>
            <a:r>
              <a:rPr lang="it-IT"/>
              <a:t>)</a:t>
            </a:r>
            <a:endParaRPr lang="en-GB"/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5BA9FE0F-4438-A90E-178E-370DFB88F067}"/>
              </a:ext>
            </a:extLst>
          </p:cNvPr>
          <p:cNvSpPr txBox="1"/>
          <p:nvPr userDrawn="1"/>
        </p:nvSpPr>
        <p:spPr>
          <a:xfrm>
            <a:off x="812800" y="6219031"/>
            <a:ext cx="21209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400"/>
              <a:t>[1], [2]….</a:t>
            </a:r>
          </a:p>
        </p:txBody>
      </p:sp>
      <p:cxnSp>
        <p:nvCxnSpPr>
          <p:cNvPr id="13" name="Straight Arrow Connector 21">
            <a:extLst>
              <a:ext uri="{FF2B5EF4-FFF2-40B4-BE49-F238E27FC236}">
                <a16:creationId xmlns:a16="http://schemas.microsoft.com/office/drawing/2014/main" id="{C9F1C9AE-6377-666B-8F06-CF0B8B317160}"/>
              </a:ext>
            </a:extLst>
          </p:cNvPr>
          <p:cNvCxnSpPr>
            <a:cxnSpLocks/>
          </p:cNvCxnSpPr>
          <p:nvPr userDrawn="1"/>
        </p:nvCxnSpPr>
        <p:spPr>
          <a:xfrm flipH="1">
            <a:off x="1502229" y="4898571"/>
            <a:ext cx="1487714" cy="1318387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7">
            <a:extLst>
              <a:ext uri="{FF2B5EF4-FFF2-40B4-BE49-F238E27FC236}">
                <a16:creationId xmlns:a16="http://schemas.microsoft.com/office/drawing/2014/main" id="{8C56F642-24B4-9889-6DFF-DDDACEFB7E68}"/>
              </a:ext>
            </a:extLst>
          </p:cNvPr>
          <p:cNvSpPr/>
          <p:nvPr userDrawn="1"/>
        </p:nvSpPr>
        <p:spPr>
          <a:xfrm>
            <a:off x="5256400" y="1634301"/>
            <a:ext cx="2603270" cy="1404514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err="1"/>
              <a:t>This</a:t>
            </a:r>
            <a:r>
              <a:rPr lang="it-IT"/>
              <a:t> slide </a:t>
            </a:r>
            <a:r>
              <a:rPr lang="it-IT" err="1"/>
              <a:t>is</a:t>
            </a:r>
            <a:r>
              <a:rPr lang="it-IT"/>
              <a:t> </a:t>
            </a:r>
            <a:r>
              <a:rPr lang="it-IT" err="1"/>
              <a:t>only</a:t>
            </a:r>
            <a:r>
              <a:rPr lang="it-IT"/>
              <a:t> for </a:t>
            </a:r>
            <a:r>
              <a:rPr lang="it-IT" err="1"/>
              <a:t>explanation</a:t>
            </a:r>
            <a:r>
              <a:rPr lang="it-IT"/>
              <a:t>, </a:t>
            </a:r>
            <a:r>
              <a:rPr lang="it-IT" err="1"/>
              <a:t>dont´t</a:t>
            </a:r>
            <a:r>
              <a:rPr lang="it-IT"/>
              <a:t> use </a:t>
            </a:r>
            <a:r>
              <a:rPr lang="it-IT" err="1"/>
              <a:t>it!</a:t>
            </a:r>
            <a:endParaRPr lang="en-GB"/>
          </a:p>
        </p:txBody>
      </p:sp>
      <p:sp>
        <p:nvSpPr>
          <p:cNvPr id="15" name="Datumsplatzhalter 14">
            <a:extLst>
              <a:ext uri="{FF2B5EF4-FFF2-40B4-BE49-F238E27FC236}">
                <a16:creationId xmlns:a16="http://schemas.microsoft.com/office/drawing/2014/main" id="{F5B6D5E1-3173-F7DB-AFEA-577613F3A0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09/12/2025</a:t>
            </a:r>
            <a:endParaRPr lang="en-GB"/>
          </a:p>
        </p:txBody>
      </p:sp>
      <p:sp>
        <p:nvSpPr>
          <p:cNvPr id="16" name="Fußzeilenplatzhalter 15">
            <a:extLst>
              <a:ext uri="{FF2B5EF4-FFF2-40B4-BE49-F238E27FC236}">
                <a16:creationId xmlns:a16="http://schemas.microsoft.com/office/drawing/2014/main" id="{4201E827-9609-58AA-70BC-996E2AD05F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Electrical Drivetrain / Optimus Syria</a:t>
            </a:r>
          </a:p>
        </p:txBody>
      </p:sp>
      <p:sp>
        <p:nvSpPr>
          <p:cNvPr id="17" name="Foliennummernplatzhalter 16">
            <a:extLst>
              <a:ext uri="{FF2B5EF4-FFF2-40B4-BE49-F238E27FC236}">
                <a16:creationId xmlns:a16="http://schemas.microsoft.com/office/drawing/2014/main" id="{DE013F6E-0CEE-85C3-4AD1-ADEED88F5D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8" name="Textplatzhalter 16">
            <a:extLst>
              <a:ext uri="{FF2B5EF4-FFF2-40B4-BE49-F238E27FC236}">
                <a16:creationId xmlns:a16="http://schemas.microsoft.com/office/drawing/2014/main" id="{4C7AB516-D061-772D-6849-99EBB446891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Group </a:t>
            </a:r>
            <a:r>
              <a:rPr lang="de-DE" err="1"/>
              <a:t>members</a:t>
            </a:r>
            <a:r>
              <a:rPr lang="de-DE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8198846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748CB4A-E85F-FC1F-2439-52B071A98EB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 hasCustomPrompt="1"/>
          </p:nvPr>
        </p:nvSpPr>
        <p:spPr/>
        <p:txBody>
          <a:bodyPr/>
          <a:lstStyle>
            <a:lvl1pPr>
              <a:defRPr sz="4400"/>
            </a:lvl1pPr>
          </a:lstStyle>
          <a:p>
            <a:r>
              <a:rPr lang="de-DE"/>
              <a:t>1. Title, </a:t>
            </a:r>
            <a:r>
              <a:rPr lang="de-DE" err="1"/>
              <a:t>example</a:t>
            </a:r>
            <a:r>
              <a:rPr lang="de-DE"/>
              <a:t>: Tasks </a:t>
            </a:r>
            <a:r>
              <a:rPr lang="de-DE" err="1"/>
              <a:t>of</a:t>
            </a:r>
            <a:r>
              <a:rPr lang="de-DE"/>
              <a:t> </a:t>
            </a:r>
            <a:r>
              <a:rPr lang="de-DE" err="1"/>
              <a:t>the</a:t>
            </a:r>
            <a:r>
              <a:rPr lang="de-DE"/>
              <a:t> </a:t>
            </a:r>
            <a:r>
              <a:rPr lang="de-DE" err="1"/>
              <a:t>week</a:t>
            </a:r>
            <a:r>
              <a:rPr lang="de-DE"/>
              <a:t>   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4216958-F611-9E4F-AA4F-56999F637A75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defRPr sz="2200"/>
            </a:lvl1pPr>
            <a:lvl2pPr marL="971550" indent="-514350">
              <a:buFont typeface="+mj-lt"/>
              <a:buAutoNum type="romanLcPeriod"/>
              <a:defRPr sz="2000"/>
            </a:lvl2pPr>
          </a:lstStyle>
          <a:p>
            <a:pPr lvl="0"/>
            <a:r>
              <a:rPr lang="de-DE" err="1"/>
              <a:t>Abcd</a:t>
            </a:r>
            <a:endParaRPr lang="de-DE"/>
          </a:p>
          <a:p>
            <a:pPr lvl="1"/>
            <a:r>
              <a:rPr lang="de-DE" err="1"/>
              <a:t>efgh</a:t>
            </a:r>
            <a:endParaRPr lang="de-DE"/>
          </a:p>
        </p:txBody>
      </p:sp>
      <p:cxnSp>
        <p:nvCxnSpPr>
          <p:cNvPr id="7" name="Straight Connector 5">
            <a:extLst>
              <a:ext uri="{FF2B5EF4-FFF2-40B4-BE49-F238E27FC236}">
                <a16:creationId xmlns:a16="http://schemas.microsoft.com/office/drawing/2014/main" id="{C5BF7EBE-3919-817C-149B-CF38705C6BC9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platzhalter 16">
            <a:extLst>
              <a:ext uri="{FF2B5EF4-FFF2-40B4-BE49-F238E27FC236}">
                <a16:creationId xmlns:a16="http://schemas.microsoft.com/office/drawing/2014/main" id="{479D6A9B-7716-D398-EE18-2F2D6AC11B7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Vijay </a:t>
            </a:r>
            <a:r>
              <a:rPr lang="de-DE" err="1"/>
              <a:t>Simha</a:t>
            </a:r>
            <a:r>
              <a:rPr lang="de-DE"/>
              <a:t> Reddy </a:t>
            </a:r>
            <a:r>
              <a:rPr lang="de-DE" err="1"/>
              <a:t>Bogala</a:t>
            </a:r>
            <a:r>
              <a:rPr lang="de-DE"/>
              <a:t>, Josef Remberger</a:t>
            </a:r>
          </a:p>
        </p:txBody>
      </p:sp>
      <p:sp>
        <p:nvSpPr>
          <p:cNvPr id="9" name="Datumsplatzhalter 8">
            <a:extLst>
              <a:ext uri="{FF2B5EF4-FFF2-40B4-BE49-F238E27FC236}">
                <a16:creationId xmlns:a16="http://schemas.microsoft.com/office/drawing/2014/main" id="{45BE17EA-55E6-D579-4D1F-7901F944C6AA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r>
              <a:rPr lang="en-US"/>
              <a:t>09/12/2025</a:t>
            </a:r>
            <a:endParaRPr lang="en-GB"/>
          </a:p>
        </p:txBody>
      </p:sp>
      <p:sp>
        <p:nvSpPr>
          <p:cNvPr id="10" name="Fußzeilenplatzhalter 9">
            <a:extLst>
              <a:ext uri="{FF2B5EF4-FFF2-40B4-BE49-F238E27FC236}">
                <a16:creationId xmlns:a16="http://schemas.microsoft.com/office/drawing/2014/main" id="{810CEF70-3482-4FC0-A3A4-7FB408C94A42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r>
              <a:rPr lang="en-GB"/>
              <a:t>Electrical Drivetrain / Optimus Syria</a:t>
            </a:r>
          </a:p>
        </p:txBody>
      </p:sp>
      <p:sp>
        <p:nvSpPr>
          <p:cNvPr id="11" name="Foliennummernplatzhalter 10">
            <a:extLst>
              <a:ext uri="{FF2B5EF4-FFF2-40B4-BE49-F238E27FC236}">
                <a16:creationId xmlns:a16="http://schemas.microsoft.com/office/drawing/2014/main" id="{4879E7A9-C563-396E-C6B6-B45497D433BD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9AB8CDF8-03C0-DF20-0ABC-80A78BDABFB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49023" y="6216958"/>
            <a:ext cx="2248453" cy="309850"/>
          </a:xfrm>
        </p:spPr>
        <p:txBody>
          <a:bodyPr/>
          <a:lstStyle>
            <a:lvl2pPr marL="457200" indent="0">
              <a:buNone/>
              <a:defRPr/>
            </a:lvl2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[1], [2]….</a:t>
            </a:r>
          </a:p>
          <a:p>
            <a:pPr lvl="1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1624533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item (Explanatio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748CB4A-E85F-FC1F-2439-52B071A98EB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 hasCustomPrompt="1"/>
          </p:nvPr>
        </p:nvSpPr>
        <p:spPr/>
        <p:txBody>
          <a:bodyPr/>
          <a:lstStyle>
            <a:lvl1pPr>
              <a:defRPr sz="4400"/>
            </a:lvl1pPr>
          </a:lstStyle>
          <a:p>
            <a:r>
              <a:rPr lang="de-DE"/>
              <a:t>1-i. </a:t>
            </a:r>
            <a:r>
              <a:rPr lang="de-DE" err="1"/>
              <a:t>Example</a:t>
            </a:r>
            <a:r>
              <a:rPr lang="de-DE"/>
              <a:t>: </a:t>
            </a:r>
            <a:r>
              <a:rPr lang="de-DE" err="1"/>
              <a:t>Drawings</a:t>
            </a:r>
            <a:r>
              <a:rPr lang="de-DE"/>
              <a:t> </a:t>
            </a:r>
            <a:r>
              <a:rPr lang="de-DE" err="1"/>
              <a:t>from</a:t>
            </a:r>
            <a:r>
              <a:rPr lang="de-DE"/>
              <a:t> </a:t>
            </a:r>
            <a:r>
              <a:rPr lang="de-DE" err="1"/>
              <a:t>the</a:t>
            </a:r>
            <a:r>
              <a:rPr lang="de-DE"/>
              <a:t> </a:t>
            </a:r>
            <a:r>
              <a:rPr lang="de-DE" err="1"/>
              <a:t>week</a:t>
            </a:r>
            <a:endParaRPr lang="de-DE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4216958-F611-9E4F-AA4F-56999F637A75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defRPr sz="2200"/>
            </a:lvl1pPr>
            <a:lvl2pPr marL="971550" indent="-514350">
              <a:buFont typeface="+mj-lt"/>
              <a:buAutoNum type="romanLcPeriod"/>
              <a:defRPr sz="2000"/>
            </a:lvl2pPr>
          </a:lstStyle>
          <a:p>
            <a:pPr lvl="0"/>
            <a:r>
              <a:rPr lang="de-DE" err="1"/>
              <a:t>Abcd</a:t>
            </a:r>
            <a:r>
              <a:rPr lang="de-DE"/>
              <a:t> (</a:t>
            </a:r>
            <a:r>
              <a:rPr lang="de-DE" err="1"/>
              <a:t>Aptos</a:t>
            </a:r>
            <a:r>
              <a:rPr lang="de-DE"/>
              <a:t> 22)</a:t>
            </a:r>
          </a:p>
          <a:p>
            <a:pPr lvl="1"/>
            <a:r>
              <a:rPr lang="de-DE" err="1"/>
              <a:t>efgh</a:t>
            </a:r>
            <a:r>
              <a:rPr lang="de-DE"/>
              <a:t> (</a:t>
            </a:r>
            <a:r>
              <a:rPr lang="de-DE" err="1"/>
              <a:t>Aptos</a:t>
            </a:r>
            <a:r>
              <a:rPr lang="de-DE"/>
              <a:t> 20)</a:t>
            </a:r>
          </a:p>
        </p:txBody>
      </p:sp>
      <p:cxnSp>
        <p:nvCxnSpPr>
          <p:cNvPr id="7" name="Straight Connector 5">
            <a:extLst>
              <a:ext uri="{FF2B5EF4-FFF2-40B4-BE49-F238E27FC236}">
                <a16:creationId xmlns:a16="http://schemas.microsoft.com/office/drawing/2014/main" id="{C5BF7EBE-3919-817C-149B-CF38705C6BC9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Isosceles Triangle 6">
            <a:extLst>
              <a:ext uri="{FF2B5EF4-FFF2-40B4-BE49-F238E27FC236}">
                <a16:creationId xmlns:a16="http://schemas.microsoft.com/office/drawing/2014/main" id="{703A19AF-E449-D353-12E1-A3DAF32E3EAB}"/>
              </a:ext>
            </a:extLst>
          </p:cNvPr>
          <p:cNvSpPr/>
          <p:nvPr userDrawn="1"/>
        </p:nvSpPr>
        <p:spPr>
          <a:xfrm>
            <a:off x="5218873" y="2853022"/>
            <a:ext cx="1546144" cy="1209996"/>
          </a:xfrm>
          <a:prstGeom prst="triangle">
            <a:avLst>
              <a:gd name="adj" fmla="val 50565"/>
            </a:avLst>
          </a:prstGeom>
          <a:ln w="5715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Rectangle 7">
            <a:extLst>
              <a:ext uri="{FF2B5EF4-FFF2-40B4-BE49-F238E27FC236}">
                <a16:creationId xmlns:a16="http://schemas.microsoft.com/office/drawing/2014/main" id="{650D751B-3D4C-8864-D7F4-6EC8348A31EE}"/>
              </a:ext>
            </a:extLst>
          </p:cNvPr>
          <p:cNvSpPr/>
          <p:nvPr userDrawn="1"/>
        </p:nvSpPr>
        <p:spPr>
          <a:xfrm>
            <a:off x="4025317" y="4094711"/>
            <a:ext cx="3933255" cy="1298198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err="1"/>
              <a:t>This</a:t>
            </a:r>
            <a:r>
              <a:rPr lang="it-IT"/>
              <a:t> </a:t>
            </a:r>
            <a:r>
              <a:rPr lang="it-IT" err="1"/>
              <a:t>is</a:t>
            </a:r>
            <a:r>
              <a:rPr lang="it-IT"/>
              <a:t> an </a:t>
            </a:r>
            <a:r>
              <a:rPr lang="it-IT" err="1"/>
              <a:t>example</a:t>
            </a:r>
            <a:r>
              <a:rPr lang="it-IT"/>
              <a:t> BUT </a:t>
            </a:r>
            <a:r>
              <a:rPr lang="it-IT" err="1"/>
              <a:t>if</a:t>
            </a:r>
            <a:r>
              <a:rPr lang="it-IT"/>
              <a:t> </a:t>
            </a:r>
            <a:r>
              <a:rPr lang="it-IT" err="1"/>
              <a:t>you</a:t>
            </a:r>
            <a:r>
              <a:rPr lang="it-IT"/>
              <a:t> use </a:t>
            </a:r>
            <a:r>
              <a:rPr lang="it-IT" err="1"/>
              <a:t>underpoints</a:t>
            </a:r>
            <a:r>
              <a:rPr lang="it-IT"/>
              <a:t> </a:t>
            </a:r>
            <a:r>
              <a:rPr lang="it-IT" err="1"/>
              <a:t>please</a:t>
            </a:r>
            <a:r>
              <a:rPr lang="it-IT"/>
              <a:t> with the i, ii, iii….</a:t>
            </a:r>
            <a:endParaRPr lang="en-GB"/>
          </a:p>
        </p:txBody>
      </p:sp>
      <p:sp>
        <p:nvSpPr>
          <p:cNvPr id="13" name="Rectangle 11">
            <a:extLst>
              <a:ext uri="{FF2B5EF4-FFF2-40B4-BE49-F238E27FC236}">
                <a16:creationId xmlns:a16="http://schemas.microsoft.com/office/drawing/2014/main" id="{9BDEC9EB-F30A-F42A-26C3-F9AE08765705}"/>
              </a:ext>
            </a:extLst>
          </p:cNvPr>
          <p:cNvSpPr/>
          <p:nvPr userDrawn="1"/>
        </p:nvSpPr>
        <p:spPr>
          <a:xfrm>
            <a:off x="5727842" y="3001184"/>
            <a:ext cx="542886" cy="120032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GB" sz="7200" b="1" cap="none" spc="0">
                <a:ln w="0"/>
                <a:solidFill>
                  <a:schemeClr val="tx1"/>
                </a:solidFill>
              </a:rPr>
              <a:t>!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54BA2A1-6BBA-CA7A-578A-6529C5AD3CFE}"/>
              </a:ext>
            </a:extLst>
          </p:cNvPr>
          <p:cNvSpPr/>
          <p:nvPr userDrawn="1"/>
        </p:nvSpPr>
        <p:spPr>
          <a:xfrm>
            <a:off x="927758" y="2796999"/>
            <a:ext cx="2603270" cy="1404514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err="1"/>
              <a:t>This</a:t>
            </a:r>
            <a:r>
              <a:rPr lang="it-IT"/>
              <a:t> slide </a:t>
            </a:r>
            <a:r>
              <a:rPr lang="it-IT" err="1"/>
              <a:t>is</a:t>
            </a:r>
            <a:r>
              <a:rPr lang="it-IT"/>
              <a:t> </a:t>
            </a:r>
            <a:r>
              <a:rPr lang="it-IT" err="1"/>
              <a:t>only</a:t>
            </a:r>
            <a:r>
              <a:rPr lang="it-IT"/>
              <a:t> for </a:t>
            </a:r>
            <a:r>
              <a:rPr lang="it-IT" err="1"/>
              <a:t>explanation</a:t>
            </a:r>
            <a:r>
              <a:rPr lang="it-IT"/>
              <a:t>, </a:t>
            </a:r>
            <a:r>
              <a:rPr lang="it-IT" err="1"/>
              <a:t>dont´t</a:t>
            </a:r>
            <a:r>
              <a:rPr lang="it-IT"/>
              <a:t> use </a:t>
            </a:r>
            <a:r>
              <a:rPr lang="it-IT" err="1"/>
              <a:t>it!</a:t>
            </a:r>
            <a:endParaRPr lang="en-GB"/>
          </a:p>
        </p:txBody>
      </p:sp>
      <p:sp>
        <p:nvSpPr>
          <p:cNvPr id="9" name="Datumsplatzhalter 8">
            <a:extLst>
              <a:ext uri="{FF2B5EF4-FFF2-40B4-BE49-F238E27FC236}">
                <a16:creationId xmlns:a16="http://schemas.microsoft.com/office/drawing/2014/main" id="{19E5AF50-94A3-4308-3B68-BAD76E7A7B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09/12/2025</a:t>
            </a:r>
            <a:endParaRPr lang="en-GB"/>
          </a:p>
        </p:txBody>
      </p:sp>
      <p:sp>
        <p:nvSpPr>
          <p:cNvPr id="10" name="Fußzeilenplatzhalter 9">
            <a:extLst>
              <a:ext uri="{FF2B5EF4-FFF2-40B4-BE49-F238E27FC236}">
                <a16:creationId xmlns:a16="http://schemas.microsoft.com/office/drawing/2014/main" id="{9798D87B-B794-AD8A-40F1-DEA4D547F7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Electrical Drivetrain / Optimus Syria</a:t>
            </a:r>
          </a:p>
        </p:txBody>
      </p:sp>
      <p:sp>
        <p:nvSpPr>
          <p:cNvPr id="14" name="Foliennummernplatzhalter 13">
            <a:extLst>
              <a:ext uri="{FF2B5EF4-FFF2-40B4-BE49-F238E27FC236}">
                <a16:creationId xmlns:a16="http://schemas.microsoft.com/office/drawing/2014/main" id="{5E6253E5-E305-7986-3017-8FAC6F34DD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5" name="Textplatzhalter 16">
            <a:extLst>
              <a:ext uri="{FF2B5EF4-FFF2-40B4-BE49-F238E27FC236}">
                <a16:creationId xmlns:a16="http://schemas.microsoft.com/office/drawing/2014/main" id="{7E202380-1BD6-7A10-C51A-497A42391B9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Group </a:t>
            </a:r>
            <a:r>
              <a:rPr lang="de-DE" err="1"/>
              <a:t>members</a:t>
            </a:r>
            <a:r>
              <a:rPr lang="de-DE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423822855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ubit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748CB4A-E85F-FC1F-2439-52B071A98EB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 hasCustomPrompt="1"/>
          </p:nvPr>
        </p:nvSpPr>
        <p:spPr/>
        <p:txBody>
          <a:bodyPr/>
          <a:lstStyle>
            <a:lvl1pPr>
              <a:defRPr sz="4400"/>
            </a:lvl1pPr>
          </a:lstStyle>
          <a:p>
            <a:r>
              <a:rPr lang="de-DE"/>
              <a:t>1-i. </a:t>
            </a:r>
            <a:r>
              <a:rPr lang="de-DE" err="1"/>
              <a:t>Example</a:t>
            </a:r>
            <a:r>
              <a:rPr lang="de-DE"/>
              <a:t>: </a:t>
            </a:r>
            <a:r>
              <a:rPr lang="de-DE" err="1"/>
              <a:t>Drawings</a:t>
            </a:r>
            <a:r>
              <a:rPr lang="de-DE"/>
              <a:t> </a:t>
            </a:r>
            <a:r>
              <a:rPr lang="de-DE" err="1"/>
              <a:t>from</a:t>
            </a:r>
            <a:r>
              <a:rPr lang="de-DE"/>
              <a:t> </a:t>
            </a:r>
            <a:r>
              <a:rPr lang="de-DE" err="1"/>
              <a:t>the</a:t>
            </a:r>
            <a:r>
              <a:rPr lang="de-DE"/>
              <a:t> </a:t>
            </a:r>
            <a:r>
              <a:rPr lang="de-DE" err="1"/>
              <a:t>week</a:t>
            </a:r>
            <a:endParaRPr lang="de-DE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4216958-F611-9E4F-AA4F-56999F637A75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defRPr sz="2200"/>
            </a:lvl1pPr>
            <a:lvl2pPr marL="971550" indent="-514350">
              <a:buFont typeface="+mj-lt"/>
              <a:buAutoNum type="romanLcPeriod"/>
              <a:defRPr sz="2000"/>
            </a:lvl2pPr>
          </a:lstStyle>
          <a:p>
            <a:pPr lvl="0"/>
            <a:r>
              <a:rPr lang="de-DE" err="1"/>
              <a:t>Abcd</a:t>
            </a:r>
            <a:endParaRPr lang="de-DE"/>
          </a:p>
          <a:p>
            <a:pPr lvl="1"/>
            <a:r>
              <a:rPr lang="de-DE" err="1"/>
              <a:t>efgh</a:t>
            </a:r>
            <a:endParaRPr lang="de-DE"/>
          </a:p>
        </p:txBody>
      </p:sp>
      <p:cxnSp>
        <p:nvCxnSpPr>
          <p:cNvPr id="7" name="Straight Connector 5">
            <a:extLst>
              <a:ext uri="{FF2B5EF4-FFF2-40B4-BE49-F238E27FC236}">
                <a16:creationId xmlns:a16="http://schemas.microsoft.com/office/drawing/2014/main" id="{C5BF7EBE-3919-817C-149B-CF38705C6BC9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Datumsplatzhalter 7">
            <a:extLst>
              <a:ext uri="{FF2B5EF4-FFF2-40B4-BE49-F238E27FC236}">
                <a16:creationId xmlns:a16="http://schemas.microsoft.com/office/drawing/2014/main" id="{5228F91E-E7AD-B275-5A60-89428222DD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09/12/2025</a:t>
            </a:r>
            <a:endParaRPr lang="en-GB"/>
          </a:p>
        </p:txBody>
      </p:sp>
      <p:sp>
        <p:nvSpPr>
          <p:cNvPr id="9" name="Fußzeilenplatzhalter 8">
            <a:extLst>
              <a:ext uri="{FF2B5EF4-FFF2-40B4-BE49-F238E27FC236}">
                <a16:creationId xmlns:a16="http://schemas.microsoft.com/office/drawing/2014/main" id="{8F4F81C7-2C44-8CF8-2928-655E74DC8F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Electrical Drivetrain / Optimus Syria</a:t>
            </a:r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260D8F3F-3088-D685-66AD-D2110FD402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1" name="Textplatzhalter 16">
            <a:extLst>
              <a:ext uri="{FF2B5EF4-FFF2-40B4-BE49-F238E27FC236}">
                <a16:creationId xmlns:a16="http://schemas.microsoft.com/office/drawing/2014/main" id="{29BD9540-0DAC-F607-0D84-145CAF084DC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Vijay </a:t>
            </a:r>
            <a:r>
              <a:rPr lang="de-DE" err="1"/>
              <a:t>Simha</a:t>
            </a:r>
            <a:r>
              <a:rPr lang="de-DE"/>
              <a:t> Reddy </a:t>
            </a:r>
            <a:r>
              <a:rPr lang="de-DE" err="1"/>
              <a:t>Bogala</a:t>
            </a:r>
            <a:r>
              <a:rPr lang="de-DE"/>
              <a:t>, Josef Remberger</a:t>
            </a:r>
          </a:p>
        </p:txBody>
      </p:sp>
      <p:sp>
        <p:nvSpPr>
          <p:cNvPr id="4" name="Textplatzhalter 4">
            <a:extLst>
              <a:ext uri="{FF2B5EF4-FFF2-40B4-BE49-F238E27FC236}">
                <a16:creationId xmlns:a16="http://schemas.microsoft.com/office/drawing/2014/main" id="{9943038B-A8F9-48D6-0A29-94D4AA659F65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49023" y="6216958"/>
            <a:ext cx="2248453" cy="309850"/>
          </a:xfrm>
        </p:spPr>
        <p:txBody>
          <a:bodyPr/>
          <a:lstStyle>
            <a:lvl2pPr marL="457200" indent="0">
              <a:buNone/>
              <a:defRPr/>
            </a:lvl2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[1], [2]….</a:t>
            </a:r>
          </a:p>
          <a:p>
            <a:pPr lvl="1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3849127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ph Slide (Explanatio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37C287-18A0-EB82-8A27-F94CA3880D0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/>
              <a:t>X. Graph</a:t>
            </a:r>
            <a:endParaRPr lang="en-GB"/>
          </a:p>
        </p:txBody>
      </p:sp>
      <p:pic>
        <p:nvPicPr>
          <p:cNvPr id="6" name="Picture 2" descr="How HOMER Calculates Wind Turbine Power Output">
            <a:extLst>
              <a:ext uri="{FF2B5EF4-FFF2-40B4-BE49-F238E27FC236}">
                <a16:creationId xmlns:a16="http://schemas.microsoft.com/office/drawing/2014/main" id="{002A61B1-6859-B9E0-5E8D-876C02B28C1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3724" y="1939999"/>
            <a:ext cx="5429250" cy="3067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2">
            <a:extLst>
              <a:ext uri="{FF2B5EF4-FFF2-40B4-BE49-F238E27FC236}">
                <a16:creationId xmlns:a16="http://schemas.microsoft.com/office/drawing/2014/main" id="{70DEEB4B-BB48-7BA1-DC37-D3F70525E158}"/>
              </a:ext>
            </a:extLst>
          </p:cNvPr>
          <p:cNvSpPr txBox="1"/>
          <p:nvPr userDrawn="1"/>
        </p:nvSpPr>
        <p:spPr>
          <a:xfrm>
            <a:off x="764619" y="5102669"/>
            <a:ext cx="5187461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100"/>
              <a:t>(</a:t>
            </a:r>
            <a:r>
              <a:rPr lang="it-IT" sz="1100" err="1"/>
              <a:t>Description</a:t>
            </a:r>
            <a:r>
              <a:rPr lang="it-IT" sz="1100"/>
              <a:t> of the </a:t>
            </a:r>
            <a:r>
              <a:rPr lang="it-IT" sz="1100" err="1"/>
              <a:t>graph</a:t>
            </a:r>
            <a:r>
              <a:rPr lang="it-IT" sz="1100"/>
              <a:t>, </a:t>
            </a:r>
            <a:r>
              <a:rPr lang="it-IT" sz="1100" err="1"/>
              <a:t>example</a:t>
            </a:r>
            <a:r>
              <a:rPr lang="it-IT" sz="1100"/>
              <a:t>: </a:t>
            </a:r>
            <a:r>
              <a:rPr lang="it-IT" sz="1100" i="1"/>
              <a:t>power curve power over wind speed</a:t>
            </a:r>
            <a:r>
              <a:rPr lang="it-IT" sz="1100"/>
              <a:t> )</a:t>
            </a:r>
          </a:p>
          <a:p>
            <a:r>
              <a:rPr lang="it-IT" sz="1100"/>
              <a:t>(</a:t>
            </a:r>
            <a:r>
              <a:rPr lang="it-IT" sz="1100" err="1"/>
              <a:t>Citation</a:t>
            </a:r>
            <a:r>
              <a:rPr lang="it-IT" sz="1100"/>
              <a:t> of the sources, </a:t>
            </a:r>
            <a:r>
              <a:rPr lang="it-IT" sz="1100" err="1"/>
              <a:t>example</a:t>
            </a:r>
            <a:r>
              <a:rPr lang="it-IT" sz="1100"/>
              <a:t>:</a:t>
            </a:r>
            <a:r>
              <a:rPr lang="it-IT" sz="1100" b="1"/>
              <a:t> </a:t>
            </a:r>
            <a:r>
              <a:rPr lang="it-IT" sz="1100" b="0"/>
              <a:t>[1] </a:t>
            </a:r>
            <a:r>
              <a:rPr lang="it-IT" sz="1100"/>
              <a:t>)  </a:t>
            </a:r>
          </a:p>
          <a:p>
            <a:r>
              <a:rPr lang="it-IT" sz="1100"/>
              <a:t>(Last date of access, </a:t>
            </a:r>
            <a:r>
              <a:rPr lang="it-IT" sz="1100" err="1"/>
              <a:t>example</a:t>
            </a:r>
            <a:r>
              <a:rPr lang="it-IT" sz="1100"/>
              <a:t>: 21/12/2015)</a:t>
            </a:r>
            <a:endParaRPr lang="en-GB" sz="1100"/>
          </a:p>
        </p:txBody>
      </p:sp>
      <p:cxnSp>
        <p:nvCxnSpPr>
          <p:cNvPr id="8" name="Connector: Elbow 6">
            <a:extLst>
              <a:ext uri="{FF2B5EF4-FFF2-40B4-BE49-F238E27FC236}">
                <a16:creationId xmlns:a16="http://schemas.microsoft.com/office/drawing/2014/main" id="{7A01EE56-12C5-DD96-C172-C145A0ED64CB}"/>
              </a:ext>
            </a:extLst>
          </p:cNvPr>
          <p:cNvCxnSpPr>
            <a:cxnSpLocks/>
          </p:cNvCxnSpPr>
          <p:nvPr userDrawn="1"/>
        </p:nvCxnSpPr>
        <p:spPr>
          <a:xfrm rot="10800000" flipV="1">
            <a:off x="3791371" y="4238699"/>
            <a:ext cx="4563205" cy="1222134"/>
          </a:xfrm>
          <a:prstGeom prst="bentConnector3">
            <a:avLst>
              <a:gd name="adj1" fmla="val 50000"/>
            </a:avLst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Oval 15">
            <a:extLst>
              <a:ext uri="{FF2B5EF4-FFF2-40B4-BE49-F238E27FC236}">
                <a16:creationId xmlns:a16="http://schemas.microsoft.com/office/drawing/2014/main" id="{EE3D1715-661B-80A0-F167-264ACC369A68}"/>
              </a:ext>
            </a:extLst>
          </p:cNvPr>
          <p:cNvSpPr/>
          <p:nvPr userDrawn="1"/>
        </p:nvSpPr>
        <p:spPr>
          <a:xfrm>
            <a:off x="7796637" y="3405202"/>
            <a:ext cx="3922209" cy="2011693"/>
          </a:xfrm>
          <a:prstGeom prst="ellipse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sz="1400" err="1"/>
              <a:t>Add</a:t>
            </a:r>
            <a:r>
              <a:rPr lang="it-IT" sz="1400"/>
              <a:t> a link to the </a:t>
            </a:r>
            <a:r>
              <a:rPr lang="it-IT" sz="1400" err="1"/>
              <a:t>reference</a:t>
            </a:r>
            <a:r>
              <a:rPr lang="it-IT" sz="1400"/>
              <a:t> </a:t>
            </a:r>
            <a:r>
              <a:rPr lang="it-IT" sz="1400" err="1"/>
              <a:t>number</a:t>
            </a:r>
            <a:r>
              <a:rPr lang="it-IT" sz="1400"/>
              <a:t> </a:t>
            </a:r>
            <a:r>
              <a:rPr lang="it-IT" sz="1400" err="1"/>
              <a:t>that</a:t>
            </a:r>
            <a:r>
              <a:rPr lang="it-IT" sz="1400"/>
              <a:t> </a:t>
            </a:r>
            <a:r>
              <a:rPr lang="it-IT" sz="1400" err="1"/>
              <a:t>goes</a:t>
            </a:r>
            <a:r>
              <a:rPr lang="it-IT" sz="1400"/>
              <a:t> to the last slide: highlight the </a:t>
            </a:r>
            <a:r>
              <a:rPr lang="it-IT" sz="1400" err="1"/>
              <a:t>number</a:t>
            </a:r>
            <a:r>
              <a:rPr lang="it-IT" sz="1400"/>
              <a:t>-&gt;</a:t>
            </a:r>
            <a:r>
              <a:rPr lang="it-IT" sz="1400" err="1"/>
              <a:t>right</a:t>
            </a:r>
            <a:r>
              <a:rPr lang="it-IT" sz="1400"/>
              <a:t> click-&gt;</a:t>
            </a:r>
            <a:r>
              <a:rPr lang="it-IT" sz="1400" err="1"/>
              <a:t>select</a:t>
            </a:r>
            <a:r>
              <a:rPr lang="it-IT" sz="1400"/>
              <a:t> link-&gt;place in </a:t>
            </a:r>
            <a:r>
              <a:rPr lang="it-IT" sz="1400" err="1"/>
              <a:t>this</a:t>
            </a:r>
            <a:r>
              <a:rPr lang="it-IT" sz="1400"/>
              <a:t> </a:t>
            </a:r>
            <a:r>
              <a:rPr lang="it-IT" sz="1400" err="1"/>
              <a:t>document</a:t>
            </a:r>
            <a:r>
              <a:rPr lang="it-IT" sz="1400"/>
              <a:t>-&gt;</a:t>
            </a:r>
            <a:r>
              <a:rPr lang="it-IT" sz="1400" err="1"/>
              <a:t>select</a:t>
            </a:r>
            <a:r>
              <a:rPr lang="it-IT" sz="1400"/>
              <a:t> last slide</a:t>
            </a:r>
            <a:endParaRPr lang="en-GB" sz="1400"/>
          </a:p>
        </p:txBody>
      </p:sp>
      <p:cxnSp>
        <p:nvCxnSpPr>
          <p:cNvPr id="10" name="Straight Connector 5">
            <a:extLst>
              <a:ext uri="{FF2B5EF4-FFF2-40B4-BE49-F238E27FC236}">
                <a16:creationId xmlns:a16="http://schemas.microsoft.com/office/drawing/2014/main" id="{9CCD7462-E12C-CDA3-D609-4AB679728A2E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7">
            <a:extLst>
              <a:ext uri="{FF2B5EF4-FFF2-40B4-BE49-F238E27FC236}">
                <a16:creationId xmlns:a16="http://schemas.microsoft.com/office/drawing/2014/main" id="{A1188C36-D6CB-FA53-013E-FC56AD427952}"/>
              </a:ext>
            </a:extLst>
          </p:cNvPr>
          <p:cNvSpPr/>
          <p:nvPr userDrawn="1"/>
        </p:nvSpPr>
        <p:spPr>
          <a:xfrm>
            <a:off x="6495002" y="1875014"/>
            <a:ext cx="2603270" cy="1404514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err="1"/>
              <a:t>This</a:t>
            </a:r>
            <a:r>
              <a:rPr lang="it-IT"/>
              <a:t> slide </a:t>
            </a:r>
            <a:r>
              <a:rPr lang="it-IT" err="1"/>
              <a:t>is</a:t>
            </a:r>
            <a:r>
              <a:rPr lang="it-IT"/>
              <a:t> </a:t>
            </a:r>
            <a:r>
              <a:rPr lang="it-IT" err="1"/>
              <a:t>only</a:t>
            </a:r>
            <a:r>
              <a:rPr lang="it-IT"/>
              <a:t> for </a:t>
            </a:r>
            <a:r>
              <a:rPr lang="it-IT" err="1"/>
              <a:t>explanation</a:t>
            </a:r>
            <a:r>
              <a:rPr lang="it-IT"/>
              <a:t>, </a:t>
            </a:r>
            <a:r>
              <a:rPr lang="it-IT" err="1"/>
              <a:t>dont´t</a:t>
            </a:r>
            <a:r>
              <a:rPr lang="it-IT"/>
              <a:t> use </a:t>
            </a:r>
            <a:r>
              <a:rPr lang="it-IT" err="1"/>
              <a:t>it!</a:t>
            </a:r>
            <a:endParaRPr lang="en-GB"/>
          </a:p>
        </p:txBody>
      </p:sp>
      <p:sp>
        <p:nvSpPr>
          <p:cNvPr id="12" name="Datumsplatzhalter 11">
            <a:extLst>
              <a:ext uri="{FF2B5EF4-FFF2-40B4-BE49-F238E27FC236}">
                <a16:creationId xmlns:a16="http://schemas.microsoft.com/office/drawing/2014/main" id="{749D4654-CB69-04EA-986A-2264B7AF43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09/12/2025</a:t>
            </a:r>
            <a:endParaRPr lang="en-GB"/>
          </a:p>
        </p:txBody>
      </p:sp>
      <p:sp>
        <p:nvSpPr>
          <p:cNvPr id="13" name="Fußzeilenplatzhalter 12">
            <a:extLst>
              <a:ext uri="{FF2B5EF4-FFF2-40B4-BE49-F238E27FC236}">
                <a16:creationId xmlns:a16="http://schemas.microsoft.com/office/drawing/2014/main" id="{FC28337D-790B-E06F-0074-04AA48B925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Electrical Drivetrain / Optimus Syria</a:t>
            </a:r>
          </a:p>
        </p:txBody>
      </p:sp>
      <p:sp>
        <p:nvSpPr>
          <p:cNvPr id="14" name="Foliennummernplatzhalter 13">
            <a:extLst>
              <a:ext uri="{FF2B5EF4-FFF2-40B4-BE49-F238E27FC236}">
                <a16:creationId xmlns:a16="http://schemas.microsoft.com/office/drawing/2014/main" id="{A2A63292-0139-33E2-79E8-D1F485A4CC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5" name="Textplatzhalter 16">
            <a:extLst>
              <a:ext uri="{FF2B5EF4-FFF2-40B4-BE49-F238E27FC236}">
                <a16:creationId xmlns:a16="http://schemas.microsoft.com/office/drawing/2014/main" id="{596BA109-7562-188F-19E6-BAFF28DC5C7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Group </a:t>
            </a:r>
            <a:r>
              <a:rPr lang="de-DE" err="1"/>
              <a:t>members</a:t>
            </a:r>
            <a:r>
              <a:rPr lang="de-DE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199511019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ph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37C287-18A0-EB82-8A27-F94CA3880D0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/>
              <a:t>X. Graph</a:t>
            </a:r>
            <a:endParaRPr lang="en-GB"/>
          </a:p>
        </p:txBody>
      </p:sp>
      <p:pic>
        <p:nvPicPr>
          <p:cNvPr id="6" name="Picture 2" descr="How HOMER Calculates Wind Turbine Power Output">
            <a:extLst>
              <a:ext uri="{FF2B5EF4-FFF2-40B4-BE49-F238E27FC236}">
                <a16:creationId xmlns:a16="http://schemas.microsoft.com/office/drawing/2014/main" id="{002A61B1-6859-B9E0-5E8D-876C02B28C1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3724" y="1939999"/>
            <a:ext cx="5429250" cy="3067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2">
            <a:extLst>
              <a:ext uri="{FF2B5EF4-FFF2-40B4-BE49-F238E27FC236}">
                <a16:creationId xmlns:a16="http://schemas.microsoft.com/office/drawing/2014/main" id="{70DEEB4B-BB48-7BA1-DC37-D3F70525E158}"/>
              </a:ext>
            </a:extLst>
          </p:cNvPr>
          <p:cNvSpPr txBox="1"/>
          <p:nvPr userDrawn="1"/>
        </p:nvSpPr>
        <p:spPr>
          <a:xfrm>
            <a:off x="764619" y="5102669"/>
            <a:ext cx="5187461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100"/>
              <a:t>(</a:t>
            </a:r>
            <a:r>
              <a:rPr lang="it-IT" sz="1100" err="1"/>
              <a:t>Description</a:t>
            </a:r>
            <a:r>
              <a:rPr lang="it-IT" sz="1100"/>
              <a:t> of the </a:t>
            </a:r>
            <a:r>
              <a:rPr lang="it-IT" sz="1100" err="1"/>
              <a:t>graph</a:t>
            </a:r>
            <a:r>
              <a:rPr lang="it-IT" sz="1100"/>
              <a:t>, </a:t>
            </a:r>
            <a:r>
              <a:rPr lang="it-IT" sz="1100" err="1"/>
              <a:t>example</a:t>
            </a:r>
            <a:r>
              <a:rPr lang="it-IT" sz="1100"/>
              <a:t>: </a:t>
            </a:r>
            <a:r>
              <a:rPr lang="it-IT" sz="1100" i="1"/>
              <a:t>power curve power over wind speed</a:t>
            </a:r>
            <a:r>
              <a:rPr lang="it-IT" sz="1100"/>
              <a:t> )</a:t>
            </a:r>
          </a:p>
          <a:p>
            <a:r>
              <a:rPr lang="it-IT" sz="1100"/>
              <a:t>(</a:t>
            </a:r>
            <a:r>
              <a:rPr lang="it-IT" sz="1100" err="1"/>
              <a:t>Citation</a:t>
            </a:r>
            <a:r>
              <a:rPr lang="it-IT" sz="1100"/>
              <a:t> of the sources, </a:t>
            </a:r>
            <a:r>
              <a:rPr lang="it-IT" sz="1100" err="1"/>
              <a:t>example</a:t>
            </a:r>
            <a:r>
              <a:rPr lang="it-IT" sz="1100"/>
              <a:t>:</a:t>
            </a:r>
            <a:r>
              <a:rPr lang="it-IT" sz="1100" b="1"/>
              <a:t> </a:t>
            </a:r>
            <a:r>
              <a:rPr lang="it-IT" sz="1100" b="0"/>
              <a:t>[1] </a:t>
            </a:r>
            <a:r>
              <a:rPr lang="it-IT" sz="1100"/>
              <a:t>)  </a:t>
            </a:r>
          </a:p>
          <a:p>
            <a:r>
              <a:rPr lang="it-IT" sz="1100"/>
              <a:t>(Last date of access, </a:t>
            </a:r>
            <a:r>
              <a:rPr lang="it-IT" sz="1100" err="1"/>
              <a:t>example</a:t>
            </a:r>
            <a:r>
              <a:rPr lang="it-IT" sz="1100"/>
              <a:t>: 21/12/2015)</a:t>
            </a:r>
            <a:endParaRPr lang="en-GB" sz="1100"/>
          </a:p>
        </p:txBody>
      </p:sp>
      <p:cxnSp>
        <p:nvCxnSpPr>
          <p:cNvPr id="10" name="Straight Connector 5">
            <a:extLst>
              <a:ext uri="{FF2B5EF4-FFF2-40B4-BE49-F238E27FC236}">
                <a16:creationId xmlns:a16="http://schemas.microsoft.com/office/drawing/2014/main" id="{9CCD7462-E12C-CDA3-D609-4AB679728A2E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Datumsplatzhalter 7">
            <a:extLst>
              <a:ext uri="{FF2B5EF4-FFF2-40B4-BE49-F238E27FC236}">
                <a16:creationId xmlns:a16="http://schemas.microsoft.com/office/drawing/2014/main" id="{98D8651D-3525-44E9-EF74-5AE1C96E2B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09/12/2025</a:t>
            </a:r>
            <a:endParaRPr lang="en-GB"/>
          </a:p>
        </p:txBody>
      </p:sp>
      <p:sp>
        <p:nvSpPr>
          <p:cNvPr id="9" name="Fußzeilenplatzhalter 8">
            <a:extLst>
              <a:ext uri="{FF2B5EF4-FFF2-40B4-BE49-F238E27FC236}">
                <a16:creationId xmlns:a16="http://schemas.microsoft.com/office/drawing/2014/main" id="{FC35C132-0CB8-F9A6-EC6C-F3AC1F1B31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Electrical Drivetrain / Optimus Syria</a:t>
            </a:r>
          </a:p>
        </p:txBody>
      </p:sp>
      <p:sp>
        <p:nvSpPr>
          <p:cNvPr id="11" name="Foliennummernplatzhalter 10">
            <a:extLst>
              <a:ext uri="{FF2B5EF4-FFF2-40B4-BE49-F238E27FC236}">
                <a16:creationId xmlns:a16="http://schemas.microsoft.com/office/drawing/2014/main" id="{722F58FF-5AD5-CF97-4FEE-FB1F38CD9A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2" name="Textplatzhalter 16">
            <a:extLst>
              <a:ext uri="{FF2B5EF4-FFF2-40B4-BE49-F238E27FC236}">
                <a16:creationId xmlns:a16="http://schemas.microsoft.com/office/drawing/2014/main" id="{DC21B0DD-4D97-871C-E587-F10AD55D8BD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Vijay </a:t>
            </a:r>
            <a:r>
              <a:rPr lang="de-DE" err="1"/>
              <a:t>Simha</a:t>
            </a:r>
            <a:r>
              <a:rPr lang="de-DE"/>
              <a:t> Reddy </a:t>
            </a:r>
            <a:r>
              <a:rPr lang="de-DE" err="1"/>
              <a:t>Bogala</a:t>
            </a:r>
            <a:r>
              <a:rPr lang="de-DE"/>
              <a:t>, Josef Remberger</a:t>
            </a:r>
          </a:p>
        </p:txBody>
      </p:sp>
    </p:spTree>
    <p:extLst>
      <p:ext uri="{BB962C8B-B14F-4D97-AF65-F5344CB8AC3E}">
        <p14:creationId xmlns:p14="http://schemas.microsoft.com/office/powerpoint/2010/main" val="343465177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bliography (Explanatio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993033-AA4A-D955-AE39-E7F2A40C8A4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err="1"/>
              <a:t>Bibliography</a:t>
            </a:r>
            <a:r>
              <a:rPr lang="de-DE"/>
              <a:t> – </a:t>
            </a:r>
            <a:r>
              <a:rPr lang="de-DE" err="1"/>
              <a:t>team</a:t>
            </a:r>
            <a:r>
              <a:rPr lang="de-DE"/>
              <a:t> </a:t>
            </a:r>
            <a:r>
              <a:rPr lang="de-DE" err="1"/>
              <a:t>name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38BDBB-4827-8B89-3EE0-5A3DD22172FC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>
            <a:normAutofit/>
          </a:bodyPr>
          <a:lstStyle>
            <a:lvl1pPr marL="0" indent="0">
              <a:buNone/>
              <a:defRPr sz="1600"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it-IT"/>
              <a:t>[1] </a:t>
            </a:r>
            <a:r>
              <a:rPr lang="en-GB"/>
              <a:t>“How HOMER Calculates Wind Turbine Power Output,” </a:t>
            </a:r>
            <a:r>
              <a:rPr lang="en-GB" i="1"/>
              <a:t>Homerenergy.com</a:t>
            </a:r>
            <a:r>
              <a:rPr lang="en-GB"/>
              <a:t>, 2017. https://www.homerenergy.com/products/pro/docs/3.15/how_homer_calculates_wind_turbine_power_output.html (accessed Aug. 25, 2025).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[2] …..</a:t>
            </a:r>
            <a:endParaRPr lang="it-IT"/>
          </a:p>
          <a:p>
            <a:pPr lvl="0"/>
            <a:endParaRPr lang="de-DE"/>
          </a:p>
        </p:txBody>
      </p:sp>
      <p:cxnSp>
        <p:nvCxnSpPr>
          <p:cNvPr id="6" name="Straight Arrow Connector 21">
            <a:extLst>
              <a:ext uri="{FF2B5EF4-FFF2-40B4-BE49-F238E27FC236}">
                <a16:creationId xmlns:a16="http://schemas.microsoft.com/office/drawing/2014/main" id="{9B5BA113-ABD0-9B33-1E2F-5863B083FE29}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4994031" y="2734408"/>
            <a:ext cx="1245576" cy="1837592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22">
            <a:extLst>
              <a:ext uri="{FF2B5EF4-FFF2-40B4-BE49-F238E27FC236}">
                <a16:creationId xmlns:a16="http://schemas.microsoft.com/office/drawing/2014/main" id="{59531AAE-8AA3-6039-F69E-EDD1AF57C810}"/>
              </a:ext>
            </a:extLst>
          </p:cNvPr>
          <p:cNvSpPr/>
          <p:nvPr userDrawn="1"/>
        </p:nvSpPr>
        <p:spPr>
          <a:xfrm>
            <a:off x="4475285" y="4572000"/>
            <a:ext cx="5969977" cy="1677864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/>
              <a:t>The style </a:t>
            </a:r>
            <a:r>
              <a:rPr lang="it-IT" err="1"/>
              <a:t>chosen</a:t>
            </a:r>
            <a:r>
              <a:rPr lang="it-IT"/>
              <a:t> for </a:t>
            </a:r>
            <a:r>
              <a:rPr lang="it-IT" err="1"/>
              <a:t>citation</a:t>
            </a:r>
            <a:r>
              <a:rPr lang="it-IT"/>
              <a:t> </a:t>
            </a:r>
            <a:r>
              <a:rPr lang="it-IT" err="1"/>
              <a:t>is</a:t>
            </a:r>
            <a:r>
              <a:rPr lang="it-IT"/>
              <a:t> IEEE, so </a:t>
            </a:r>
            <a:r>
              <a:rPr lang="it-IT" err="1"/>
              <a:t>if</a:t>
            </a:r>
            <a:r>
              <a:rPr lang="it-IT"/>
              <a:t> </a:t>
            </a:r>
            <a:r>
              <a:rPr lang="it-IT" err="1"/>
              <a:t>you</a:t>
            </a:r>
            <a:r>
              <a:rPr lang="it-IT"/>
              <a:t> </a:t>
            </a:r>
            <a:r>
              <a:rPr lang="it-IT" err="1"/>
              <a:t>want</a:t>
            </a:r>
            <a:r>
              <a:rPr lang="it-IT"/>
              <a:t> to create </a:t>
            </a:r>
            <a:r>
              <a:rPr lang="it-IT" err="1"/>
              <a:t>your</a:t>
            </a:r>
            <a:r>
              <a:rPr lang="it-IT"/>
              <a:t> </a:t>
            </a:r>
            <a:r>
              <a:rPr lang="it-IT" err="1"/>
              <a:t>citation</a:t>
            </a:r>
            <a:r>
              <a:rPr lang="it-IT"/>
              <a:t> follow </a:t>
            </a:r>
            <a:r>
              <a:rPr lang="it-IT" err="1"/>
              <a:t>that</a:t>
            </a:r>
            <a:r>
              <a:rPr lang="it-IT"/>
              <a:t> style. </a:t>
            </a:r>
            <a:r>
              <a:rPr lang="it-IT" err="1"/>
              <a:t>If</a:t>
            </a:r>
            <a:r>
              <a:rPr lang="it-IT"/>
              <a:t> </a:t>
            </a:r>
            <a:r>
              <a:rPr lang="it-IT" err="1"/>
              <a:t>you</a:t>
            </a:r>
            <a:r>
              <a:rPr lang="it-IT"/>
              <a:t> </a:t>
            </a:r>
            <a:r>
              <a:rPr lang="it-IT" err="1"/>
              <a:t>want</a:t>
            </a:r>
            <a:r>
              <a:rPr lang="it-IT"/>
              <a:t> to create an IEEE </a:t>
            </a:r>
            <a:r>
              <a:rPr lang="it-IT" err="1"/>
              <a:t>citation</a:t>
            </a:r>
            <a:r>
              <a:rPr lang="it-IT"/>
              <a:t> from a website, </a:t>
            </a:r>
            <a:r>
              <a:rPr lang="it-IT" err="1"/>
              <a:t>you</a:t>
            </a:r>
            <a:r>
              <a:rPr lang="it-IT"/>
              <a:t> can use some free </a:t>
            </a:r>
            <a:r>
              <a:rPr lang="it-IT" err="1"/>
              <a:t>converters</a:t>
            </a:r>
            <a:r>
              <a:rPr lang="it-IT"/>
              <a:t> </a:t>
            </a:r>
            <a:r>
              <a:rPr lang="it-IT" err="1"/>
              <a:t>available</a:t>
            </a:r>
            <a:r>
              <a:rPr lang="it-IT"/>
              <a:t> on the internet, like:</a:t>
            </a:r>
          </a:p>
          <a:p>
            <a:pPr algn="ctr"/>
            <a:r>
              <a:rPr lang="en-GB" b="1">
                <a:hlinkClick r:id="rId2"/>
              </a:rPr>
              <a:t>https://www.mybib.com/tools/ieee-citation-generator</a:t>
            </a:r>
            <a:r>
              <a:rPr lang="en-GB" b="1"/>
              <a:t> </a:t>
            </a:r>
          </a:p>
        </p:txBody>
      </p:sp>
      <p:cxnSp>
        <p:nvCxnSpPr>
          <p:cNvPr id="4" name="Straight Connector 5">
            <a:extLst>
              <a:ext uri="{FF2B5EF4-FFF2-40B4-BE49-F238E27FC236}">
                <a16:creationId xmlns:a16="http://schemas.microsoft.com/office/drawing/2014/main" id="{7CC2DA80-2404-1A96-924E-A52A1DBAA341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7">
            <a:extLst>
              <a:ext uri="{FF2B5EF4-FFF2-40B4-BE49-F238E27FC236}">
                <a16:creationId xmlns:a16="http://schemas.microsoft.com/office/drawing/2014/main" id="{226F6F8F-D65D-4B43-5785-E89E617F8616}"/>
              </a:ext>
            </a:extLst>
          </p:cNvPr>
          <p:cNvSpPr/>
          <p:nvPr userDrawn="1"/>
        </p:nvSpPr>
        <p:spPr>
          <a:xfrm>
            <a:off x="908165" y="3299037"/>
            <a:ext cx="2603270" cy="1404514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err="1"/>
              <a:t>This</a:t>
            </a:r>
            <a:r>
              <a:rPr lang="it-IT"/>
              <a:t> slide </a:t>
            </a:r>
            <a:r>
              <a:rPr lang="it-IT" err="1"/>
              <a:t>is</a:t>
            </a:r>
            <a:r>
              <a:rPr lang="it-IT"/>
              <a:t> </a:t>
            </a:r>
            <a:r>
              <a:rPr lang="it-IT" err="1"/>
              <a:t>only</a:t>
            </a:r>
            <a:r>
              <a:rPr lang="it-IT"/>
              <a:t> for </a:t>
            </a:r>
            <a:r>
              <a:rPr lang="it-IT" err="1"/>
              <a:t>explanation</a:t>
            </a:r>
            <a:r>
              <a:rPr lang="it-IT"/>
              <a:t>, </a:t>
            </a:r>
            <a:r>
              <a:rPr lang="it-IT" err="1"/>
              <a:t>dont´t</a:t>
            </a:r>
            <a:r>
              <a:rPr lang="it-IT"/>
              <a:t> use </a:t>
            </a:r>
            <a:r>
              <a:rPr lang="it-IT" err="1"/>
              <a:t>it!</a:t>
            </a:r>
            <a:endParaRPr lang="en-GB"/>
          </a:p>
        </p:txBody>
      </p:sp>
      <p:sp>
        <p:nvSpPr>
          <p:cNvPr id="11" name="Datumsplatzhalter 10">
            <a:extLst>
              <a:ext uri="{FF2B5EF4-FFF2-40B4-BE49-F238E27FC236}">
                <a16:creationId xmlns:a16="http://schemas.microsoft.com/office/drawing/2014/main" id="{376AEEC7-3E6C-8FE6-7104-34FC937946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09/12/2025</a:t>
            </a:r>
            <a:endParaRPr lang="en-GB"/>
          </a:p>
        </p:txBody>
      </p:sp>
      <p:sp>
        <p:nvSpPr>
          <p:cNvPr id="12" name="Fußzeilenplatzhalter 11">
            <a:extLst>
              <a:ext uri="{FF2B5EF4-FFF2-40B4-BE49-F238E27FC236}">
                <a16:creationId xmlns:a16="http://schemas.microsoft.com/office/drawing/2014/main" id="{527D13C7-4982-3CF9-E6C0-8109C888A5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Electrical Drivetrain / Optimus Syria</a:t>
            </a:r>
          </a:p>
        </p:txBody>
      </p:sp>
      <p:sp>
        <p:nvSpPr>
          <p:cNvPr id="13" name="Foliennummernplatzhalter 12">
            <a:extLst>
              <a:ext uri="{FF2B5EF4-FFF2-40B4-BE49-F238E27FC236}">
                <a16:creationId xmlns:a16="http://schemas.microsoft.com/office/drawing/2014/main" id="{44A0136B-0337-50A8-941C-6DC048DC68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4" name="Textplatzhalter 16">
            <a:extLst>
              <a:ext uri="{FF2B5EF4-FFF2-40B4-BE49-F238E27FC236}">
                <a16:creationId xmlns:a16="http://schemas.microsoft.com/office/drawing/2014/main" id="{A21B8924-2541-A57C-7990-899E2DC11FD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Group </a:t>
            </a:r>
            <a:r>
              <a:rPr lang="de-DE" err="1"/>
              <a:t>members</a:t>
            </a:r>
            <a:r>
              <a:rPr lang="de-DE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147255586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ibliograp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993033-AA4A-D955-AE39-E7F2A40C8A4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err="1"/>
              <a:t>Bibliography</a:t>
            </a:r>
            <a:r>
              <a:rPr lang="de-DE"/>
              <a:t> – </a:t>
            </a:r>
            <a:r>
              <a:rPr lang="de-DE" err="1"/>
              <a:t>team</a:t>
            </a:r>
            <a:r>
              <a:rPr lang="de-DE"/>
              <a:t> </a:t>
            </a:r>
            <a:r>
              <a:rPr lang="de-DE" err="1"/>
              <a:t>name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38BDBB-4827-8B89-3EE0-5A3DD22172FC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>
            <a:normAutofit/>
          </a:bodyPr>
          <a:lstStyle>
            <a:lvl1pPr marL="0" indent="0">
              <a:buNone/>
              <a:defRPr sz="1600"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it-IT"/>
              <a:t>[1] </a:t>
            </a:r>
            <a:r>
              <a:rPr lang="en-GB"/>
              <a:t>“How HOMER Calculates Wind Turbine Power Output,” </a:t>
            </a:r>
            <a:r>
              <a:rPr lang="en-GB" i="1"/>
              <a:t>Homerenergy.com</a:t>
            </a:r>
            <a:r>
              <a:rPr lang="en-GB"/>
              <a:t>, 2017. https://www.homerenergy.com/products/pro/docs/3.15/how_homer_calculates_wind_turbine_power_output.html (accessed Aug. 25, 2025).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[2] …..</a:t>
            </a:r>
            <a:endParaRPr lang="it-IT"/>
          </a:p>
          <a:p>
            <a:pPr lvl="0"/>
            <a:endParaRPr lang="de-DE"/>
          </a:p>
        </p:txBody>
      </p:sp>
      <p:cxnSp>
        <p:nvCxnSpPr>
          <p:cNvPr id="4" name="Straight Connector 5">
            <a:extLst>
              <a:ext uri="{FF2B5EF4-FFF2-40B4-BE49-F238E27FC236}">
                <a16:creationId xmlns:a16="http://schemas.microsoft.com/office/drawing/2014/main" id="{7CC2DA80-2404-1A96-924E-A52A1DBAA341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Datumsplatzhalter 5">
            <a:extLst>
              <a:ext uri="{FF2B5EF4-FFF2-40B4-BE49-F238E27FC236}">
                <a16:creationId xmlns:a16="http://schemas.microsoft.com/office/drawing/2014/main" id="{79BDC2AF-40F8-8529-16FE-AE51A8BD44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09/12/2025</a:t>
            </a:r>
            <a:endParaRPr lang="en-GB"/>
          </a:p>
        </p:txBody>
      </p:sp>
      <p:sp>
        <p:nvSpPr>
          <p:cNvPr id="9" name="Fußzeilenplatzhalter 8">
            <a:extLst>
              <a:ext uri="{FF2B5EF4-FFF2-40B4-BE49-F238E27FC236}">
                <a16:creationId xmlns:a16="http://schemas.microsoft.com/office/drawing/2014/main" id="{3A36B392-F5AC-41D8-5903-3EE036BA8C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Electrical Drivetrain / Optimus Syria</a:t>
            </a:r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7595A811-7A18-1583-7B9C-87A7CBB7F1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1" name="Textplatzhalter 16">
            <a:extLst>
              <a:ext uri="{FF2B5EF4-FFF2-40B4-BE49-F238E27FC236}">
                <a16:creationId xmlns:a16="http://schemas.microsoft.com/office/drawing/2014/main" id="{5E735FEA-D591-2E8E-B9B4-2A6BAFE00D4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Vijay </a:t>
            </a:r>
            <a:r>
              <a:rPr lang="de-DE" err="1"/>
              <a:t>Simha</a:t>
            </a:r>
            <a:r>
              <a:rPr lang="de-DE"/>
              <a:t> Reddy </a:t>
            </a:r>
            <a:r>
              <a:rPr lang="de-DE" err="1"/>
              <a:t>Bogala</a:t>
            </a:r>
            <a:r>
              <a:rPr lang="de-DE"/>
              <a:t>, Josef Remberger</a:t>
            </a:r>
          </a:p>
        </p:txBody>
      </p:sp>
    </p:spTree>
    <p:extLst>
      <p:ext uri="{BB962C8B-B14F-4D97-AF65-F5344CB8AC3E}">
        <p14:creationId xmlns:p14="http://schemas.microsoft.com/office/powerpoint/2010/main" val="233279560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013920-E451-6E8D-B0CB-C3FB9C0F70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7CFBA5-B73E-6B89-322D-7C32A35A121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BF8199-371A-141A-1CD7-D551EEEFDFB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8" name="Datumsplatzhalter 7">
            <a:extLst>
              <a:ext uri="{FF2B5EF4-FFF2-40B4-BE49-F238E27FC236}">
                <a16:creationId xmlns:a16="http://schemas.microsoft.com/office/drawing/2014/main" id="{16092FF3-E2C2-B5C5-579F-21F140EB3A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09/12/2025</a:t>
            </a:r>
            <a:endParaRPr lang="en-GB"/>
          </a:p>
        </p:txBody>
      </p:sp>
      <p:sp>
        <p:nvSpPr>
          <p:cNvPr id="9" name="Fußzeilenplatzhalter 8">
            <a:extLst>
              <a:ext uri="{FF2B5EF4-FFF2-40B4-BE49-F238E27FC236}">
                <a16:creationId xmlns:a16="http://schemas.microsoft.com/office/drawing/2014/main" id="{85AD0AE9-D3B7-2239-8DBB-350367E7DC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Electrical Drivetrain / Optimus Syria</a:t>
            </a:r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E1BD0BA0-666C-E532-C68B-11386947BA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1" name="Textplatzhalter 16">
            <a:extLst>
              <a:ext uri="{FF2B5EF4-FFF2-40B4-BE49-F238E27FC236}">
                <a16:creationId xmlns:a16="http://schemas.microsoft.com/office/drawing/2014/main" id="{027E2607-9D4B-3DD5-A6A2-FC3CB80BCC1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Group </a:t>
            </a:r>
            <a:r>
              <a:rPr lang="de-DE" err="1"/>
              <a:t>members</a:t>
            </a:r>
            <a:r>
              <a:rPr lang="de-DE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240112229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5BF7B7-87CF-1A3E-E33E-44DC6E0152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B21B8D-C5F5-5242-4069-B1546B4BC0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74D26CD-98BD-17E2-BE55-DBB74BBC640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63B8D60-279E-D76A-9222-12B704BAEB3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A1AF34B-F683-41AD-C71C-8E8C66CC4CC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10" name="Datumsplatzhalter 9">
            <a:extLst>
              <a:ext uri="{FF2B5EF4-FFF2-40B4-BE49-F238E27FC236}">
                <a16:creationId xmlns:a16="http://schemas.microsoft.com/office/drawing/2014/main" id="{4EB4231A-B976-E0CE-75F3-D34A6911E2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09/12/2025</a:t>
            </a:r>
            <a:endParaRPr lang="en-GB"/>
          </a:p>
        </p:txBody>
      </p:sp>
      <p:sp>
        <p:nvSpPr>
          <p:cNvPr id="11" name="Fußzeilenplatzhalter 10">
            <a:extLst>
              <a:ext uri="{FF2B5EF4-FFF2-40B4-BE49-F238E27FC236}">
                <a16:creationId xmlns:a16="http://schemas.microsoft.com/office/drawing/2014/main" id="{2E601F58-36C8-D2D9-A619-7EE495853C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Electrical Drivetrain / Optimus Syria</a:t>
            </a:r>
          </a:p>
        </p:txBody>
      </p:sp>
      <p:sp>
        <p:nvSpPr>
          <p:cNvPr id="12" name="Foliennummernplatzhalter 11">
            <a:extLst>
              <a:ext uri="{FF2B5EF4-FFF2-40B4-BE49-F238E27FC236}">
                <a16:creationId xmlns:a16="http://schemas.microsoft.com/office/drawing/2014/main" id="{EBFB4D11-F600-12A5-E5C2-DCA390332C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3" name="Textplatzhalter 16">
            <a:extLst>
              <a:ext uri="{FF2B5EF4-FFF2-40B4-BE49-F238E27FC236}">
                <a16:creationId xmlns:a16="http://schemas.microsoft.com/office/drawing/2014/main" id="{39AFE95F-2805-F887-3AF4-313C835B173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Group </a:t>
            </a:r>
            <a:r>
              <a:rPr lang="de-DE" err="1"/>
              <a:t>members</a:t>
            </a:r>
            <a:r>
              <a:rPr lang="de-DE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372098297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AA9CAB1E-C3D8-B43B-64D5-963D13F3D8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09/12/2025</a:t>
            </a:r>
            <a:endParaRPr lang="en-GB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3B3E84C0-2A5E-8136-84E3-1F57CD264A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Electrical Drivetrain / Optimus Syria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279EE80A-8782-7800-16FF-963D026BCC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8" name="Textplatzhalter 16">
            <a:extLst>
              <a:ext uri="{FF2B5EF4-FFF2-40B4-BE49-F238E27FC236}">
                <a16:creationId xmlns:a16="http://schemas.microsoft.com/office/drawing/2014/main" id="{CFBF4831-0820-F79B-E15A-914A0E578D4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Group </a:t>
            </a:r>
            <a:r>
              <a:rPr lang="de-DE" err="1"/>
              <a:t>members</a:t>
            </a:r>
            <a:r>
              <a:rPr lang="de-DE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113652204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94D20E-7D43-D4CD-1058-46300B8EE4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B6584A-B476-0EA1-C12B-07C273F70E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1694232-1597-B186-D108-397BCF214D6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8" name="Datumsplatzhalter 7">
            <a:extLst>
              <a:ext uri="{FF2B5EF4-FFF2-40B4-BE49-F238E27FC236}">
                <a16:creationId xmlns:a16="http://schemas.microsoft.com/office/drawing/2014/main" id="{63342531-5FA3-5F71-CEB1-CFCD86F170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09/12/2025</a:t>
            </a:r>
            <a:endParaRPr lang="en-GB"/>
          </a:p>
        </p:txBody>
      </p:sp>
      <p:sp>
        <p:nvSpPr>
          <p:cNvPr id="9" name="Fußzeilenplatzhalter 8">
            <a:extLst>
              <a:ext uri="{FF2B5EF4-FFF2-40B4-BE49-F238E27FC236}">
                <a16:creationId xmlns:a16="http://schemas.microsoft.com/office/drawing/2014/main" id="{0D108632-F456-C23D-6809-CF44E36A52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Electrical Drivetrain / Optimus Syria</a:t>
            </a:r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14F6375C-67FA-9BF2-A821-A5611C211C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1" name="Textplatzhalter 16">
            <a:extLst>
              <a:ext uri="{FF2B5EF4-FFF2-40B4-BE49-F238E27FC236}">
                <a16:creationId xmlns:a16="http://schemas.microsoft.com/office/drawing/2014/main" id="{6E6CFA6E-C964-BB71-3D6D-D966EE46607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Group </a:t>
            </a:r>
            <a:r>
              <a:rPr lang="de-DE" err="1"/>
              <a:t>members</a:t>
            </a:r>
            <a:r>
              <a:rPr lang="de-DE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85264688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E2DC87-27CE-5A07-9629-719DC91DE4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F65E744-3606-1D16-E7B2-58DAFC3E88A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de-DE"/>
              <a:t>Bild durch Klicken auf Symbol hinzufügen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EA9C703-BF20-85AF-358A-01ADED33CF1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8" name="Datumsplatzhalter 7">
            <a:extLst>
              <a:ext uri="{FF2B5EF4-FFF2-40B4-BE49-F238E27FC236}">
                <a16:creationId xmlns:a16="http://schemas.microsoft.com/office/drawing/2014/main" id="{0DAC50BC-A24B-779F-0533-7A27D611B1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09/12/2025</a:t>
            </a:r>
            <a:endParaRPr lang="en-GB"/>
          </a:p>
        </p:txBody>
      </p:sp>
      <p:sp>
        <p:nvSpPr>
          <p:cNvPr id="9" name="Fußzeilenplatzhalter 8">
            <a:extLst>
              <a:ext uri="{FF2B5EF4-FFF2-40B4-BE49-F238E27FC236}">
                <a16:creationId xmlns:a16="http://schemas.microsoft.com/office/drawing/2014/main" id="{2B06DBDC-0EA1-59AB-DB5D-AEE297E618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Electrical Drivetrain / Optimus Syria</a:t>
            </a:r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3EB43FC5-BB47-1A87-75C6-C0AFB5C723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1" name="Textplatzhalter 16">
            <a:extLst>
              <a:ext uri="{FF2B5EF4-FFF2-40B4-BE49-F238E27FC236}">
                <a16:creationId xmlns:a16="http://schemas.microsoft.com/office/drawing/2014/main" id="{680B36F8-3A7C-6F05-A0AB-F3F43BA0922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Group </a:t>
            </a:r>
            <a:r>
              <a:rPr lang="de-DE" err="1"/>
              <a:t>members</a:t>
            </a:r>
            <a:r>
              <a:rPr lang="de-DE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8560794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F44B09-72C5-4D15-0E4C-46764EB8C8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1B470E9-1D3C-D5B3-7A54-66BD900997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0C34C088-08EA-3896-8F05-16D82C5114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09/12/2025</a:t>
            </a:r>
            <a:endParaRPr lang="en-GB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08EA7E74-7B1F-8648-209E-BFE07FF1E4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Electrical Drivetrain / Optimus Syria</a:t>
            </a:r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62B97D1D-1741-1791-CBA3-FA5CA67CA7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0" name="Textplatzhalter 16">
            <a:extLst>
              <a:ext uri="{FF2B5EF4-FFF2-40B4-BE49-F238E27FC236}">
                <a16:creationId xmlns:a16="http://schemas.microsoft.com/office/drawing/2014/main" id="{6A2FA29E-F5F4-39E0-E0C6-CACC20E04F15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Group </a:t>
            </a:r>
            <a:r>
              <a:rPr lang="de-DE" err="1"/>
              <a:t>members</a:t>
            </a:r>
            <a:r>
              <a:rPr lang="de-DE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315715030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368A110-A33F-744D-89CB-FFCF49E08A8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DB6FACB-31E5-361F-D71D-18FCBA5503E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05945ED5-EBD1-3567-F959-B92E831E51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09/12/2025</a:t>
            </a:r>
            <a:endParaRPr lang="en-GB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CBB6A4D0-1BA6-C02F-BE18-391B96E98D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Electrical Drivetrain / Optimus Syria</a:t>
            </a:r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9412E4BF-484F-C87E-8228-534B62A6BC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0" name="Textplatzhalter 16">
            <a:extLst>
              <a:ext uri="{FF2B5EF4-FFF2-40B4-BE49-F238E27FC236}">
                <a16:creationId xmlns:a16="http://schemas.microsoft.com/office/drawing/2014/main" id="{A24C13F3-9C79-1E9F-ED48-61D2AD9586E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Group </a:t>
            </a:r>
            <a:r>
              <a:rPr lang="de-DE" err="1"/>
              <a:t>members</a:t>
            </a:r>
            <a:r>
              <a:rPr lang="de-DE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282793277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自定义版式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矩形"/>
          <p:cNvSpPr>
            <a:spLocks/>
          </p:cNvSpPr>
          <p:nvPr/>
        </p:nvSpPr>
        <p:spPr>
          <a:xfrm>
            <a:off x="-4172" y="6542492"/>
            <a:ext cx="12207494" cy="365126"/>
          </a:xfrm>
          <a:prstGeom prst="rect">
            <a:avLst/>
          </a:prstGeom>
          <a:solidFill>
            <a:srgbClr val="8ECEFA"/>
          </a:solidFill>
          <a:ln w="19050" cap="flat" cmpd="sng">
            <a:solidFill>
              <a:srgbClr val="FFFFFF"/>
            </a:solidFill>
            <a:prstDash val="solid"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148" name="曲线"/>
          <p:cNvSpPr>
            <a:spLocks/>
          </p:cNvSpPr>
          <p:nvPr/>
        </p:nvSpPr>
        <p:spPr>
          <a:xfrm rot="10800000">
            <a:off x="-35168" y="277945"/>
            <a:ext cx="12216286" cy="898824"/>
          </a:xfrm>
          <a:custGeom>
            <a:avLst/>
            <a:gdLst>
              <a:gd name="T1" fmla="*/ 0 w 21600"/>
              <a:gd name="T2" fmla="*/ 0 h 21600"/>
              <a:gd name="T3" fmla="*/ 21600 w 21600"/>
              <a:gd name="T4" fmla="*/ 21600 h 21600"/>
            </a:gdLst>
            <a:ahLst/>
            <a:cxnLst/>
            <a:rect l="T1" t="T2" r="T3" b="T4"/>
            <a:pathLst>
              <a:path w="21600" h="21600">
                <a:moveTo>
                  <a:pt x="35" y="5690"/>
                </a:moveTo>
                <a:cubicBezTo>
                  <a:pt x="1542" y="5786"/>
                  <a:pt x="2912" y="-6663"/>
                  <a:pt x="5378" y="4969"/>
                </a:cubicBezTo>
                <a:cubicBezTo>
                  <a:pt x="8165" y="16409"/>
                  <a:pt x="9886" y="955"/>
                  <a:pt x="11677" y="1897"/>
                </a:cubicBezTo>
                <a:cubicBezTo>
                  <a:pt x="13469" y="2838"/>
                  <a:pt x="14737" y="9220"/>
                  <a:pt x="16128" y="10617"/>
                </a:cubicBezTo>
                <a:cubicBezTo>
                  <a:pt x="17519" y="12013"/>
                  <a:pt x="18571" y="12576"/>
                  <a:pt x="19479" y="11755"/>
                </a:cubicBezTo>
                <a:cubicBezTo>
                  <a:pt x="20386" y="10934"/>
                  <a:pt x="21317" y="3979"/>
                  <a:pt x="21572" y="5690"/>
                </a:cubicBezTo>
                <a:cubicBezTo>
                  <a:pt x="21565" y="10641"/>
                  <a:pt x="21605" y="16648"/>
                  <a:pt x="21599" y="21600"/>
                </a:cubicBezTo>
                <a:lnTo>
                  <a:pt x="16482" y="21455"/>
                </a:lnTo>
                <a:lnTo>
                  <a:pt x="10994" y="20831"/>
                </a:lnTo>
                <a:lnTo>
                  <a:pt x="6321" y="21321"/>
                </a:lnTo>
                <a:lnTo>
                  <a:pt x="0" y="20878"/>
                </a:lnTo>
                <a:cubicBezTo>
                  <a:pt x="6" y="16216"/>
                  <a:pt x="8" y="10641"/>
                  <a:pt x="35" y="5690"/>
                </a:cubicBezTo>
                <a:close/>
              </a:path>
            </a:pathLst>
          </a:custGeom>
          <a:gradFill rotWithShape="1">
            <a:gsLst>
              <a:gs pos="0">
                <a:srgbClr val="0F9ED5">
                  <a:lumMod val="20000"/>
                  <a:lumOff val="80000"/>
                  <a:alpha val="100000"/>
                </a:srgbClr>
              </a:gs>
              <a:gs pos="50000">
                <a:srgbClr val="FFFFFF">
                  <a:alpha val="100000"/>
                </a:srgbClr>
              </a:gs>
              <a:gs pos="100000">
                <a:srgbClr val="0F9ED5">
                  <a:lumMod val="20000"/>
                  <a:lumOff val="80000"/>
                  <a:alpha val="100000"/>
                </a:srgbClr>
              </a:gs>
            </a:gsLst>
            <a:lin ang="0" scaled="1"/>
          </a:gradFill>
          <a:ln w="15875" cap="flat" cmpd="sng">
            <a:solidFill>
              <a:srgbClr val="156082">
                <a:alpha val="0"/>
              </a:srgbClr>
            </a:solidFill>
            <a:prstDash val="solid"/>
            <a:round/>
          </a:ln>
          <a:effectLst>
            <a:glow>
              <a:srgbClr val="FFFF00"/>
            </a:glow>
            <a:outerShdw algn="ctr" rotWithShape="0">
              <a:srgbClr val="000000">
                <a:alpha val="99607"/>
              </a:srgbClr>
            </a:outerShdw>
          </a:effectLst>
          <a:scene3d>
            <a:camera prst="legacyObliqueFront"/>
            <a:lightRig rig="legacyFlat4" dir="t"/>
          </a:scene3d>
          <a:sp3d prstMaterial="legacyMatte">
            <a:bevelT w="13500" h="13500" prst="angle"/>
            <a:bevelB w="13500" h="13500" prst="angle"/>
          </a:sp3d>
        </p:spPr>
        <p:txBody>
          <a:bodyPr/>
          <a:lstStyle/>
          <a:p>
            <a:endParaRPr lang="en-US"/>
          </a:p>
        </p:txBody>
      </p:sp>
      <p:sp>
        <p:nvSpPr>
          <p:cNvPr id="147" name="曲线"/>
          <p:cNvSpPr>
            <a:spLocks/>
          </p:cNvSpPr>
          <p:nvPr/>
        </p:nvSpPr>
        <p:spPr>
          <a:xfrm rot="10800000">
            <a:off x="-2090" y="-18190"/>
            <a:ext cx="12192000" cy="898826"/>
          </a:xfrm>
          <a:custGeom>
            <a:avLst/>
            <a:gdLst>
              <a:gd name="T1" fmla="*/ 0 w 21600"/>
              <a:gd name="T2" fmla="*/ 0 h 21600"/>
              <a:gd name="T3" fmla="*/ 21600 w 21600"/>
              <a:gd name="T4" fmla="*/ 21600 h 21600"/>
            </a:gdLst>
            <a:ahLst/>
            <a:cxnLst/>
            <a:rect l="T1" t="T2" r="T3" b="T4"/>
            <a:pathLst>
              <a:path w="21600" h="21600">
                <a:moveTo>
                  <a:pt x="20" y="5943"/>
                </a:moveTo>
                <a:cubicBezTo>
                  <a:pt x="1529" y="6043"/>
                  <a:pt x="2217" y="-6829"/>
                  <a:pt x="4688" y="5198"/>
                </a:cubicBezTo>
                <a:cubicBezTo>
                  <a:pt x="7480" y="17027"/>
                  <a:pt x="9070" y="10367"/>
                  <a:pt x="10158" y="6391"/>
                </a:cubicBezTo>
                <a:cubicBezTo>
                  <a:pt x="13044" y="-3797"/>
                  <a:pt x="14166" y="-119"/>
                  <a:pt x="15989" y="5794"/>
                </a:cubicBezTo>
                <a:cubicBezTo>
                  <a:pt x="19763" y="16580"/>
                  <a:pt x="19729" y="5894"/>
                  <a:pt x="21600" y="5943"/>
                </a:cubicBezTo>
                <a:cubicBezTo>
                  <a:pt x="21593" y="11063"/>
                  <a:pt x="21586" y="16182"/>
                  <a:pt x="21579" y="21301"/>
                </a:cubicBezTo>
                <a:lnTo>
                  <a:pt x="16530" y="21152"/>
                </a:lnTo>
                <a:lnTo>
                  <a:pt x="11000" y="21600"/>
                </a:lnTo>
                <a:lnTo>
                  <a:pt x="6271" y="21450"/>
                </a:lnTo>
                <a:lnTo>
                  <a:pt x="0" y="20556"/>
                </a:lnTo>
                <a:cubicBezTo>
                  <a:pt x="6" y="15735"/>
                  <a:pt x="-6" y="11063"/>
                  <a:pt x="20" y="5943"/>
                </a:cubicBezTo>
                <a:close/>
              </a:path>
            </a:pathLst>
          </a:custGeom>
          <a:gradFill rotWithShape="1">
            <a:gsLst>
              <a:gs pos="0">
                <a:srgbClr val="156082">
                  <a:lumMod val="5000"/>
                  <a:lumOff val="95000"/>
                  <a:alpha val="100000"/>
                </a:srgbClr>
              </a:gs>
              <a:gs pos="74000">
                <a:srgbClr val="156082">
                  <a:lumMod val="45000"/>
                  <a:lumOff val="55000"/>
                  <a:alpha val="100000"/>
                </a:srgbClr>
              </a:gs>
              <a:gs pos="83000">
                <a:srgbClr val="156082">
                  <a:lumMod val="45000"/>
                  <a:lumOff val="55000"/>
                  <a:alpha val="100000"/>
                </a:srgbClr>
              </a:gs>
              <a:gs pos="100000">
                <a:srgbClr val="156082">
                  <a:lumMod val="30000"/>
                  <a:lumOff val="70000"/>
                  <a:alpha val="100000"/>
                </a:srgbClr>
              </a:gs>
            </a:gsLst>
            <a:lin ang="5400000" scaled="1"/>
          </a:gradFill>
          <a:ln w="19050" cap="flat" cmpd="sng">
            <a:noFill/>
            <a:prstDash val="solid"/>
            <a:round/>
          </a:ln>
          <a:effectLst>
            <a:glow>
              <a:srgbClr val="FFFF00"/>
            </a:glow>
            <a:outerShdw algn="ctr" rotWithShape="0">
              <a:srgbClr val="000000">
                <a:alpha val="99607"/>
              </a:srgbClr>
            </a:outerShdw>
          </a:effectLst>
          <a:scene3d>
            <a:camera prst="legacyObliqueFront"/>
            <a:lightRig rig="legacyFlat4" dir="t"/>
          </a:scene3d>
          <a:sp3d prstMaterial="legacyMatte">
            <a:bevelT w="13500" h="13500" prst="angle"/>
            <a:bevelB w="13500" h="13500" prst="angle"/>
          </a:sp3d>
        </p:spPr>
        <p:txBody>
          <a:bodyPr/>
          <a:lstStyle/>
          <a:p>
            <a:endParaRPr lang="en-US"/>
          </a:p>
        </p:txBody>
      </p:sp>
      <p:sp>
        <p:nvSpPr>
          <p:cNvPr id="146" name="曲线"/>
          <p:cNvSpPr>
            <a:spLocks/>
          </p:cNvSpPr>
          <p:nvPr/>
        </p:nvSpPr>
        <p:spPr>
          <a:xfrm rot="10800000">
            <a:off x="-26376" y="-237830"/>
            <a:ext cx="12218376" cy="965187"/>
          </a:xfrm>
          <a:custGeom>
            <a:avLst/>
            <a:gdLst>
              <a:gd name="T1" fmla="*/ 0 w 21600"/>
              <a:gd name="T2" fmla="*/ 0 h 21600"/>
              <a:gd name="T3" fmla="*/ 21600 w 21600"/>
              <a:gd name="T4" fmla="*/ 21600 h 21600"/>
            </a:gdLst>
            <a:ahLst/>
            <a:cxnLst/>
            <a:rect l="T1" t="T2" r="T3" b="T4"/>
            <a:pathLst>
              <a:path w="21600" h="21600">
                <a:moveTo>
                  <a:pt x="19" y="8758"/>
                </a:moveTo>
                <a:cubicBezTo>
                  <a:pt x="1526" y="8840"/>
                  <a:pt x="2212" y="-1717"/>
                  <a:pt x="4678" y="8147"/>
                </a:cubicBezTo>
                <a:cubicBezTo>
                  <a:pt x="7464" y="17849"/>
                  <a:pt x="7149" y="17331"/>
                  <a:pt x="8411" y="16166"/>
                </a:cubicBezTo>
                <a:cubicBezTo>
                  <a:pt x="9673" y="15002"/>
                  <a:pt x="10993" y="3240"/>
                  <a:pt x="12248" y="1159"/>
                </a:cubicBezTo>
                <a:cubicBezTo>
                  <a:pt x="13502" y="-920"/>
                  <a:pt x="14698" y="-273"/>
                  <a:pt x="15939" y="3681"/>
                </a:cubicBezTo>
                <a:cubicBezTo>
                  <a:pt x="17387" y="8525"/>
                  <a:pt x="18200" y="14960"/>
                  <a:pt x="19133" y="14981"/>
                </a:cubicBezTo>
                <a:cubicBezTo>
                  <a:pt x="20066" y="15001"/>
                  <a:pt x="21194" y="3480"/>
                  <a:pt x="21599" y="5108"/>
                </a:cubicBezTo>
                <a:cubicBezTo>
                  <a:pt x="21593" y="9306"/>
                  <a:pt x="21540" y="17156"/>
                  <a:pt x="21533" y="21355"/>
                </a:cubicBezTo>
                <a:lnTo>
                  <a:pt x="16494" y="21233"/>
                </a:lnTo>
                <a:lnTo>
                  <a:pt x="10976" y="21600"/>
                </a:lnTo>
                <a:lnTo>
                  <a:pt x="6258" y="21477"/>
                </a:lnTo>
                <a:lnTo>
                  <a:pt x="0" y="20743"/>
                </a:lnTo>
                <a:cubicBezTo>
                  <a:pt x="6" y="16789"/>
                  <a:pt x="-6" y="12957"/>
                  <a:pt x="19" y="8758"/>
                </a:cubicBezTo>
                <a:close/>
              </a:path>
            </a:pathLst>
          </a:custGeom>
          <a:gradFill rotWithShape="1">
            <a:gsLst>
              <a:gs pos="0">
                <a:srgbClr val="EFFCFF">
                  <a:alpha val="100000"/>
                </a:srgbClr>
              </a:gs>
              <a:gs pos="50000">
                <a:srgbClr val="0F9ED5">
                  <a:lumMod val="40000"/>
                  <a:lumOff val="60000"/>
                  <a:alpha val="100000"/>
                </a:srgbClr>
              </a:gs>
              <a:gs pos="100000">
                <a:srgbClr val="FFFFFF">
                  <a:alpha val="100000"/>
                </a:srgbClr>
              </a:gs>
            </a:gsLst>
            <a:lin ang="5400000" scaled="1"/>
          </a:gradFill>
          <a:ln w="19050" cap="flat" cmpd="sng">
            <a:noFill/>
            <a:prstDash val="solid"/>
            <a:round/>
          </a:ln>
          <a:effectLst>
            <a:glow>
              <a:srgbClr val="FFFF00"/>
            </a:glow>
            <a:outerShdw algn="ctr" rotWithShape="0">
              <a:srgbClr val="000000">
                <a:alpha val="99607"/>
              </a:srgbClr>
            </a:outerShdw>
          </a:effectLst>
          <a:scene3d>
            <a:camera prst="legacyObliqueFront"/>
            <a:lightRig rig="legacyFlat4" dir="t"/>
          </a:scene3d>
          <a:sp3d prstMaterial="legacyMatte">
            <a:bevelT w="13500" h="13500" prst="angle"/>
            <a:bevelB w="13500" h="13500" prst="angle"/>
          </a:sp3d>
        </p:spPr>
        <p:txBody>
          <a:bodyPr/>
          <a:lstStyle/>
          <a:p>
            <a:endParaRPr lang="en-US"/>
          </a:p>
        </p:txBody>
      </p:sp>
      <p:sp>
        <p:nvSpPr>
          <p:cNvPr id="145" name="曲线"/>
          <p:cNvSpPr>
            <a:spLocks/>
          </p:cNvSpPr>
          <p:nvPr/>
        </p:nvSpPr>
        <p:spPr>
          <a:xfrm rot="10800000">
            <a:off x="-35168" y="277945"/>
            <a:ext cx="12216286" cy="898824"/>
          </a:xfrm>
          <a:custGeom>
            <a:avLst/>
            <a:gdLst>
              <a:gd name="T1" fmla="*/ 0 w 21600"/>
              <a:gd name="T2" fmla="*/ 0 h 21600"/>
              <a:gd name="T3" fmla="*/ 21600 w 21600"/>
              <a:gd name="T4" fmla="*/ 21600 h 21600"/>
            </a:gdLst>
            <a:ahLst/>
            <a:cxnLst/>
            <a:rect l="T1" t="T2" r="T3" b="T4"/>
            <a:pathLst>
              <a:path w="21600" h="21600">
                <a:moveTo>
                  <a:pt x="35" y="5690"/>
                </a:moveTo>
                <a:cubicBezTo>
                  <a:pt x="1542" y="5786"/>
                  <a:pt x="2912" y="-6663"/>
                  <a:pt x="5378" y="4969"/>
                </a:cubicBezTo>
                <a:cubicBezTo>
                  <a:pt x="8165" y="16409"/>
                  <a:pt x="9886" y="955"/>
                  <a:pt x="11677" y="1897"/>
                </a:cubicBezTo>
                <a:cubicBezTo>
                  <a:pt x="13469" y="2838"/>
                  <a:pt x="14737" y="9220"/>
                  <a:pt x="16128" y="10617"/>
                </a:cubicBezTo>
                <a:cubicBezTo>
                  <a:pt x="17519" y="12013"/>
                  <a:pt x="18571" y="12576"/>
                  <a:pt x="19479" y="11755"/>
                </a:cubicBezTo>
                <a:cubicBezTo>
                  <a:pt x="20386" y="10934"/>
                  <a:pt x="21317" y="3979"/>
                  <a:pt x="21572" y="5690"/>
                </a:cubicBezTo>
                <a:cubicBezTo>
                  <a:pt x="21565" y="10641"/>
                  <a:pt x="21605" y="16648"/>
                  <a:pt x="21599" y="21600"/>
                </a:cubicBezTo>
                <a:lnTo>
                  <a:pt x="16482" y="21455"/>
                </a:lnTo>
                <a:lnTo>
                  <a:pt x="10994" y="20831"/>
                </a:lnTo>
                <a:lnTo>
                  <a:pt x="6321" y="21321"/>
                </a:lnTo>
                <a:lnTo>
                  <a:pt x="0" y="20878"/>
                </a:lnTo>
                <a:cubicBezTo>
                  <a:pt x="6" y="16216"/>
                  <a:pt x="8" y="10641"/>
                  <a:pt x="35" y="5690"/>
                </a:cubicBezTo>
                <a:close/>
              </a:path>
            </a:pathLst>
          </a:custGeom>
          <a:gradFill rotWithShape="1">
            <a:gsLst>
              <a:gs pos="0">
                <a:srgbClr val="0F9ED5">
                  <a:lumMod val="20000"/>
                  <a:lumOff val="80000"/>
                  <a:alpha val="100000"/>
                </a:srgbClr>
              </a:gs>
              <a:gs pos="50000">
                <a:srgbClr val="FFFFFF">
                  <a:alpha val="100000"/>
                </a:srgbClr>
              </a:gs>
              <a:gs pos="100000">
                <a:srgbClr val="0F9ED5">
                  <a:lumMod val="20000"/>
                  <a:lumOff val="80000"/>
                  <a:alpha val="100000"/>
                </a:srgbClr>
              </a:gs>
            </a:gsLst>
            <a:lin ang="0" scaled="1"/>
          </a:gradFill>
          <a:ln w="15875" cap="flat" cmpd="sng">
            <a:solidFill>
              <a:srgbClr val="156082">
                <a:alpha val="0"/>
              </a:srgbClr>
            </a:solidFill>
            <a:prstDash val="solid"/>
            <a:round/>
          </a:ln>
          <a:effectLst>
            <a:glow>
              <a:srgbClr val="FFFF00"/>
            </a:glow>
            <a:outerShdw algn="ctr" rotWithShape="0">
              <a:srgbClr val="000000">
                <a:alpha val="99607"/>
              </a:srgbClr>
            </a:outerShdw>
          </a:effectLst>
          <a:scene3d>
            <a:camera prst="legacyObliqueFront"/>
            <a:lightRig rig="legacyFlat4" dir="t"/>
          </a:scene3d>
          <a:sp3d prstMaterial="legacyMatte">
            <a:bevelT w="13500" h="13500" prst="angle"/>
            <a:bevelB w="13500" h="13500" prst="angle"/>
          </a:sp3d>
        </p:spPr>
        <p:txBody>
          <a:bodyPr/>
          <a:lstStyle/>
          <a:p>
            <a:endParaRPr lang="en-US"/>
          </a:p>
        </p:txBody>
      </p:sp>
      <p:sp>
        <p:nvSpPr>
          <p:cNvPr id="144" name="曲线"/>
          <p:cNvSpPr>
            <a:spLocks/>
          </p:cNvSpPr>
          <p:nvPr/>
        </p:nvSpPr>
        <p:spPr>
          <a:xfrm rot="10800000">
            <a:off x="-2090" y="-18190"/>
            <a:ext cx="12192000" cy="898826"/>
          </a:xfrm>
          <a:custGeom>
            <a:avLst/>
            <a:gdLst>
              <a:gd name="T1" fmla="*/ 0 w 21600"/>
              <a:gd name="T2" fmla="*/ 0 h 21600"/>
              <a:gd name="T3" fmla="*/ 21600 w 21600"/>
              <a:gd name="T4" fmla="*/ 21600 h 21600"/>
            </a:gdLst>
            <a:ahLst/>
            <a:cxnLst/>
            <a:rect l="T1" t="T2" r="T3" b="T4"/>
            <a:pathLst>
              <a:path w="21600" h="21600">
                <a:moveTo>
                  <a:pt x="20" y="5943"/>
                </a:moveTo>
                <a:cubicBezTo>
                  <a:pt x="1529" y="6043"/>
                  <a:pt x="2217" y="-6829"/>
                  <a:pt x="4688" y="5198"/>
                </a:cubicBezTo>
                <a:cubicBezTo>
                  <a:pt x="7480" y="17027"/>
                  <a:pt x="9070" y="10367"/>
                  <a:pt x="10158" y="6391"/>
                </a:cubicBezTo>
                <a:cubicBezTo>
                  <a:pt x="13044" y="-3797"/>
                  <a:pt x="14166" y="-119"/>
                  <a:pt x="15989" y="5794"/>
                </a:cubicBezTo>
                <a:cubicBezTo>
                  <a:pt x="19763" y="16580"/>
                  <a:pt x="19729" y="5894"/>
                  <a:pt x="21600" y="5943"/>
                </a:cubicBezTo>
                <a:cubicBezTo>
                  <a:pt x="21593" y="11063"/>
                  <a:pt x="21586" y="16182"/>
                  <a:pt x="21579" y="21301"/>
                </a:cubicBezTo>
                <a:lnTo>
                  <a:pt x="16530" y="21152"/>
                </a:lnTo>
                <a:lnTo>
                  <a:pt x="11000" y="21600"/>
                </a:lnTo>
                <a:lnTo>
                  <a:pt x="6271" y="21450"/>
                </a:lnTo>
                <a:lnTo>
                  <a:pt x="0" y="20556"/>
                </a:lnTo>
                <a:cubicBezTo>
                  <a:pt x="6" y="15735"/>
                  <a:pt x="-6" y="11063"/>
                  <a:pt x="20" y="5943"/>
                </a:cubicBezTo>
                <a:close/>
              </a:path>
            </a:pathLst>
          </a:custGeom>
          <a:gradFill rotWithShape="1">
            <a:gsLst>
              <a:gs pos="0">
                <a:srgbClr val="156082">
                  <a:lumMod val="5000"/>
                  <a:lumOff val="95000"/>
                  <a:alpha val="100000"/>
                </a:srgbClr>
              </a:gs>
              <a:gs pos="74000">
                <a:srgbClr val="156082">
                  <a:lumMod val="45000"/>
                  <a:lumOff val="55000"/>
                  <a:alpha val="100000"/>
                </a:srgbClr>
              </a:gs>
              <a:gs pos="83000">
                <a:srgbClr val="156082">
                  <a:lumMod val="45000"/>
                  <a:lumOff val="55000"/>
                  <a:alpha val="100000"/>
                </a:srgbClr>
              </a:gs>
              <a:gs pos="100000">
                <a:srgbClr val="156082">
                  <a:lumMod val="30000"/>
                  <a:lumOff val="70000"/>
                  <a:alpha val="100000"/>
                </a:srgbClr>
              </a:gs>
            </a:gsLst>
            <a:lin ang="5400000" scaled="1"/>
          </a:gradFill>
          <a:ln w="19050" cap="flat" cmpd="sng">
            <a:noFill/>
            <a:prstDash val="solid"/>
            <a:round/>
          </a:ln>
          <a:effectLst>
            <a:glow>
              <a:srgbClr val="FFFF00"/>
            </a:glow>
            <a:outerShdw algn="ctr" rotWithShape="0">
              <a:srgbClr val="000000">
                <a:alpha val="99607"/>
              </a:srgbClr>
            </a:outerShdw>
          </a:effectLst>
          <a:scene3d>
            <a:camera prst="legacyObliqueFront"/>
            <a:lightRig rig="legacyFlat4" dir="t"/>
          </a:scene3d>
          <a:sp3d prstMaterial="legacyMatte">
            <a:bevelT w="13500" h="13500" prst="angle"/>
            <a:bevelB w="13500" h="13500" prst="angle"/>
          </a:sp3d>
        </p:spPr>
        <p:txBody>
          <a:bodyPr/>
          <a:lstStyle/>
          <a:p>
            <a:endParaRPr lang="en-US"/>
          </a:p>
        </p:txBody>
      </p:sp>
      <p:sp>
        <p:nvSpPr>
          <p:cNvPr id="143" name="曲线"/>
          <p:cNvSpPr>
            <a:spLocks/>
          </p:cNvSpPr>
          <p:nvPr/>
        </p:nvSpPr>
        <p:spPr>
          <a:xfrm rot="10800000">
            <a:off x="-26376" y="-254312"/>
            <a:ext cx="12218376" cy="965187"/>
          </a:xfrm>
          <a:custGeom>
            <a:avLst/>
            <a:gdLst>
              <a:gd name="T1" fmla="*/ 0 w 21600"/>
              <a:gd name="T2" fmla="*/ 0 h 21600"/>
              <a:gd name="T3" fmla="*/ 21600 w 21600"/>
              <a:gd name="T4" fmla="*/ 21600 h 21600"/>
            </a:gdLst>
            <a:ahLst/>
            <a:cxnLst/>
            <a:rect l="T1" t="T2" r="T3" b="T4"/>
            <a:pathLst>
              <a:path w="21600" h="21600">
                <a:moveTo>
                  <a:pt x="19" y="8758"/>
                </a:moveTo>
                <a:cubicBezTo>
                  <a:pt x="1526" y="8840"/>
                  <a:pt x="2212" y="-1717"/>
                  <a:pt x="4678" y="8147"/>
                </a:cubicBezTo>
                <a:cubicBezTo>
                  <a:pt x="7464" y="17849"/>
                  <a:pt x="7149" y="17331"/>
                  <a:pt x="8411" y="16166"/>
                </a:cubicBezTo>
                <a:cubicBezTo>
                  <a:pt x="9673" y="15002"/>
                  <a:pt x="10993" y="3240"/>
                  <a:pt x="12248" y="1159"/>
                </a:cubicBezTo>
                <a:cubicBezTo>
                  <a:pt x="13502" y="-920"/>
                  <a:pt x="14698" y="-273"/>
                  <a:pt x="15939" y="3681"/>
                </a:cubicBezTo>
                <a:cubicBezTo>
                  <a:pt x="17387" y="8525"/>
                  <a:pt x="18200" y="14960"/>
                  <a:pt x="19133" y="14981"/>
                </a:cubicBezTo>
                <a:cubicBezTo>
                  <a:pt x="20066" y="15001"/>
                  <a:pt x="21194" y="3480"/>
                  <a:pt x="21599" y="5108"/>
                </a:cubicBezTo>
                <a:cubicBezTo>
                  <a:pt x="21593" y="9306"/>
                  <a:pt x="21540" y="17156"/>
                  <a:pt x="21533" y="21355"/>
                </a:cubicBezTo>
                <a:lnTo>
                  <a:pt x="16494" y="21233"/>
                </a:lnTo>
                <a:lnTo>
                  <a:pt x="10976" y="21600"/>
                </a:lnTo>
                <a:lnTo>
                  <a:pt x="6258" y="21477"/>
                </a:lnTo>
                <a:lnTo>
                  <a:pt x="0" y="20743"/>
                </a:lnTo>
                <a:cubicBezTo>
                  <a:pt x="6" y="16789"/>
                  <a:pt x="-6" y="12957"/>
                  <a:pt x="19" y="8758"/>
                </a:cubicBezTo>
                <a:close/>
              </a:path>
            </a:pathLst>
          </a:custGeom>
          <a:gradFill rotWithShape="1">
            <a:gsLst>
              <a:gs pos="0">
                <a:srgbClr val="EFFCFF">
                  <a:alpha val="100000"/>
                </a:srgbClr>
              </a:gs>
              <a:gs pos="50000">
                <a:srgbClr val="0F9ED5">
                  <a:lumMod val="40000"/>
                  <a:lumOff val="60000"/>
                  <a:alpha val="100000"/>
                </a:srgbClr>
              </a:gs>
              <a:gs pos="100000">
                <a:srgbClr val="FFFFFF">
                  <a:alpha val="100000"/>
                </a:srgbClr>
              </a:gs>
            </a:gsLst>
            <a:lin ang="5400000" scaled="1"/>
          </a:gradFill>
          <a:ln w="19050" cap="flat" cmpd="sng">
            <a:noFill/>
            <a:prstDash val="solid"/>
            <a:round/>
          </a:ln>
          <a:effectLst>
            <a:glow>
              <a:srgbClr val="FFFF00"/>
            </a:glow>
            <a:outerShdw algn="ctr" rotWithShape="0">
              <a:srgbClr val="000000">
                <a:alpha val="99607"/>
              </a:srgbClr>
            </a:outerShdw>
          </a:effectLst>
          <a:scene3d>
            <a:camera prst="legacyObliqueFront"/>
            <a:lightRig rig="legacyFlat4" dir="t"/>
          </a:scene3d>
          <a:sp3d prstMaterial="legacyMatte">
            <a:bevelT w="13500" h="13500" prst="angle"/>
            <a:bevelB w="13500" h="13500" prst="angle"/>
          </a:sp3d>
        </p:spPr>
        <p:txBody>
          <a:bodyPr/>
          <a:lstStyle/>
          <a:p>
            <a:endParaRPr lang="en-US"/>
          </a:p>
        </p:txBody>
      </p:sp>
      <p:sp>
        <p:nvSpPr>
          <p:cNvPr id="135" name="文本框"/>
          <p:cNvSpPr>
            <a:spLocks noGrp="1"/>
          </p:cNvSpPr>
          <p:nvPr>
            <p:ph type="title"/>
          </p:nvPr>
        </p:nvSpPr>
        <p:spPr>
          <a:xfrm>
            <a:off x="838200" y="365124"/>
            <a:ext cx="10515600" cy="1325562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r>
              <a:rPr lang="en-US" altLang="zh-CN" sz="4400"/>
              <a:t>1. Title, example: Tasks of the week   </a:t>
            </a:r>
            <a:endParaRPr lang="zh-CN" altLang="en-US" sz="4400"/>
          </a:p>
        </p:txBody>
      </p:sp>
      <p:sp>
        <p:nvSpPr>
          <p:cNvPr id="136" name="文本框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r>
              <a:rPr lang="en-US" altLang="zh-CN" sz="2200"/>
              <a:t>Abcd</a:t>
            </a:r>
          </a:p>
          <a:p>
            <a:pPr marL="971550" lvl="1" indent="-514350">
              <a:buFontTx/>
              <a:buAutoNum type="romanLcPeriod"/>
            </a:pPr>
            <a:r>
              <a:rPr lang="en-US" altLang="zh-CN" sz="2000"/>
              <a:t>efgh</a:t>
            </a:r>
            <a:endParaRPr lang="zh-CN" altLang="en-US" sz="2000"/>
          </a:p>
        </p:txBody>
      </p:sp>
      <p:sp>
        <p:nvSpPr>
          <p:cNvPr id="137" name="直线"/>
          <p:cNvSpPr>
            <a:spLocks/>
          </p:cNvSpPr>
          <p:nvPr/>
        </p:nvSpPr>
        <p:spPr>
          <a:xfrm>
            <a:off x="838200" y="1251708"/>
            <a:ext cx="10515600" cy="0"/>
          </a:xfrm>
          <a:prstGeom prst="line">
            <a:avLst/>
          </a:prstGeom>
          <a:noFill/>
          <a:ln w="38100" cap="flat" cmpd="sng">
            <a:solidFill>
              <a:srgbClr val="8ECEFA"/>
            </a:solidFill>
            <a:prstDash val="solid"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138" name="文本框"/>
          <p:cNvSpPr>
            <a:spLocks noGrp="1"/>
          </p:cNvSpPr>
          <p:nvPr>
            <p:ph type="body"/>
          </p:nvPr>
        </p:nvSpPr>
        <p:spPr>
          <a:xfrm>
            <a:off x="2878527" y="6564113"/>
            <a:ext cx="5596085" cy="365125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 algn="ctr">
              <a:buNone/>
            </a:pPr>
            <a:r>
              <a:rPr lang="en-US" altLang="zh-CN" sz="1200" kern="1200">
                <a:solidFill>
                  <a:schemeClr val="bg1"/>
                </a:solidFill>
                <a:latin typeface="Aptos" charset="0"/>
                <a:ea typeface="等线" charset="0"/>
                <a:cs typeface="Droid Sans" charset="0"/>
              </a:rPr>
              <a:t>Vijay Simha Reddy Bogala, Josef Remberger</a:t>
            </a:r>
            <a:endParaRPr lang="zh-CN" altLang="en-US" sz="1200" kern="1200">
              <a:solidFill>
                <a:schemeClr val="bg1"/>
              </a:solidFill>
              <a:latin typeface="Aptos" charset="0"/>
              <a:ea typeface="等线" charset="0"/>
              <a:cs typeface="Droid Sans" charset="0"/>
            </a:endParaRPr>
          </a:p>
        </p:txBody>
      </p:sp>
      <p:sp>
        <p:nvSpPr>
          <p:cNvPr id="139" name="文本框"/>
          <p:cNvSpPr>
            <a:spLocks noGrp="1"/>
          </p:cNvSpPr>
          <p:nvPr>
            <p:ph type="dt"/>
          </p:nvPr>
        </p:nvSpPr>
        <p:spPr>
          <a:xfrm>
            <a:off x="838200" y="6566803"/>
            <a:ext cx="1111369" cy="365125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algn="l"/>
            <a:r>
              <a:rPr lang="en-US" altLang="zh-CN" sz="1200">
                <a:solidFill>
                  <a:schemeClr val="bg1"/>
                </a:solidFill>
                <a:latin typeface="Aptos" charset="0"/>
                <a:ea typeface="等线" charset="0"/>
                <a:cs typeface="Aptos" charset="0"/>
              </a:rPr>
              <a:t>09/12/2025</a:t>
            </a:r>
            <a:endParaRPr lang="zh-CN" altLang="en-US" sz="1200">
              <a:solidFill>
                <a:schemeClr val="bg1"/>
              </a:solidFill>
              <a:latin typeface="Aptos" charset="0"/>
              <a:ea typeface="等线" charset="0"/>
              <a:cs typeface="Aptos" charset="0"/>
            </a:endParaRPr>
          </a:p>
        </p:txBody>
      </p:sp>
      <p:sp>
        <p:nvSpPr>
          <p:cNvPr id="140" name="文本框"/>
          <p:cNvSpPr>
            <a:spLocks noGrp="1"/>
          </p:cNvSpPr>
          <p:nvPr>
            <p:ph type="ftr"/>
          </p:nvPr>
        </p:nvSpPr>
        <p:spPr>
          <a:xfrm>
            <a:off x="8474613" y="6564113"/>
            <a:ext cx="2879187" cy="365125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algn="r"/>
            <a:r>
              <a:rPr lang="en-US" altLang="zh-CN" sz="1200">
                <a:solidFill>
                  <a:schemeClr val="bg1"/>
                </a:solidFill>
                <a:latin typeface="Aptos" charset="0"/>
                <a:ea typeface="等线" charset="0"/>
                <a:cs typeface="Aptos" charset="0"/>
              </a:rPr>
              <a:t>Electrical Drivetrain / Optimus Syria</a:t>
            </a:r>
            <a:endParaRPr lang="zh-CN" altLang="en-US" sz="1200">
              <a:solidFill>
                <a:schemeClr val="bg1"/>
              </a:solidFill>
              <a:latin typeface="Aptos" charset="0"/>
              <a:ea typeface="等线" charset="0"/>
              <a:cs typeface="Aptos" charset="0"/>
            </a:endParaRPr>
          </a:p>
        </p:txBody>
      </p:sp>
      <p:sp>
        <p:nvSpPr>
          <p:cNvPr id="141" name="文本框"/>
          <p:cNvSpPr>
            <a:spLocks noGrp="1"/>
          </p:cNvSpPr>
          <p:nvPr>
            <p:ph type="sldNum"/>
          </p:nvPr>
        </p:nvSpPr>
        <p:spPr>
          <a:xfrm>
            <a:off x="1949570" y="6566803"/>
            <a:ext cx="928958" cy="365125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algn="ct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bg1"/>
                </a:solidFill>
                <a:latin typeface="Aptos" charset="0"/>
                <a:ea typeface="等线" charset="0"/>
                <a:cs typeface="Aptos" charset="0"/>
              </a:rPr>
              <a:t>‹#›</a:t>
            </a:fld>
            <a:endParaRPr lang="zh-CN" altLang="en-US" sz="1200">
              <a:solidFill>
                <a:schemeClr val="bg1"/>
              </a:solidFill>
              <a:latin typeface="Aptos" charset="0"/>
              <a:ea typeface="等线" charset="0"/>
              <a:cs typeface="Aptos" charset="0"/>
            </a:endParaRPr>
          </a:p>
        </p:txBody>
      </p:sp>
      <p:sp>
        <p:nvSpPr>
          <p:cNvPr id="142" name="文本框"/>
          <p:cNvSpPr>
            <a:spLocks noGrp="1"/>
          </p:cNvSpPr>
          <p:nvPr>
            <p:ph type="body"/>
          </p:nvPr>
        </p:nvSpPr>
        <p:spPr>
          <a:xfrm>
            <a:off x="749023" y="6216958"/>
            <a:ext cx="2248453" cy="309850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pPr marL="0" indent="0" algn="l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b="0" i="0" u="none" strike="noStrike" kern="1200" cap="none" spc="0" baseline="0">
                <a:solidFill>
                  <a:srgbClr val="000000"/>
                </a:solidFill>
                <a:latin typeface="Aptos" charset="0"/>
                <a:ea typeface="等线" charset="0"/>
                <a:cs typeface="Droid Sans" charset="0"/>
              </a:rPr>
              <a:t>[1], [2]….</a:t>
            </a:r>
          </a:p>
          <a:p>
            <a:pPr marL="457200" lvl="1" indent="0">
              <a:buNone/>
            </a:pP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889280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24.xml"/><Relationship Id="rId3" Type="http://schemas.openxmlformats.org/officeDocument/2006/relationships/slideLayout" Target="../slideLayouts/slideLayout9.xml"/><Relationship Id="rId7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8.xml"/><Relationship Id="rId17" Type="http://schemas.openxmlformats.org/officeDocument/2006/relationships/slideLayout" Target="../slideLayouts/slideLayout23.xml"/><Relationship Id="rId2" Type="http://schemas.openxmlformats.org/officeDocument/2006/relationships/slideLayout" Target="../slideLayouts/slideLayout8.xml"/><Relationship Id="rId16" Type="http://schemas.openxmlformats.org/officeDocument/2006/relationships/slideLayout" Target="../slideLayouts/slideLayout22.xml"/><Relationship Id="rId20" Type="http://schemas.openxmlformats.org/officeDocument/2006/relationships/theme" Target="../theme/theme2.xml"/><Relationship Id="rId1" Type="http://schemas.openxmlformats.org/officeDocument/2006/relationships/slideLayout" Target="../slideLayouts/slideLayout7.xml"/><Relationship Id="rId6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1.xml"/><Relationship Id="rId15" Type="http://schemas.openxmlformats.org/officeDocument/2006/relationships/slideLayout" Target="../slideLayouts/slideLayout21.xml"/><Relationship Id="rId10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25.xml"/><Relationship Id="rId4" Type="http://schemas.openxmlformats.org/officeDocument/2006/relationships/slideLayout" Target="../slideLayouts/slideLayout10.xml"/><Relationship Id="rId9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65620995-1DFE-FB81-B1FD-1F43AD25E6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BF9FFA78-25BC-8AF7-71C4-CCA91A9325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8CB32A29-5E71-00A9-66DA-1FED8EA8FAF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474613" y="6564113"/>
            <a:ext cx="28791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GB"/>
              <a:t>Electrical Drivetrain / Optimus Syria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75A1141D-8ADF-66F7-AB0C-CAA4E1B2CB8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949570" y="6566803"/>
            <a:ext cx="92895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013F6232-4F06-48BA-8F69-BF531F607829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07138566-A99B-8C60-010B-13E0F43C565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566803"/>
            <a:ext cx="111137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US"/>
              <a:t>09/12/2025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948695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8" r:id="rId1"/>
    <p:sldLayoutId id="2147483719" r:id="rId2"/>
    <p:sldLayoutId id="2147483720" r:id="rId3"/>
    <p:sldLayoutId id="2147483721" r:id="rId4"/>
    <p:sldLayoutId id="2147483723" r:id="rId5"/>
    <p:sldLayoutId id="2147483724" r:id="rId6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hteck 13">
            <a:extLst>
              <a:ext uri="{FF2B5EF4-FFF2-40B4-BE49-F238E27FC236}">
                <a16:creationId xmlns:a16="http://schemas.microsoft.com/office/drawing/2014/main" id="{CD36E4AE-BF2C-D504-0887-03D81D07CDC8}"/>
              </a:ext>
            </a:extLst>
          </p:cNvPr>
          <p:cNvSpPr/>
          <p:nvPr/>
        </p:nvSpPr>
        <p:spPr>
          <a:xfrm>
            <a:off x="-4172" y="6542492"/>
            <a:ext cx="12207494" cy="365126"/>
          </a:xfrm>
          <a:prstGeom prst="rect">
            <a:avLst/>
          </a:prstGeom>
          <a:solidFill>
            <a:srgbClr val="8ECEF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" name="Free-form: Shape 13">
            <a:extLst>
              <a:ext uri="{FF2B5EF4-FFF2-40B4-BE49-F238E27FC236}">
                <a16:creationId xmlns:a16="http://schemas.microsoft.com/office/drawing/2014/main" id="{7608A32D-44F3-01F2-D6ED-924DFF3CC333}"/>
              </a:ext>
            </a:extLst>
          </p:cNvPr>
          <p:cNvSpPr/>
          <p:nvPr/>
        </p:nvSpPr>
        <p:spPr>
          <a:xfrm rot="10800000">
            <a:off x="-35168" y="277945"/>
            <a:ext cx="12216286" cy="898824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4457699 w 9478107"/>
              <a:gd name="connsiteY2" fmla="*/ 373331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72464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755857 w 9478107"/>
              <a:gd name="connsiteY4" fmla="*/ 446231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557637 w 9478107"/>
              <a:gd name="connsiteY4" fmla="*/ 716768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15627 w 9484942"/>
              <a:gd name="connsiteY0" fmla="*/ 346954 h 1277035"/>
              <a:gd name="connsiteX1" fmla="*/ 2364982 w 9484942"/>
              <a:gd name="connsiteY1" fmla="*/ 302992 h 1277035"/>
              <a:gd name="connsiteX2" fmla="*/ 5134381 w 9484942"/>
              <a:gd name="connsiteY2" fmla="*/ 115678 h 1277035"/>
              <a:gd name="connsiteX3" fmla="*/ 7091448 w 9484942"/>
              <a:gd name="connsiteY3" fmla="*/ 647346 h 1277035"/>
              <a:gd name="connsiteX4" fmla="*/ 8564472 w 9484942"/>
              <a:gd name="connsiteY4" fmla="*/ 716768 h 1277035"/>
              <a:gd name="connsiteX5" fmla="*/ 9484942 w 9484942"/>
              <a:gd name="connsiteY5" fmla="*/ 346954 h 1277035"/>
              <a:gd name="connsiteX6" fmla="*/ 9476150 w 9484942"/>
              <a:gd name="connsiteY6" fmla="*/ 1252562 h 1277035"/>
              <a:gd name="connsiteX7" fmla="*/ 7260488 w 9484942"/>
              <a:gd name="connsiteY7" fmla="*/ 1243769 h 1277035"/>
              <a:gd name="connsiteX8" fmla="*/ 4833811 w 9484942"/>
              <a:gd name="connsiteY8" fmla="*/ 1270146 h 1277035"/>
              <a:gd name="connsiteX9" fmla="*/ 2758827 w 9484942"/>
              <a:gd name="connsiteY9" fmla="*/ 1261354 h 1277035"/>
              <a:gd name="connsiteX10" fmla="*/ 0 w 9484942"/>
              <a:gd name="connsiteY10" fmla="*/ 1273013 h 1277035"/>
              <a:gd name="connsiteX11" fmla="*/ 15627 w 9484942"/>
              <a:gd name="connsiteY11" fmla="*/ 346954 h 1277035"/>
              <a:gd name="connsiteX0" fmla="*/ 15627 w 9484942"/>
              <a:gd name="connsiteY0" fmla="*/ 346954 h 1300002"/>
              <a:gd name="connsiteX1" fmla="*/ 2364982 w 9484942"/>
              <a:gd name="connsiteY1" fmla="*/ 302992 h 1300002"/>
              <a:gd name="connsiteX2" fmla="*/ 5134381 w 9484942"/>
              <a:gd name="connsiteY2" fmla="*/ 115678 h 1300002"/>
              <a:gd name="connsiteX3" fmla="*/ 7091448 w 9484942"/>
              <a:gd name="connsiteY3" fmla="*/ 647346 h 1300002"/>
              <a:gd name="connsiteX4" fmla="*/ 8564472 w 9484942"/>
              <a:gd name="connsiteY4" fmla="*/ 716768 h 1300002"/>
              <a:gd name="connsiteX5" fmla="*/ 9484942 w 9484942"/>
              <a:gd name="connsiteY5" fmla="*/ 346954 h 1300002"/>
              <a:gd name="connsiteX6" fmla="*/ 9476150 w 9484942"/>
              <a:gd name="connsiteY6" fmla="*/ 1252562 h 1300002"/>
              <a:gd name="connsiteX7" fmla="*/ 7260488 w 9484942"/>
              <a:gd name="connsiteY7" fmla="*/ 1243769 h 1300002"/>
              <a:gd name="connsiteX8" fmla="*/ 4833811 w 9484942"/>
              <a:gd name="connsiteY8" fmla="*/ 1270146 h 1300002"/>
              <a:gd name="connsiteX9" fmla="*/ 2779333 w 9484942"/>
              <a:gd name="connsiteY9" fmla="*/ 1300002 h 1300002"/>
              <a:gd name="connsiteX10" fmla="*/ 0 w 9484942"/>
              <a:gd name="connsiteY10" fmla="*/ 1273013 h 1300002"/>
              <a:gd name="connsiteX11" fmla="*/ 15627 w 9484942"/>
              <a:gd name="connsiteY11" fmla="*/ 346954 h 1300002"/>
              <a:gd name="connsiteX0" fmla="*/ 15627 w 9484942"/>
              <a:gd name="connsiteY0" fmla="*/ 346954 h 1346830"/>
              <a:gd name="connsiteX1" fmla="*/ 2364982 w 9484942"/>
              <a:gd name="connsiteY1" fmla="*/ 302992 h 1346830"/>
              <a:gd name="connsiteX2" fmla="*/ 5134381 w 9484942"/>
              <a:gd name="connsiteY2" fmla="*/ 115678 h 1346830"/>
              <a:gd name="connsiteX3" fmla="*/ 7091448 w 9484942"/>
              <a:gd name="connsiteY3" fmla="*/ 647346 h 1346830"/>
              <a:gd name="connsiteX4" fmla="*/ 8564472 w 9484942"/>
              <a:gd name="connsiteY4" fmla="*/ 716768 h 1346830"/>
              <a:gd name="connsiteX5" fmla="*/ 9484942 w 9484942"/>
              <a:gd name="connsiteY5" fmla="*/ 346954 h 1346830"/>
              <a:gd name="connsiteX6" fmla="*/ 9476150 w 9484942"/>
              <a:gd name="connsiteY6" fmla="*/ 1252562 h 1346830"/>
              <a:gd name="connsiteX7" fmla="*/ 7267323 w 9484942"/>
              <a:gd name="connsiteY7" fmla="*/ 1346830 h 1346830"/>
              <a:gd name="connsiteX8" fmla="*/ 4833811 w 9484942"/>
              <a:gd name="connsiteY8" fmla="*/ 1270146 h 1346830"/>
              <a:gd name="connsiteX9" fmla="*/ 2779333 w 9484942"/>
              <a:gd name="connsiteY9" fmla="*/ 1300002 h 1346830"/>
              <a:gd name="connsiteX10" fmla="*/ 0 w 9484942"/>
              <a:gd name="connsiteY10" fmla="*/ 1273013 h 1346830"/>
              <a:gd name="connsiteX11" fmla="*/ 15627 w 9484942"/>
              <a:gd name="connsiteY11" fmla="*/ 346954 h 1346830"/>
              <a:gd name="connsiteX0" fmla="*/ 15627 w 9484942"/>
              <a:gd name="connsiteY0" fmla="*/ 346954 h 1308182"/>
              <a:gd name="connsiteX1" fmla="*/ 2364982 w 9484942"/>
              <a:gd name="connsiteY1" fmla="*/ 302992 h 1308182"/>
              <a:gd name="connsiteX2" fmla="*/ 5134381 w 9484942"/>
              <a:gd name="connsiteY2" fmla="*/ 115678 h 1308182"/>
              <a:gd name="connsiteX3" fmla="*/ 7091448 w 9484942"/>
              <a:gd name="connsiteY3" fmla="*/ 647346 h 1308182"/>
              <a:gd name="connsiteX4" fmla="*/ 8564472 w 9484942"/>
              <a:gd name="connsiteY4" fmla="*/ 716768 h 1308182"/>
              <a:gd name="connsiteX5" fmla="*/ 9484942 w 9484942"/>
              <a:gd name="connsiteY5" fmla="*/ 346954 h 1308182"/>
              <a:gd name="connsiteX6" fmla="*/ 9476150 w 9484942"/>
              <a:gd name="connsiteY6" fmla="*/ 1252562 h 1308182"/>
              <a:gd name="connsiteX7" fmla="*/ 7246817 w 9484942"/>
              <a:gd name="connsiteY7" fmla="*/ 1308182 h 1308182"/>
              <a:gd name="connsiteX8" fmla="*/ 4833811 w 9484942"/>
              <a:gd name="connsiteY8" fmla="*/ 1270146 h 1308182"/>
              <a:gd name="connsiteX9" fmla="*/ 2779333 w 9484942"/>
              <a:gd name="connsiteY9" fmla="*/ 1300002 h 1308182"/>
              <a:gd name="connsiteX10" fmla="*/ 0 w 9484942"/>
              <a:gd name="connsiteY10" fmla="*/ 1273013 h 1308182"/>
              <a:gd name="connsiteX11" fmla="*/ 15627 w 9484942"/>
              <a:gd name="connsiteY11" fmla="*/ 346954 h 1308182"/>
              <a:gd name="connsiteX0" fmla="*/ 15627 w 9496987"/>
              <a:gd name="connsiteY0" fmla="*/ 346954 h 1316976"/>
              <a:gd name="connsiteX1" fmla="*/ 2364982 w 9496987"/>
              <a:gd name="connsiteY1" fmla="*/ 302992 h 1316976"/>
              <a:gd name="connsiteX2" fmla="*/ 5134381 w 9496987"/>
              <a:gd name="connsiteY2" fmla="*/ 115678 h 1316976"/>
              <a:gd name="connsiteX3" fmla="*/ 7091448 w 9496987"/>
              <a:gd name="connsiteY3" fmla="*/ 647346 h 1316976"/>
              <a:gd name="connsiteX4" fmla="*/ 8564472 w 9496987"/>
              <a:gd name="connsiteY4" fmla="*/ 716768 h 1316976"/>
              <a:gd name="connsiteX5" fmla="*/ 9484942 w 9496987"/>
              <a:gd name="connsiteY5" fmla="*/ 346954 h 1316976"/>
              <a:gd name="connsiteX6" fmla="*/ 9496656 w 9496987"/>
              <a:gd name="connsiteY6" fmla="*/ 1316976 h 1316976"/>
              <a:gd name="connsiteX7" fmla="*/ 7246817 w 9496987"/>
              <a:gd name="connsiteY7" fmla="*/ 1308182 h 1316976"/>
              <a:gd name="connsiteX8" fmla="*/ 4833811 w 9496987"/>
              <a:gd name="connsiteY8" fmla="*/ 1270146 h 1316976"/>
              <a:gd name="connsiteX9" fmla="*/ 2779333 w 9496987"/>
              <a:gd name="connsiteY9" fmla="*/ 1300002 h 1316976"/>
              <a:gd name="connsiteX10" fmla="*/ 0 w 9496987"/>
              <a:gd name="connsiteY10" fmla="*/ 1273013 h 1316976"/>
              <a:gd name="connsiteX11" fmla="*/ 15627 w 9496987"/>
              <a:gd name="connsiteY11" fmla="*/ 346954 h 13169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496987" h="1316976">
                <a:moveTo>
                  <a:pt x="15627" y="346954"/>
                </a:moveTo>
                <a:cubicBezTo>
                  <a:pt x="677981" y="352815"/>
                  <a:pt x="1280597" y="-406254"/>
                  <a:pt x="2364982" y="302992"/>
                </a:cubicBezTo>
                <a:cubicBezTo>
                  <a:pt x="3590042" y="1000515"/>
                  <a:pt x="4346637" y="58286"/>
                  <a:pt x="5134381" y="115678"/>
                </a:cubicBezTo>
                <a:cubicBezTo>
                  <a:pt x="5922125" y="173070"/>
                  <a:pt x="6479894" y="562194"/>
                  <a:pt x="7091448" y="647346"/>
                </a:cubicBezTo>
                <a:cubicBezTo>
                  <a:pt x="7703002" y="732498"/>
                  <a:pt x="8165556" y="766833"/>
                  <a:pt x="8564472" y="716768"/>
                </a:cubicBezTo>
                <a:cubicBezTo>
                  <a:pt x="8963388" y="666703"/>
                  <a:pt x="9372868" y="242625"/>
                  <a:pt x="9484942" y="346954"/>
                </a:cubicBezTo>
                <a:cubicBezTo>
                  <a:pt x="9482011" y="648823"/>
                  <a:pt x="9499587" y="1015107"/>
                  <a:pt x="9496656" y="1316976"/>
                </a:cubicBezTo>
                <a:lnTo>
                  <a:pt x="7246817" y="1308182"/>
                </a:lnTo>
                <a:lnTo>
                  <a:pt x="4833811" y="1270146"/>
                </a:lnTo>
                <a:lnTo>
                  <a:pt x="2779333" y="1300002"/>
                </a:lnTo>
                <a:lnTo>
                  <a:pt x="0" y="1273013"/>
                </a:lnTo>
                <a:cubicBezTo>
                  <a:pt x="2931" y="988728"/>
                  <a:pt x="3903" y="648823"/>
                  <a:pt x="15627" y="346954"/>
                </a:cubicBezTo>
                <a:close/>
              </a:path>
            </a:pathLst>
          </a:custGeom>
          <a:gradFill flip="none" rotWithShape="1">
            <a:gsLst>
              <a:gs pos="0">
                <a:schemeClr val="accent4">
                  <a:lumMod val="20000"/>
                  <a:lumOff val="80000"/>
                </a:schemeClr>
              </a:gs>
              <a:gs pos="50000">
                <a:schemeClr val="bg1"/>
              </a:gs>
              <a:gs pos="100000">
                <a:schemeClr val="accent4">
                  <a:lumMod val="20000"/>
                  <a:lumOff val="80000"/>
                </a:schemeClr>
              </a:gs>
            </a:gsLst>
            <a:lin ang="0" scaled="1"/>
            <a:tileRect/>
          </a:gradFill>
          <a:ln w="15875">
            <a:solidFill>
              <a:schemeClr val="accent1">
                <a:alpha val="0"/>
              </a:schemeClr>
            </a:solidFill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6B4C36-B64B-F839-789E-0C40D5E60E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8" name="Free-form: Shape 13">
            <a:extLst>
              <a:ext uri="{FF2B5EF4-FFF2-40B4-BE49-F238E27FC236}">
                <a16:creationId xmlns:a16="http://schemas.microsoft.com/office/drawing/2014/main" id="{1DE142EE-E501-93E6-565D-AB4A5A647F0F}"/>
              </a:ext>
            </a:extLst>
          </p:cNvPr>
          <p:cNvSpPr/>
          <p:nvPr/>
        </p:nvSpPr>
        <p:spPr>
          <a:xfrm rot="10800000">
            <a:off x="-2090" y="-18190"/>
            <a:ext cx="12192000" cy="898826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478107" h="1273677">
                <a:moveTo>
                  <a:pt x="8792" y="350485"/>
                </a:moveTo>
                <a:cubicBezTo>
                  <a:pt x="671146" y="356346"/>
                  <a:pt x="973014" y="-402723"/>
                  <a:pt x="2057399" y="306523"/>
                </a:cubicBezTo>
                <a:cubicBezTo>
                  <a:pt x="3282459" y="1004046"/>
                  <a:pt x="3979984" y="611323"/>
                  <a:pt x="4457699" y="376862"/>
                </a:cubicBezTo>
                <a:cubicBezTo>
                  <a:pt x="5723792" y="-223945"/>
                  <a:pt x="6216161" y="-7069"/>
                  <a:pt x="7016261" y="341693"/>
                </a:cubicBezTo>
                <a:cubicBezTo>
                  <a:pt x="8672145" y="977671"/>
                  <a:pt x="8657492" y="347554"/>
                  <a:pt x="9478107" y="350485"/>
                </a:cubicBezTo>
                <a:cubicBezTo>
                  <a:pt x="9475176" y="652354"/>
                  <a:pt x="9472246" y="954224"/>
                  <a:pt x="9469315" y="1256093"/>
                </a:cubicBezTo>
                <a:lnTo>
                  <a:pt x="7253653" y="1247300"/>
                </a:lnTo>
                <a:lnTo>
                  <a:pt x="4826976" y="1273677"/>
                </a:lnTo>
                <a:lnTo>
                  <a:pt x="2751992" y="1264885"/>
                </a:lnTo>
                <a:lnTo>
                  <a:pt x="0" y="1212131"/>
                </a:lnTo>
                <a:cubicBezTo>
                  <a:pt x="2931" y="927846"/>
                  <a:pt x="-2932" y="652354"/>
                  <a:pt x="8792" y="350485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Free-form: Shape 13">
            <a:extLst>
              <a:ext uri="{FF2B5EF4-FFF2-40B4-BE49-F238E27FC236}">
                <a16:creationId xmlns:a16="http://schemas.microsoft.com/office/drawing/2014/main" id="{776A7918-93DA-D7CE-97A3-DDF18B379B65}"/>
              </a:ext>
            </a:extLst>
          </p:cNvPr>
          <p:cNvSpPr/>
          <p:nvPr/>
        </p:nvSpPr>
        <p:spPr>
          <a:xfrm rot="10800000">
            <a:off x="-26376" y="-237830"/>
            <a:ext cx="12218376" cy="965187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8414099 w 9478107"/>
              <a:gd name="connsiteY4" fmla="*/ 797823 h 1273677"/>
              <a:gd name="connsiteX5" fmla="*/ 9478107 w 9478107"/>
              <a:gd name="connsiteY5" fmla="*/ 350485 h 1273677"/>
              <a:gd name="connsiteX6" fmla="*/ 9469315 w 9478107"/>
              <a:gd name="connsiteY6" fmla="*/ 1256093 h 1273677"/>
              <a:gd name="connsiteX7" fmla="*/ 7253653 w 9478107"/>
              <a:gd name="connsiteY7" fmla="*/ 1247300 h 1273677"/>
              <a:gd name="connsiteX8" fmla="*/ 4826976 w 9478107"/>
              <a:gd name="connsiteY8" fmla="*/ 1273677 h 1273677"/>
              <a:gd name="connsiteX9" fmla="*/ 2751992 w 9478107"/>
              <a:gd name="connsiteY9" fmla="*/ 1264885 h 1273677"/>
              <a:gd name="connsiteX10" fmla="*/ 0 w 9478107"/>
              <a:gd name="connsiteY10" fmla="*/ 1212131 h 1273677"/>
              <a:gd name="connsiteX11" fmla="*/ 8792 w 9478107"/>
              <a:gd name="connsiteY11" fmla="*/ 350485 h 1273677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98612"/>
              <a:gd name="connsiteY0" fmla="*/ 463370 h 1386562"/>
              <a:gd name="connsiteX1" fmla="*/ 2057399 w 9498612"/>
              <a:gd name="connsiteY1" fmla="*/ 419408 h 1386562"/>
              <a:gd name="connsiteX2" fmla="*/ 4457699 w 9498612"/>
              <a:gd name="connsiteY2" fmla="*/ 489747 h 1386562"/>
              <a:gd name="connsiteX3" fmla="*/ 7009426 w 9498612"/>
              <a:gd name="connsiteY3" fmla="*/ 98357 h 1386562"/>
              <a:gd name="connsiteX4" fmla="*/ 8414099 w 9498612"/>
              <a:gd name="connsiteY4" fmla="*/ 910708 h 1386562"/>
              <a:gd name="connsiteX5" fmla="*/ 9498612 w 9498612"/>
              <a:gd name="connsiteY5" fmla="*/ 200892 h 1386562"/>
              <a:gd name="connsiteX6" fmla="*/ 9469315 w 9498612"/>
              <a:gd name="connsiteY6" fmla="*/ 1368978 h 1386562"/>
              <a:gd name="connsiteX7" fmla="*/ 7253653 w 9498612"/>
              <a:gd name="connsiteY7" fmla="*/ 1360185 h 1386562"/>
              <a:gd name="connsiteX8" fmla="*/ 4826976 w 9498612"/>
              <a:gd name="connsiteY8" fmla="*/ 1386562 h 1386562"/>
              <a:gd name="connsiteX9" fmla="*/ 2751992 w 9498612"/>
              <a:gd name="connsiteY9" fmla="*/ 1377770 h 1386562"/>
              <a:gd name="connsiteX10" fmla="*/ 0 w 9498612"/>
              <a:gd name="connsiteY10" fmla="*/ 1325016 h 1386562"/>
              <a:gd name="connsiteX11" fmla="*/ 8792 w 9498612"/>
              <a:gd name="connsiteY11" fmla="*/ 463370 h 1386562"/>
              <a:gd name="connsiteX0" fmla="*/ 8792 w 9498612"/>
              <a:gd name="connsiteY0" fmla="*/ 444298 h 1367490"/>
              <a:gd name="connsiteX1" fmla="*/ 2057399 w 9498612"/>
              <a:gd name="connsiteY1" fmla="*/ 400336 h 1367490"/>
              <a:gd name="connsiteX2" fmla="*/ 4320995 w 9498612"/>
              <a:gd name="connsiteY2" fmla="*/ 695656 h 1367490"/>
              <a:gd name="connsiteX3" fmla="*/ 7009426 w 9498612"/>
              <a:gd name="connsiteY3" fmla="*/ 79285 h 1367490"/>
              <a:gd name="connsiteX4" fmla="*/ 8414099 w 9498612"/>
              <a:gd name="connsiteY4" fmla="*/ 891636 h 1367490"/>
              <a:gd name="connsiteX5" fmla="*/ 9498612 w 9498612"/>
              <a:gd name="connsiteY5" fmla="*/ 181820 h 1367490"/>
              <a:gd name="connsiteX6" fmla="*/ 9469315 w 9498612"/>
              <a:gd name="connsiteY6" fmla="*/ 1349906 h 1367490"/>
              <a:gd name="connsiteX7" fmla="*/ 7253653 w 9498612"/>
              <a:gd name="connsiteY7" fmla="*/ 1341113 h 1367490"/>
              <a:gd name="connsiteX8" fmla="*/ 4826976 w 9498612"/>
              <a:gd name="connsiteY8" fmla="*/ 1367490 h 1367490"/>
              <a:gd name="connsiteX9" fmla="*/ 2751992 w 9498612"/>
              <a:gd name="connsiteY9" fmla="*/ 1358698 h 1367490"/>
              <a:gd name="connsiteX10" fmla="*/ 0 w 9498612"/>
              <a:gd name="connsiteY10" fmla="*/ 1305944 h 1367490"/>
              <a:gd name="connsiteX11" fmla="*/ 8792 w 9498612"/>
              <a:gd name="connsiteY11" fmla="*/ 444298 h 1367490"/>
              <a:gd name="connsiteX0" fmla="*/ 8792 w 9498612"/>
              <a:gd name="connsiteY0" fmla="*/ 428789 h 1351981"/>
              <a:gd name="connsiteX1" fmla="*/ 2057399 w 9498612"/>
              <a:gd name="connsiteY1" fmla="*/ 384827 h 1351981"/>
              <a:gd name="connsiteX2" fmla="*/ 3698995 w 9498612"/>
              <a:gd name="connsiteY2" fmla="*/ 961374 h 1351981"/>
              <a:gd name="connsiteX3" fmla="*/ 7009426 w 9498612"/>
              <a:gd name="connsiteY3" fmla="*/ 63776 h 1351981"/>
              <a:gd name="connsiteX4" fmla="*/ 8414099 w 9498612"/>
              <a:gd name="connsiteY4" fmla="*/ 876127 h 1351981"/>
              <a:gd name="connsiteX5" fmla="*/ 9498612 w 9498612"/>
              <a:gd name="connsiteY5" fmla="*/ 166311 h 1351981"/>
              <a:gd name="connsiteX6" fmla="*/ 9469315 w 9498612"/>
              <a:gd name="connsiteY6" fmla="*/ 1334397 h 1351981"/>
              <a:gd name="connsiteX7" fmla="*/ 7253653 w 9498612"/>
              <a:gd name="connsiteY7" fmla="*/ 1325604 h 1351981"/>
              <a:gd name="connsiteX8" fmla="*/ 4826976 w 9498612"/>
              <a:gd name="connsiteY8" fmla="*/ 1351981 h 1351981"/>
              <a:gd name="connsiteX9" fmla="*/ 2751992 w 9498612"/>
              <a:gd name="connsiteY9" fmla="*/ 1343189 h 1351981"/>
              <a:gd name="connsiteX10" fmla="*/ 0 w 9498612"/>
              <a:gd name="connsiteY10" fmla="*/ 1290435 h 1351981"/>
              <a:gd name="connsiteX11" fmla="*/ 8792 w 9498612"/>
              <a:gd name="connsiteY11" fmla="*/ 428789 h 1351981"/>
              <a:gd name="connsiteX0" fmla="*/ 8792 w 9498612"/>
              <a:gd name="connsiteY0" fmla="*/ 595005 h 1518197"/>
              <a:gd name="connsiteX1" fmla="*/ 2057399 w 9498612"/>
              <a:gd name="connsiteY1" fmla="*/ 551043 h 1518197"/>
              <a:gd name="connsiteX2" fmla="*/ 3698995 w 9498612"/>
              <a:gd name="connsiteY2" fmla="*/ 1127590 h 1518197"/>
              <a:gd name="connsiteX3" fmla="*/ 5386116 w 9498612"/>
              <a:gd name="connsiteY3" fmla="*/ 48678 h 1518197"/>
              <a:gd name="connsiteX4" fmla="*/ 7009426 w 9498612"/>
              <a:gd name="connsiteY4" fmla="*/ 229992 h 1518197"/>
              <a:gd name="connsiteX5" fmla="*/ 8414099 w 9498612"/>
              <a:gd name="connsiteY5" fmla="*/ 1042343 h 1518197"/>
              <a:gd name="connsiteX6" fmla="*/ 9498612 w 9498612"/>
              <a:gd name="connsiteY6" fmla="*/ 332527 h 1518197"/>
              <a:gd name="connsiteX7" fmla="*/ 9469315 w 9498612"/>
              <a:gd name="connsiteY7" fmla="*/ 1500613 h 1518197"/>
              <a:gd name="connsiteX8" fmla="*/ 7253653 w 9498612"/>
              <a:gd name="connsiteY8" fmla="*/ 1491820 h 1518197"/>
              <a:gd name="connsiteX9" fmla="*/ 4826976 w 9498612"/>
              <a:gd name="connsiteY9" fmla="*/ 1518197 h 1518197"/>
              <a:gd name="connsiteX10" fmla="*/ 2751992 w 9498612"/>
              <a:gd name="connsiteY10" fmla="*/ 1509405 h 1518197"/>
              <a:gd name="connsiteX11" fmla="*/ 0 w 9498612"/>
              <a:gd name="connsiteY11" fmla="*/ 1456651 h 1518197"/>
              <a:gd name="connsiteX12" fmla="*/ 8792 w 9498612"/>
              <a:gd name="connsiteY12" fmla="*/ 595005 h 1518197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9498612" h="1552908">
                <a:moveTo>
                  <a:pt x="8792" y="629716"/>
                </a:moveTo>
                <a:cubicBezTo>
                  <a:pt x="671146" y="635577"/>
                  <a:pt x="973014" y="-123492"/>
                  <a:pt x="2057399" y="585754"/>
                </a:cubicBezTo>
                <a:cubicBezTo>
                  <a:pt x="3282459" y="1283277"/>
                  <a:pt x="3144209" y="1246028"/>
                  <a:pt x="3698995" y="1162301"/>
                </a:cubicBezTo>
                <a:cubicBezTo>
                  <a:pt x="4253781" y="1078574"/>
                  <a:pt x="4834377" y="232989"/>
                  <a:pt x="5386116" y="83389"/>
                </a:cubicBezTo>
                <a:cubicBezTo>
                  <a:pt x="5937855" y="-66211"/>
                  <a:pt x="6463751" y="-19649"/>
                  <a:pt x="7009426" y="264703"/>
                </a:cubicBezTo>
                <a:cubicBezTo>
                  <a:pt x="7646042" y="612966"/>
                  <a:pt x="8003791" y="1075589"/>
                  <a:pt x="8414099" y="1077054"/>
                </a:cubicBezTo>
                <a:cubicBezTo>
                  <a:pt x="8824407" y="1078519"/>
                  <a:pt x="9320464" y="250238"/>
                  <a:pt x="9498612" y="367238"/>
                </a:cubicBezTo>
                <a:cubicBezTo>
                  <a:pt x="9495681" y="669107"/>
                  <a:pt x="9472246" y="1233455"/>
                  <a:pt x="9469315" y="1535324"/>
                </a:cubicBezTo>
                <a:lnTo>
                  <a:pt x="7253653" y="1526531"/>
                </a:lnTo>
                <a:lnTo>
                  <a:pt x="4826976" y="1552908"/>
                </a:lnTo>
                <a:lnTo>
                  <a:pt x="2751992" y="1544116"/>
                </a:lnTo>
                <a:lnTo>
                  <a:pt x="0" y="1491362"/>
                </a:lnTo>
                <a:cubicBezTo>
                  <a:pt x="2931" y="1207077"/>
                  <a:pt x="-2932" y="931585"/>
                  <a:pt x="8792" y="629716"/>
                </a:cubicBezTo>
                <a:close/>
              </a:path>
            </a:pathLst>
          </a:custGeom>
          <a:gradFill>
            <a:gsLst>
              <a:gs pos="0">
                <a:srgbClr val="EFFCFF"/>
              </a:gs>
              <a:gs pos="50000">
                <a:schemeClr val="accent4">
                  <a:lumMod val="40000"/>
                  <a:lumOff val="60000"/>
                </a:schemeClr>
              </a:gs>
              <a:gs pos="100000">
                <a:schemeClr val="bg1"/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64827E-F028-4C94-EB63-600BCABCD15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474613" y="6564113"/>
            <a:ext cx="28791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GB"/>
              <a:t>Electrical Drivetrain / Optimus Syria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B8DD39-3F07-862A-3C91-AC524529184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949570" y="6566803"/>
            <a:ext cx="92895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013F6232-4F06-48BA-8F69-BF531F607829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D593D3-E60D-CF97-AC8A-2B02D933B02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566803"/>
            <a:ext cx="111137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US"/>
              <a:t>09/12/2025</a:t>
            </a:r>
            <a:endParaRPr lang="en-GB"/>
          </a:p>
        </p:txBody>
      </p:sp>
      <p:sp>
        <p:nvSpPr>
          <p:cNvPr id="11" name="Free-form: Shape 13">
            <a:extLst>
              <a:ext uri="{FF2B5EF4-FFF2-40B4-BE49-F238E27FC236}">
                <a16:creationId xmlns:a16="http://schemas.microsoft.com/office/drawing/2014/main" id="{1ABD3F4B-4853-EC8E-00EB-5109F86CE0F1}"/>
              </a:ext>
            </a:extLst>
          </p:cNvPr>
          <p:cNvSpPr/>
          <p:nvPr/>
        </p:nvSpPr>
        <p:spPr>
          <a:xfrm rot="10800000">
            <a:off x="-35168" y="277945"/>
            <a:ext cx="12216286" cy="898824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4457699 w 9478107"/>
              <a:gd name="connsiteY2" fmla="*/ 373331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72464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755857 w 9478107"/>
              <a:gd name="connsiteY4" fmla="*/ 446231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557637 w 9478107"/>
              <a:gd name="connsiteY4" fmla="*/ 716768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15627 w 9484942"/>
              <a:gd name="connsiteY0" fmla="*/ 346954 h 1277035"/>
              <a:gd name="connsiteX1" fmla="*/ 2364982 w 9484942"/>
              <a:gd name="connsiteY1" fmla="*/ 302992 h 1277035"/>
              <a:gd name="connsiteX2" fmla="*/ 5134381 w 9484942"/>
              <a:gd name="connsiteY2" fmla="*/ 115678 h 1277035"/>
              <a:gd name="connsiteX3" fmla="*/ 7091448 w 9484942"/>
              <a:gd name="connsiteY3" fmla="*/ 647346 h 1277035"/>
              <a:gd name="connsiteX4" fmla="*/ 8564472 w 9484942"/>
              <a:gd name="connsiteY4" fmla="*/ 716768 h 1277035"/>
              <a:gd name="connsiteX5" fmla="*/ 9484942 w 9484942"/>
              <a:gd name="connsiteY5" fmla="*/ 346954 h 1277035"/>
              <a:gd name="connsiteX6" fmla="*/ 9476150 w 9484942"/>
              <a:gd name="connsiteY6" fmla="*/ 1252562 h 1277035"/>
              <a:gd name="connsiteX7" fmla="*/ 7260488 w 9484942"/>
              <a:gd name="connsiteY7" fmla="*/ 1243769 h 1277035"/>
              <a:gd name="connsiteX8" fmla="*/ 4833811 w 9484942"/>
              <a:gd name="connsiteY8" fmla="*/ 1270146 h 1277035"/>
              <a:gd name="connsiteX9" fmla="*/ 2758827 w 9484942"/>
              <a:gd name="connsiteY9" fmla="*/ 1261354 h 1277035"/>
              <a:gd name="connsiteX10" fmla="*/ 0 w 9484942"/>
              <a:gd name="connsiteY10" fmla="*/ 1273013 h 1277035"/>
              <a:gd name="connsiteX11" fmla="*/ 15627 w 9484942"/>
              <a:gd name="connsiteY11" fmla="*/ 346954 h 1277035"/>
              <a:gd name="connsiteX0" fmla="*/ 15627 w 9484942"/>
              <a:gd name="connsiteY0" fmla="*/ 346954 h 1300002"/>
              <a:gd name="connsiteX1" fmla="*/ 2364982 w 9484942"/>
              <a:gd name="connsiteY1" fmla="*/ 302992 h 1300002"/>
              <a:gd name="connsiteX2" fmla="*/ 5134381 w 9484942"/>
              <a:gd name="connsiteY2" fmla="*/ 115678 h 1300002"/>
              <a:gd name="connsiteX3" fmla="*/ 7091448 w 9484942"/>
              <a:gd name="connsiteY3" fmla="*/ 647346 h 1300002"/>
              <a:gd name="connsiteX4" fmla="*/ 8564472 w 9484942"/>
              <a:gd name="connsiteY4" fmla="*/ 716768 h 1300002"/>
              <a:gd name="connsiteX5" fmla="*/ 9484942 w 9484942"/>
              <a:gd name="connsiteY5" fmla="*/ 346954 h 1300002"/>
              <a:gd name="connsiteX6" fmla="*/ 9476150 w 9484942"/>
              <a:gd name="connsiteY6" fmla="*/ 1252562 h 1300002"/>
              <a:gd name="connsiteX7" fmla="*/ 7260488 w 9484942"/>
              <a:gd name="connsiteY7" fmla="*/ 1243769 h 1300002"/>
              <a:gd name="connsiteX8" fmla="*/ 4833811 w 9484942"/>
              <a:gd name="connsiteY8" fmla="*/ 1270146 h 1300002"/>
              <a:gd name="connsiteX9" fmla="*/ 2779333 w 9484942"/>
              <a:gd name="connsiteY9" fmla="*/ 1300002 h 1300002"/>
              <a:gd name="connsiteX10" fmla="*/ 0 w 9484942"/>
              <a:gd name="connsiteY10" fmla="*/ 1273013 h 1300002"/>
              <a:gd name="connsiteX11" fmla="*/ 15627 w 9484942"/>
              <a:gd name="connsiteY11" fmla="*/ 346954 h 1300002"/>
              <a:gd name="connsiteX0" fmla="*/ 15627 w 9484942"/>
              <a:gd name="connsiteY0" fmla="*/ 346954 h 1346830"/>
              <a:gd name="connsiteX1" fmla="*/ 2364982 w 9484942"/>
              <a:gd name="connsiteY1" fmla="*/ 302992 h 1346830"/>
              <a:gd name="connsiteX2" fmla="*/ 5134381 w 9484942"/>
              <a:gd name="connsiteY2" fmla="*/ 115678 h 1346830"/>
              <a:gd name="connsiteX3" fmla="*/ 7091448 w 9484942"/>
              <a:gd name="connsiteY3" fmla="*/ 647346 h 1346830"/>
              <a:gd name="connsiteX4" fmla="*/ 8564472 w 9484942"/>
              <a:gd name="connsiteY4" fmla="*/ 716768 h 1346830"/>
              <a:gd name="connsiteX5" fmla="*/ 9484942 w 9484942"/>
              <a:gd name="connsiteY5" fmla="*/ 346954 h 1346830"/>
              <a:gd name="connsiteX6" fmla="*/ 9476150 w 9484942"/>
              <a:gd name="connsiteY6" fmla="*/ 1252562 h 1346830"/>
              <a:gd name="connsiteX7" fmla="*/ 7267323 w 9484942"/>
              <a:gd name="connsiteY7" fmla="*/ 1346830 h 1346830"/>
              <a:gd name="connsiteX8" fmla="*/ 4833811 w 9484942"/>
              <a:gd name="connsiteY8" fmla="*/ 1270146 h 1346830"/>
              <a:gd name="connsiteX9" fmla="*/ 2779333 w 9484942"/>
              <a:gd name="connsiteY9" fmla="*/ 1300002 h 1346830"/>
              <a:gd name="connsiteX10" fmla="*/ 0 w 9484942"/>
              <a:gd name="connsiteY10" fmla="*/ 1273013 h 1346830"/>
              <a:gd name="connsiteX11" fmla="*/ 15627 w 9484942"/>
              <a:gd name="connsiteY11" fmla="*/ 346954 h 1346830"/>
              <a:gd name="connsiteX0" fmla="*/ 15627 w 9484942"/>
              <a:gd name="connsiteY0" fmla="*/ 346954 h 1308182"/>
              <a:gd name="connsiteX1" fmla="*/ 2364982 w 9484942"/>
              <a:gd name="connsiteY1" fmla="*/ 302992 h 1308182"/>
              <a:gd name="connsiteX2" fmla="*/ 5134381 w 9484942"/>
              <a:gd name="connsiteY2" fmla="*/ 115678 h 1308182"/>
              <a:gd name="connsiteX3" fmla="*/ 7091448 w 9484942"/>
              <a:gd name="connsiteY3" fmla="*/ 647346 h 1308182"/>
              <a:gd name="connsiteX4" fmla="*/ 8564472 w 9484942"/>
              <a:gd name="connsiteY4" fmla="*/ 716768 h 1308182"/>
              <a:gd name="connsiteX5" fmla="*/ 9484942 w 9484942"/>
              <a:gd name="connsiteY5" fmla="*/ 346954 h 1308182"/>
              <a:gd name="connsiteX6" fmla="*/ 9476150 w 9484942"/>
              <a:gd name="connsiteY6" fmla="*/ 1252562 h 1308182"/>
              <a:gd name="connsiteX7" fmla="*/ 7246817 w 9484942"/>
              <a:gd name="connsiteY7" fmla="*/ 1308182 h 1308182"/>
              <a:gd name="connsiteX8" fmla="*/ 4833811 w 9484942"/>
              <a:gd name="connsiteY8" fmla="*/ 1270146 h 1308182"/>
              <a:gd name="connsiteX9" fmla="*/ 2779333 w 9484942"/>
              <a:gd name="connsiteY9" fmla="*/ 1300002 h 1308182"/>
              <a:gd name="connsiteX10" fmla="*/ 0 w 9484942"/>
              <a:gd name="connsiteY10" fmla="*/ 1273013 h 1308182"/>
              <a:gd name="connsiteX11" fmla="*/ 15627 w 9484942"/>
              <a:gd name="connsiteY11" fmla="*/ 346954 h 1308182"/>
              <a:gd name="connsiteX0" fmla="*/ 15627 w 9496987"/>
              <a:gd name="connsiteY0" fmla="*/ 346954 h 1316976"/>
              <a:gd name="connsiteX1" fmla="*/ 2364982 w 9496987"/>
              <a:gd name="connsiteY1" fmla="*/ 302992 h 1316976"/>
              <a:gd name="connsiteX2" fmla="*/ 5134381 w 9496987"/>
              <a:gd name="connsiteY2" fmla="*/ 115678 h 1316976"/>
              <a:gd name="connsiteX3" fmla="*/ 7091448 w 9496987"/>
              <a:gd name="connsiteY3" fmla="*/ 647346 h 1316976"/>
              <a:gd name="connsiteX4" fmla="*/ 8564472 w 9496987"/>
              <a:gd name="connsiteY4" fmla="*/ 716768 h 1316976"/>
              <a:gd name="connsiteX5" fmla="*/ 9484942 w 9496987"/>
              <a:gd name="connsiteY5" fmla="*/ 346954 h 1316976"/>
              <a:gd name="connsiteX6" fmla="*/ 9496656 w 9496987"/>
              <a:gd name="connsiteY6" fmla="*/ 1316976 h 1316976"/>
              <a:gd name="connsiteX7" fmla="*/ 7246817 w 9496987"/>
              <a:gd name="connsiteY7" fmla="*/ 1308182 h 1316976"/>
              <a:gd name="connsiteX8" fmla="*/ 4833811 w 9496987"/>
              <a:gd name="connsiteY8" fmla="*/ 1270146 h 1316976"/>
              <a:gd name="connsiteX9" fmla="*/ 2779333 w 9496987"/>
              <a:gd name="connsiteY9" fmla="*/ 1300002 h 1316976"/>
              <a:gd name="connsiteX10" fmla="*/ 0 w 9496987"/>
              <a:gd name="connsiteY10" fmla="*/ 1273013 h 1316976"/>
              <a:gd name="connsiteX11" fmla="*/ 15627 w 9496987"/>
              <a:gd name="connsiteY11" fmla="*/ 346954 h 13169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496987" h="1316976">
                <a:moveTo>
                  <a:pt x="15627" y="346954"/>
                </a:moveTo>
                <a:cubicBezTo>
                  <a:pt x="677981" y="352815"/>
                  <a:pt x="1280597" y="-406254"/>
                  <a:pt x="2364982" y="302992"/>
                </a:cubicBezTo>
                <a:cubicBezTo>
                  <a:pt x="3590042" y="1000515"/>
                  <a:pt x="4346637" y="58286"/>
                  <a:pt x="5134381" y="115678"/>
                </a:cubicBezTo>
                <a:cubicBezTo>
                  <a:pt x="5922125" y="173070"/>
                  <a:pt x="6479894" y="562194"/>
                  <a:pt x="7091448" y="647346"/>
                </a:cubicBezTo>
                <a:cubicBezTo>
                  <a:pt x="7703002" y="732498"/>
                  <a:pt x="8165556" y="766833"/>
                  <a:pt x="8564472" y="716768"/>
                </a:cubicBezTo>
                <a:cubicBezTo>
                  <a:pt x="8963388" y="666703"/>
                  <a:pt x="9372868" y="242625"/>
                  <a:pt x="9484942" y="346954"/>
                </a:cubicBezTo>
                <a:cubicBezTo>
                  <a:pt x="9482011" y="648823"/>
                  <a:pt x="9499587" y="1015107"/>
                  <a:pt x="9496656" y="1316976"/>
                </a:cubicBezTo>
                <a:lnTo>
                  <a:pt x="7246817" y="1308182"/>
                </a:lnTo>
                <a:lnTo>
                  <a:pt x="4833811" y="1270146"/>
                </a:lnTo>
                <a:lnTo>
                  <a:pt x="2779333" y="1300002"/>
                </a:lnTo>
                <a:lnTo>
                  <a:pt x="0" y="1273013"/>
                </a:lnTo>
                <a:cubicBezTo>
                  <a:pt x="2931" y="988728"/>
                  <a:pt x="3903" y="648823"/>
                  <a:pt x="15627" y="346954"/>
                </a:cubicBezTo>
                <a:close/>
              </a:path>
            </a:pathLst>
          </a:custGeom>
          <a:gradFill flip="none" rotWithShape="1">
            <a:gsLst>
              <a:gs pos="0">
                <a:schemeClr val="accent4">
                  <a:lumMod val="20000"/>
                  <a:lumOff val="80000"/>
                </a:schemeClr>
              </a:gs>
              <a:gs pos="50000">
                <a:schemeClr val="bg1"/>
              </a:gs>
              <a:gs pos="100000">
                <a:schemeClr val="accent4">
                  <a:lumMod val="20000"/>
                  <a:lumOff val="80000"/>
                </a:schemeClr>
              </a:gs>
            </a:gsLst>
            <a:lin ang="0" scaled="1"/>
            <a:tileRect/>
          </a:gradFill>
          <a:ln w="15875">
            <a:solidFill>
              <a:schemeClr val="accent1">
                <a:alpha val="0"/>
              </a:schemeClr>
            </a:solidFill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Free-form: Shape 13">
            <a:extLst>
              <a:ext uri="{FF2B5EF4-FFF2-40B4-BE49-F238E27FC236}">
                <a16:creationId xmlns:a16="http://schemas.microsoft.com/office/drawing/2014/main" id="{2BF40EC9-0D42-5E08-04BD-F330229C7518}"/>
              </a:ext>
            </a:extLst>
          </p:cNvPr>
          <p:cNvSpPr/>
          <p:nvPr/>
        </p:nvSpPr>
        <p:spPr>
          <a:xfrm rot="10800000">
            <a:off x="-2090" y="-18190"/>
            <a:ext cx="12192000" cy="898826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478107" h="1273677">
                <a:moveTo>
                  <a:pt x="8792" y="350485"/>
                </a:moveTo>
                <a:cubicBezTo>
                  <a:pt x="671146" y="356346"/>
                  <a:pt x="973014" y="-402723"/>
                  <a:pt x="2057399" y="306523"/>
                </a:cubicBezTo>
                <a:cubicBezTo>
                  <a:pt x="3282459" y="1004046"/>
                  <a:pt x="3979984" y="611323"/>
                  <a:pt x="4457699" y="376862"/>
                </a:cubicBezTo>
                <a:cubicBezTo>
                  <a:pt x="5723792" y="-223945"/>
                  <a:pt x="6216161" y="-7069"/>
                  <a:pt x="7016261" y="341693"/>
                </a:cubicBezTo>
                <a:cubicBezTo>
                  <a:pt x="8672145" y="977671"/>
                  <a:pt x="8657492" y="347554"/>
                  <a:pt x="9478107" y="350485"/>
                </a:cubicBezTo>
                <a:cubicBezTo>
                  <a:pt x="9475176" y="652354"/>
                  <a:pt x="9472246" y="954224"/>
                  <a:pt x="9469315" y="1256093"/>
                </a:cubicBezTo>
                <a:lnTo>
                  <a:pt x="7253653" y="1247300"/>
                </a:lnTo>
                <a:lnTo>
                  <a:pt x="4826976" y="1273677"/>
                </a:lnTo>
                <a:lnTo>
                  <a:pt x="2751992" y="1264885"/>
                </a:lnTo>
                <a:lnTo>
                  <a:pt x="0" y="1212131"/>
                </a:lnTo>
                <a:cubicBezTo>
                  <a:pt x="2931" y="927846"/>
                  <a:pt x="-2932" y="652354"/>
                  <a:pt x="8792" y="350485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Free-form: Shape 13">
            <a:extLst>
              <a:ext uri="{FF2B5EF4-FFF2-40B4-BE49-F238E27FC236}">
                <a16:creationId xmlns:a16="http://schemas.microsoft.com/office/drawing/2014/main" id="{0BB1BAA4-B843-57F3-9FCE-C9585D332FAE}"/>
              </a:ext>
            </a:extLst>
          </p:cNvPr>
          <p:cNvSpPr/>
          <p:nvPr/>
        </p:nvSpPr>
        <p:spPr>
          <a:xfrm rot="10800000">
            <a:off x="-26376" y="-254312"/>
            <a:ext cx="12218376" cy="965187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8414099 w 9478107"/>
              <a:gd name="connsiteY4" fmla="*/ 797823 h 1273677"/>
              <a:gd name="connsiteX5" fmla="*/ 9478107 w 9478107"/>
              <a:gd name="connsiteY5" fmla="*/ 350485 h 1273677"/>
              <a:gd name="connsiteX6" fmla="*/ 9469315 w 9478107"/>
              <a:gd name="connsiteY6" fmla="*/ 1256093 h 1273677"/>
              <a:gd name="connsiteX7" fmla="*/ 7253653 w 9478107"/>
              <a:gd name="connsiteY7" fmla="*/ 1247300 h 1273677"/>
              <a:gd name="connsiteX8" fmla="*/ 4826976 w 9478107"/>
              <a:gd name="connsiteY8" fmla="*/ 1273677 h 1273677"/>
              <a:gd name="connsiteX9" fmla="*/ 2751992 w 9478107"/>
              <a:gd name="connsiteY9" fmla="*/ 1264885 h 1273677"/>
              <a:gd name="connsiteX10" fmla="*/ 0 w 9478107"/>
              <a:gd name="connsiteY10" fmla="*/ 1212131 h 1273677"/>
              <a:gd name="connsiteX11" fmla="*/ 8792 w 9478107"/>
              <a:gd name="connsiteY11" fmla="*/ 350485 h 1273677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98612"/>
              <a:gd name="connsiteY0" fmla="*/ 463370 h 1386562"/>
              <a:gd name="connsiteX1" fmla="*/ 2057399 w 9498612"/>
              <a:gd name="connsiteY1" fmla="*/ 419408 h 1386562"/>
              <a:gd name="connsiteX2" fmla="*/ 4457699 w 9498612"/>
              <a:gd name="connsiteY2" fmla="*/ 489747 h 1386562"/>
              <a:gd name="connsiteX3" fmla="*/ 7009426 w 9498612"/>
              <a:gd name="connsiteY3" fmla="*/ 98357 h 1386562"/>
              <a:gd name="connsiteX4" fmla="*/ 8414099 w 9498612"/>
              <a:gd name="connsiteY4" fmla="*/ 910708 h 1386562"/>
              <a:gd name="connsiteX5" fmla="*/ 9498612 w 9498612"/>
              <a:gd name="connsiteY5" fmla="*/ 200892 h 1386562"/>
              <a:gd name="connsiteX6" fmla="*/ 9469315 w 9498612"/>
              <a:gd name="connsiteY6" fmla="*/ 1368978 h 1386562"/>
              <a:gd name="connsiteX7" fmla="*/ 7253653 w 9498612"/>
              <a:gd name="connsiteY7" fmla="*/ 1360185 h 1386562"/>
              <a:gd name="connsiteX8" fmla="*/ 4826976 w 9498612"/>
              <a:gd name="connsiteY8" fmla="*/ 1386562 h 1386562"/>
              <a:gd name="connsiteX9" fmla="*/ 2751992 w 9498612"/>
              <a:gd name="connsiteY9" fmla="*/ 1377770 h 1386562"/>
              <a:gd name="connsiteX10" fmla="*/ 0 w 9498612"/>
              <a:gd name="connsiteY10" fmla="*/ 1325016 h 1386562"/>
              <a:gd name="connsiteX11" fmla="*/ 8792 w 9498612"/>
              <a:gd name="connsiteY11" fmla="*/ 463370 h 1386562"/>
              <a:gd name="connsiteX0" fmla="*/ 8792 w 9498612"/>
              <a:gd name="connsiteY0" fmla="*/ 444298 h 1367490"/>
              <a:gd name="connsiteX1" fmla="*/ 2057399 w 9498612"/>
              <a:gd name="connsiteY1" fmla="*/ 400336 h 1367490"/>
              <a:gd name="connsiteX2" fmla="*/ 4320995 w 9498612"/>
              <a:gd name="connsiteY2" fmla="*/ 695656 h 1367490"/>
              <a:gd name="connsiteX3" fmla="*/ 7009426 w 9498612"/>
              <a:gd name="connsiteY3" fmla="*/ 79285 h 1367490"/>
              <a:gd name="connsiteX4" fmla="*/ 8414099 w 9498612"/>
              <a:gd name="connsiteY4" fmla="*/ 891636 h 1367490"/>
              <a:gd name="connsiteX5" fmla="*/ 9498612 w 9498612"/>
              <a:gd name="connsiteY5" fmla="*/ 181820 h 1367490"/>
              <a:gd name="connsiteX6" fmla="*/ 9469315 w 9498612"/>
              <a:gd name="connsiteY6" fmla="*/ 1349906 h 1367490"/>
              <a:gd name="connsiteX7" fmla="*/ 7253653 w 9498612"/>
              <a:gd name="connsiteY7" fmla="*/ 1341113 h 1367490"/>
              <a:gd name="connsiteX8" fmla="*/ 4826976 w 9498612"/>
              <a:gd name="connsiteY8" fmla="*/ 1367490 h 1367490"/>
              <a:gd name="connsiteX9" fmla="*/ 2751992 w 9498612"/>
              <a:gd name="connsiteY9" fmla="*/ 1358698 h 1367490"/>
              <a:gd name="connsiteX10" fmla="*/ 0 w 9498612"/>
              <a:gd name="connsiteY10" fmla="*/ 1305944 h 1367490"/>
              <a:gd name="connsiteX11" fmla="*/ 8792 w 9498612"/>
              <a:gd name="connsiteY11" fmla="*/ 444298 h 1367490"/>
              <a:gd name="connsiteX0" fmla="*/ 8792 w 9498612"/>
              <a:gd name="connsiteY0" fmla="*/ 428789 h 1351981"/>
              <a:gd name="connsiteX1" fmla="*/ 2057399 w 9498612"/>
              <a:gd name="connsiteY1" fmla="*/ 384827 h 1351981"/>
              <a:gd name="connsiteX2" fmla="*/ 3698995 w 9498612"/>
              <a:gd name="connsiteY2" fmla="*/ 961374 h 1351981"/>
              <a:gd name="connsiteX3" fmla="*/ 7009426 w 9498612"/>
              <a:gd name="connsiteY3" fmla="*/ 63776 h 1351981"/>
              <a:gd name="connsiteX4" fmla="*/ 8414099 w 9498612"/>
              <a:gd name="connsiteY4" fmla="*/ 876127 h 1351981"/>
              <a:gd name="connsiteX5" fmla="*/ 9498612 w 9498612"/>
              <a:gd name="connsiteY5" fmla="*/ 166311 h 1351981"/>
              <a:gd name="connsiteX6" fmla="*/ 9469315 w 9498612"/>
              <a:gd name="connsiteY6" fmla="*/ 1334397 h 1351981"/>
              <a:gd name="connsiteX7" fmla="*/ 7253653 w 9498612"/>
              <a:gd name="connsiteY7" fmla="*/ 1325604 h 1351981"/>
              <a:gd name="connsiteX8" fmla="*/ 4826976 w 9498612"/>
              <a:gd name="connsiteY8" fmla="*/ 1351981 h 1351981"/>
              <a:gd name="connsiteX9" fmla="*/ 2751992 w 9498612"/>
              <a:gd name="connsiteY9" fmla="*/ 1343189 h 1351981"/>
              <a:gd name="connsiteX10" fmla="*/ 0 w 9498612"/>
              <a:gd name="connsiteY10" fmla="*/ 1290435 h 1351981"/>
              <a:gd name="connsiteX11" fmla="*/ 8792 w 9498612"/>
              <a:gd name="connsiteY11" fmla="*/ 428789 h 1351981"/>
              <a:gd name="connsiteX0" fmla="*/ 8792 w 9498612"/>
              <a:gd name="connsiteY0" fmla="*/ 595005 h 1518197"/>
              <a:gd name="connsiteX1" fmla="*/ 2057399 w 9498612"/>
              <a:gd name="connsiteY1" fmla="*/ 551043 h 1518197"/>
              <a:gd name="connsiteX2" fmla="*/ 3698995 w 9498612"/>
              <a:gd name="connsiteY2" fmla="*/ 1127590 h 1518197"/>
              <a:gd name="connsiteX3" fmla="*/ 5386116 w 9498612"/>
              <a:gd name="connsiteY3" fmla="*/ 48678 h 1518197"/>
              <a:gd name="connsiteX4" fmla="*/ 7009426 w 9498612"/>
              <a:gd name="connsiteY4" fmla="*/ 229992 h 1518197"/>
              <a:gd name="connsiteX5" fmla="*/ 8414099 w 9498612"/>
              <a:gd name="connsiteY5" fmla="*/ 1042343 h 1518197"/>
              <a:gd name="connsiteX6" fmla="*/ 9498612 w 9498612"/>
              <a:gd name="connsiteY6" fmla="*/ 332527 h 1518197"/>
              <a:gd name="connsiteX7" fmla="*/ 9469315 w 9498612"/>
              <a:gd name="connsiteY7" fmla="*/ 1500613 h 1518197"/>
              <a:gd name="connsiteX8" fmla="*/ 7253653 w 9498612"/>
              <a:gd name="connsiteY8" fmla="*/ 1491820 h 1518197"/>
              <a:gd name="connsiteX9" fmla="*/ 4826976 w 9498612"/>
              <a:gd name="connsiteY9" fmla="*/ 1518197 h 1518197"/>
              <a:gd name="connsiteX10" fmla="*/ 2751992 w 9498612"/>
              <a:gd name="connsiteY10" fmla="*/ 1509405 h 1518197"/>
              <a:gd name="connsiteX11" fmla="*/ 0 w 9498612"/>
              <a:gd name="connsiteY11" fmla="*/ 1456651 h 1518197"/>
              <a:gd name="connsiteX12" fmla="*/ 8792 w 9498612"/>
              <a:gd name="connsiteY12" fmla="*/ 595005 h 1518197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9498612" h="1552908">
                <a:moveTo>
                  <a:pt x="8792" y="629716"/>
                </a:moveTo>
                <a:cubicBezTo>
                  <a:pt x="671146" y="635577"/>
                  <a:pt x="973014" y="-123492"/>
                  <a:pt x="2057399" y="585754"/>
                </a:cubicBezTo>
                <a:cubicBezTo>
                  <a:pt x="3282459" y="1283277"/>
                  <a:pt x="3144209" y="1246028"/>
                  <a:pt x="3698995" y="1162301"/>
                </a:cubicBezTo>
                <a:cubicBezTo>
                  <a:pt x="4253781" y="1078574"/>
                  <a:pt x="4834377" y="232989"/>
                  <a:pt x="5386116" y="83389"/>
                </a:cubicBezTo>
                <a:cubicBezTo>
                  <a:pt x="5937855" y="-66211"/>
                  <a:pt x="6463751" y="-19649"/>
                  <a:pt x="7009426" y="264703"/>
                </a:cubicBezTo>
                <a:cubicBezTo>
                  <a:pt x="7646042" y="612966"/>
                  <a:pt x="8003791" y="1075589"/>
                  <a:pt x="8414099" y="1077054"/>
                </a:cubicBezTo>
                <a:cubicBezTo>
                  <a:pt x="8824407" y="1078519"/>
                  <a:pt x="9320464" y="250238"/>
                  <a:pt x="9498612" y="367238"/>
                </a:cubicBezTo>
                <a:cubicBezTo>
                  <a:pt x="9495681" y="669107"/>
                  <a:pt x="9472246" y="1233455"/>
                  <a:pt x="9469315" y="1535324"/>
                </a:cubicBezTo>
                <a:lnTo>
                  <a:pt x="7253653" y="1526531"/>
                </a:lnTo>
                <a:lnTo>
                  <a:pt x="4826976" y="1552908"/>
                </a:lnTo>
                <a:lnTo>
                  <a:pt x="2751992" y="1544116"/>
                </a:lnTo>
                <a:lnTo>
                  <a:pt x="0" y="1491362"/>
                </a:lnTo>
                <a:cubicBezTo>
                  <a:pt x="2931" y="1207077"/>
                  <a:pt x="-2932" y="931585"/>
                  <a:pt x="8792" y="629716"/>
                </a:cubicBezTo>
                <a:close/>
              </a:path>
            </a:pathLst>
          </a:custGeom>
          <a:gradFill>
            <a:gsLst>
              <a:gs pos="0">
                <a:srgbClr val="EFFCFF"/>
              </a:gs>
              <a:gs pos="50000">
                <a:schemeClr val="accent4">
                  <a:lumMod val="40000"/>
                  <a:lumOff val="60000"/>
                </a:schemeClr>
              </a:gs>
              <a:gs pos="100000">
                <a:schemeClr val="bg1"/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4A75E23-C68E-95B1-6539-4A187BBC42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313921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6" r:id="rId1"/>
    <p:sldLayoutId id="2147483727" r:id="rId2"/>
    <p:sldLayoutId id="2147483728" r:id="rId3"/>
    <p:sldLayoutId id="2147483729" r:id="rId4"/>
    <p:sldLayoutId id="2147483730" r:id="rId5"/>
    <p:sldLayoutId id="2147483731" r:id="rId6"/>
    <p:sldLayoutId id="2147483732" r:id="rId7"/>
    <p:sldLayoutId id="2147483733" r:id="rId8"/>
    <p:sldLayoutId id="2147483734" r:id="rId9"/>
    <p:sldLayoutId id="2147483735" r:id="rId10"/>
    <p:sldLayoutId id="2147483736" r:id="rId11"/>
    <p:sldLayoutId id="2147483737" r:id="rId12"/>
    <p:sldLayoutId id="2147483738" r:id="rId13"/>
    <p:sldLayoutId id="2147483739" r:id="rId14"/>
    <p:sldLayoutId id="2147483740" r:id="rId15"/>
    <p:sldLayoutId id="2147483741" r:id="rId16"/>
    <p:sldLayoutId id="2147483742" r:id="rId17"/>
    <p:sldLayoutId id="2147483743" r:id="rId18"/>
    <p:sldLayoutId id="2147483744" r:id="rId19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customXml" Target="../ink/ink4.xml"/><Relationship Id="rId3" Type="http://schemas.openxmlformats.org/officeDocument/2006/relationships/customXml" Target="../ink/ink1.xml"/><Relationship Id="rId7" Type="http://schemas.openxmlformats.org/officeDocument/2006/relationships/customXml" Target="../ink/ink3.xml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15.png"/><Relationship Id="rId11" Type="http://schemas.openxmlformats.org/officeDocument/2006/relationships/image" Target="../media/image16.png"/><Relationship Id="rId5" Type="http://schemas.openxmlformats.org/officeDocument/2006/relationships/customXml" Target="../ink/ink2.xml"/><Relationship Id="rId10" Type="http://schemas.openxmlformats.org/officeDocument/2006/relationships/customXml" Target="../ink/ink6.xml"/><Relationship Id="rId4" Type="http://schemas.openxmlformats.org/officeDocument/2006/relationships/image" Target="../media/image14.png"/><Relationship Id="rId9" Type="http://schemas.openxmlformats.org/officeDocument/2006/relationships/customXml" Target="../ink/ink5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customXml" Target="../ink/ink10.xml"/><Relationship Id="rId3" Type="http://schemas.openxmlformats.org/officeDocument/2006/relationships/customXml" Target="../ink/ink7.xml"/><Relationship Id="rId7" Type="http://schemas.openxmlformats.org/officeDocument/2006/relationships/customXml" Target="../ink/ink9.xml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19.png"/><Relationship Id="rId5" Type="http://schemas.openxmlformats.org/officeDocument/2006/relationships/customXml" Target="../ink/ink8.xml"/><Relationship Id="rId4" Type="http://schemas.openxmlformats.org/officeDocument/2006/relationships/image" Target="../media/image1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6BE6549-3E86-5AE5-9E5E-148C592FC8CE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en-US" dirty="0"/>
              <a:t>23/12/2025</a:t>
            </a:r>
            <a:endParaRPr lang="en-GB" dirty="0"/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51D6649A-1E87-C9DD-E3C2-12FE7407BD35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GB"/>
              <a:t>Electrical Drivetrain / Optimus Syria</a:t>
            </a:r>
            <a:endParaRPr lang="en-GB" dirty="0"/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300F9B30-73C2-F457-56BA-0324B85690FB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1</a:t>
            </a:fld>
            <a:endParaRPr lang="en-GB"/>
          </a:p>
        </p:txBody>
      </p:sp>
      <p:sp>
        <p:nvSpPr>
          <p:cNvPr id="26" name="Title 1">
            <a:extLst>
              <a:ext uri="{FF2B5EF4-FFF2-40B4-BE49-F238E27FC236}">
                <a16:creationId xmlns:a16="http://schemas.microsoft.com/office/drawing/2014/main" id="{9ACFA37C-C6C3-881E-9DEF-5A96ED2C1D15}"/>
              </a:ext>
            </a:extLst>
          </p:cNvPr>
          <p:cNvSpPr txBox="1">
            <a:spLocks/>
          </p:cNvSpPr>
          <p:nvPr/>
        </p:nvSpPr>
        <p:spPr>
          <a:xfrm>
            <a:off x="1565241" y="2358493"/>
            <a:ext cx="9144000" cy="91259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Aptos (Textkörper)"/>
                <a:ea typeface="+mj-ea"/>
                <a:cs typeface="+mj-cs"/>
              </a:defRPr>
            </a:lvl1pPr>
          </a:lstStyle>
          <a:p>
            <a:r>
              <a:rPr lang="it-IT" sz="4000" dirty="0"/>
              <a:t>Weekly report: Electrical Drivetrain</a:t>
            </a:r>
            <a:endParaRPr lang="en-GB" sz="4000" dirty="0"/>
          </a:p>
        </p:txBody>
      </p:sp>
      <p:sp>
        <p:nvSpPr>
          <p:cNvPr id="27" name="Subtitle 2">
            <a:extLst>
              <a:ext uri="{FF2B5EF4-FFF2-40B4-BE49-F238E27FC236}">
                <a16:creationId xmlns:a16="http://schemas.microsoft.com/office/drawing/2014/main" id="{1E0415E7-E053-E995-249A-5B86E4F96002}"/>
              </a:ext>
            </a:extLst>
          </p:cNvPr>
          <p:cNvSpPr txBox="1">
            <a:spLocks/>
          </p:cNvSpPr>
          <p:nvPr/>
        </p:nvSpPr>
        <p:spPr>
          <a:xfrm>
            <a:off x="1565241" y="3581400"/>
            <a:ext cx="9144000" cy="1143000"/>
          </a:xfrm>
          <a:prstGeom prst="rect">
            <a:avLst/>
          </a:prstGeom>
        </p:spPr>
        <p:txBody>
          <a:bodyPr vert="horz" lIns="91440" tIns="45720" rIns="91440" bIns="45720" rtlCol="0" anchor="t">
            <a:normAutofit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Aptos (Textkörper)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it-IT" sz="2000" dirty="0"/>
              <a:t>Week number: 13</a:t>
            </a:r>
            <a:endParaRPr lang="en-US" dirty="0"/>
          </a:p>
          <a:p>
            <a:r>
              <a:rPr lang="it-IT" sz="2000" dirty="0"/>
              <a:t>Date: 23/12/2025</a:t>
            </a:r>
          </a:p>
          <a:p>
            <a:r>
              <a:rPr lang="it-IT" sz="2000" dirty="0"/>
              <a:t>Supervisor: </a:t>
            </a:r>
            <a:r>
              <a:rPr lang="it-IT" sz="2000" dirty="0">
                <a:latin typeface="Aptos"/>
              </a:rPr>
              <a:t>Prof. Dr.-Ing. Saiju</a:t>
            </a:r>
          </a:p>
        </p:txBody>
      </p:sp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0F5F1D8B-AA3D-0259-5E4F-2CDC8B30563D}"/>
              </a:ext>
            </a:extLst>
          </p:cNvPr>
          <p:cNvSpPr txBox="1">
            <a:spLocks/>
          </p:cNvSpPr>
          <p:nvPr/>
        </p:nvSpPr>
        <p:spPr>
          <a:xfrm>
            <a:off x="3531588" y="3967804"/>
            <a:ext cx="5128821" cy="11430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b="0" kern="1200">
                <a:solidFill>
                  <a:schemeClr val="tx1"/>
                </a:solidFill>
                <a:latin typeface="Aptos (Textkörper)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dirty="0"/>
              <a:t>Group members:  Aiswarya Vijayan, Vishranti Shivajirao Patil , Girish Mahadeo Padalkar, Cristina Milene Vergara Hernandez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F8E339F-29BC-C621-536B-8758FA6723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7693" y="3246104"/>
            <a:ext cx="5596613" cy="365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31599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el 21">
            <a:extLst>
              <a:ext uri="{FF2B5EF4-FFF2-40B4-BE49-F238E27FC236}">
                <a16:creationId xmlns:a16="http://schemas.microsoft.com/office/drawing/2014/main" id="{C01C5AA7-5821-01BD-1AC8-74837347C7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List of contents</a:t>
            </a:r>
          </a:p>
        </p:txBody>
      </p:sp>
      <p:sp>
        <p:nvSpPr>
          <p:cNvPr id="25" name="Foliennummernplatzhalter 24">
            <a:extLst>
              <a:ext uri="{FF2B5EF4-FFF2-40B4-BE49-F238E27FC236}">
                <a16:creationId xmlns:a16="http://schemas.microsoft.com/office/drawing/2014/main" id="{1F1D02DB-C1C0-0C64-772D-D708982E9F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t>2</a:t>
            </a:fld>
            <a:endParaRPr lang="en-GB"/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222E4B11-7E37-C65A-E83B-0056FA29D311}"/>
              </a:ext>
            </a:extLst>
          </p:cNvPr>
          <p:cNvSpPr txBox="1">
            <a:spLocks/>
          </p:cNvSpPr>
          <p:nvPr/>
        </p:nvSpPr>
        <p:spPr>
          <a:xfrm>
            <a:off x="8802836" y="6564113"/>
            <a:ext cx="28791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Electrical Drivetrain/ Optimus Syria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B56400E-FF4C-7F4E-6257-267CD3B1856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567488"/>
            <a:ext cx="1111250" cy="365125"/>
          </a:xfrm>
        </p:spPr>
        <p:txBody>
          <a:bodyPr/>
          <a:lstStyle/>
          <a:p>
            <a:r>
              <a:rPr lang="en-US" dirty="0"/>
              <a:t>23/12/2025</a:t>
            </a:r>
            <a:endParaRPr lang="en-GB" dirty="0"/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7B3EF3BA-9806-6A08-507B-33B62F0955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1798800"/>
            <a:ext cx="8759952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dirty="0"/>
              <a:t>Mechanical Dimension of Transformer(updated).</a:t>
            </a:r>
          </a:p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dirty="0"/>
              <a:t>Mechanical Dimension of Generator(Updated).</a:t>
            </a:r>
          </a:p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dirty="0"/>
              <a:t>Mechanical Dimension of Converter(Updated).</a:t>
            </a:r>
          </a:p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dirty="0"/>
              <a:t>Cable selection and electrical parameters.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65537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62D59E-654C-5E63-1C6D-9934CDE48B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DB55F37-159E-12CA-6A26-EDEECDEAC2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399" y="117854"/>
            <a:ext cx="11658601" cy="1325563"/>
          </a:xfrm>
        </p:spPr>
        <p:txBody>
          <a:bodyPr/>
          <a:lstStyle/>
          <a:p>
            <a:r>
              <a:rPr lang="en-US" dirty="0"/>
              <a:t>1. Mechanical Dimension of Transformer.(Updated)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B9458D-45E0-72F7-B055-588B28F9A3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23/12/2025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101A40-9FF1-D64A-E89C-F4A3897B4D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Electrical Drivetrain / Optimus Syria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6A45AE-9755-D904-E827-8B8FAFFE66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3</a:t>
            </a:fld>
            <a:endParaRPr lang="en-GB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49C760C9-C700-38AA-D2BE-3D82D5B18F5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85245030"/>
              </p:ext>
            </p:extLst>
          </p:nvPr>
        </p:nvGraphicFramePr>
        <p:xfrm>
          <a:off x="448323" y="2257827"/>
          <a:ext cx="5901678" cy="2684288"/>
        </p:xfrm>
        <a:graphic>
          <a:graphicData uri="http://schemas.openxmlformats.org/drawingml/2006/table">
            <a:tbl>
              <a:tblPr rtl="1" firstRow="1" bandRow="1">
                <a:tableStyleId>{5C22544A-7EE6-4342-B048-85BDC9FD1C3A}</a:tableStyleId>
              </a:tblPr>
              <a:tblGrid>
                <a:gridCol w="3236399">
                  <a:extLst>
                    <a:ext uri="{9D8B030D-6E8A-4147-A177-3AD203B41FA5}">
                      <a16:colId xmlns:a16="http://schemas.microsoft.com/office/drawing/2014/main" val="1649238277"/>
                    </a:ext>
                  </a:extLst>
                </a:gridCol>
                <a:gridCol w="2665279">
                  <a:extLst>
                    <a:ext uri="{9D8B030D-6E8A-4147-A177-3AD203B41FA5}">
                      <a16:colId xmlns:a16="http://schemas.microsoft.com/office/drawing/2014/main" val="2578191316"/>
                    </a:ext>
                  </a:extLst>
                </a:gridCol>
              </a:tblGrid>
              <a:tr h="631216">
                <a:tc>
                  <a:txBody>
                    <a:bodyPr/>
                    <a:lstStyle/>
                    <a:p>
                      <a:pPr algn="ctr" rtl="1"/>
                      <a:r>
                        <a:rPr lang="en-GB" sz="1400" b="1" dirty="0"/>
                        <a:t>2700 * 1270 * 2550mm</a:t>
                      </a:r>
                      <a:endParaRPr lang="ar-EG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sz="1400" b="1" dirty="0"/>
                        <a:t>Converter Dimensions</a:t>
                      </a:r>
                    </a:p>
                    <a:p>
                      <a:pPr algn="ctr" rtl="1"/>
                      <a:r>
                        <a:rPr lang="en-US" sz="1400" b="1" u="none" strike="noStrike" cap="none" dirty="0"/>
                        <a:t>(</a:t>
                      </a:r>
                      <a:r>
                        <a:rPr lang="en-US" sz="1400" b="1" u="none" strike="noStrike" cap="none" dirty="0" err="1"/>
                        <a:t>LxHxW</a:t>
                      </a:r>
                      <a:r>
                        <a:rPr lang="en-US" sz="1400" b="1" u="none" strike="noStrike" cap="none" dirty="0"/>
                        <a:t>)</a:t>
                      </a:r>
                      <a:endParaRPr lang="ar-EG" sz="14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70950356"/>
                  </a:ext>
                </a:extLst>
              </a:tr>
              <a:tr h="473952">
                <a:tc>
                  <a:txBody>
                    <a:bodyPr/>
                    <a:lstStyle/>
                    <a:p>
                      <a:pPr algn="ctr" rtl="1"/>
                      <a:r>
                        <a:rPr lang="en-US" sz="14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~10500 kg</a:t>
                      </a:r>
                      <a:endParaRPr lang="ar-EG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sz="14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Weight</a:t>
                      </a:r>
                      <a:endParaRPr lang="ar-EG" sz="14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95440230"/>
                  </a:ext>
                </a:extLst>
              </a:tr>
              <a:tr h="473952">
                <a:tc>
                  <a:txBody>
                    <a:bodyPr/>
                    <a:lstStyle/>
                    <a:p>
                      <a:pPr algn="ctr" rtl="1"/>
                      <a:r>
                        <a:rPr lang="en-US" sz="14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Cast resin dry type transformer </a:t>
                      </a:r>
                      <a:endParaRPr lang="ar-EG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sz="14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Cooling</a:t>
                      </a:r>
                      <a:endParaRPr lang="ar-EG" sz="14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06141586"/>
                  </a:ext>
                </a:extLst>
              </a:tr>
              <a:tr h="473952">
                <a:tc>
                  <a:txBody>
                    <a:bodyPr/>
                    <a:lstStyle/>
                    <a:p>
                      <a:pPr marL="0" indent="0" algn="ctr" rtl="1">
                        <a:buFont typeface="+mj-lt"/>
                        <a:buNone/>
                      </a:pPr>
                      <a:r>
                        <a:rPr lang="en-US" sz="1400" b="1" dirty="0"/>
                        <a:t>99.0%</a:t>
                      </a:r>
                      <a:endParaRPr lang="ar-EG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sz="1400" b="1" dirty="0"/>
                        <a:t>Efficiency</a:t>
                      </a:r>
                      <a:endParaRPr lang="ar-EG" sz="14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48221756"/>
                  </a:ext>
                </a:extLst>
              </a:tr>
              <a:tr h="631216">
                <a:tc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sz="14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€ 60,000 – 90,000 </a:t>
                      </a:r>
                    </a:p>
                    <a:p>
                      <a:pPr marL="0" indent="0" algn="ctr" rtl="1">
                        <a:buFont typeface="+mj-lt"/>
                        <a:buNone/>
                      </a:pPr>
                      <a:endParaRPr lang="ar-EG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GB" sz="1400" b="1" dirty="0"/>
                        <a:t>Cost</a:t>
                      </a:r>
                      <a:endParaRPr lang="ar-EG" sz="14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10608375"/>
                  </a:ext>
                </a:extLst>
              </a:tr>
            </a:tbl>
          </a:graphicData>
        </a:graphic>
      </p:graphicFrame>
      <p:pic>
        <p:nvPicPr>
          <p:cNvPr id="11" name="Picture 10" descr="A large red cylinder on a machine&#10;&#10;AI-generated content may be incorrect.">
            <a:extLst>
              <a:ext uri="{FF2B5EF4-FFF2-40B4-BE49-F238E27FC236}">
                <a16:creationId xmlns:a16="http://schemas.microsoft.com/office/drawing/2014/main" id="{F501FD0D-625C-CAE7-138B-26D4C113A6E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54801" y="2100922"/>
            <a:ext cx="5284106" cy="39204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41668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D7B734-B366-52D7-15C3-3CE4EB8EE1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56E9A89-76CD-A7E8-C1F2-D7F4F8863C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399" y="117854"/>
            <a:ext cx="11261785" cy="1325563"/>
          </a:xfrm>
        </p:spPr>
        <p:txBody>
          <a:bodyPr/>
          <a:lstStyle/>
          <a:p>
            <a:r>
              <a:rPr lang="en-US"/>
              <a:t>2. Mechanical Dimension of Generator.(Updated)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C10055-4BD2-4686-7994-ACDA9671CE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23/12/2025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DC167C-A0F7-8F21-4836-430CE9DB67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Electrical Drivetrain / Optimus Syria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2E272C-2CBB-5D1B-D13A-56F04C58A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4</a:t>
            </a:fld>
            <a:endParaRPr lang="en-GB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83A8E022-A666-12D0-7D5A-8D70242AF9C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69267254"/>
              </p:ext>
            </p:extLst>
          </p:nvPr>
        </p:nvGraphicFramePr>
        <p:xfrm>
          <a:off x="838200" y="2027160"/>
          <a:ext cx="5437221" cy="3112460"/>
        </p:xfrm>
        <a:graphic>
          <a:graphicData uri="http://schemas.openxmlformats.org/drawingml/2006/table">
            <a:tbl>
              <a:tblPr rtl="1" firstRow="1" bandRow="1">
                <a:tableStyleId>{5C22544A-7EE6-4342-B048-85BDC9FD1C3A}</a:tableStyleId>
              </a:tblPr>
              <a:tblGrid>
                <a:gridCol w="2981697">
                  <a:extLst>
                    <a:ext uri="{9D8B030D-6E8A-4147-A177-3AD203B41FA5}">
                      <a16:colId xmlns:a16="http://schemas.microsoft.com/office/drawing/2014/main" val="1649238277"/>
                    </a:ext>
                  </a:extLst>
                </a:gridCol>
                <a:gridCol w="2455524">
                  <a:extLst>
                    <a:ext uri="{9D8B030D-6E8A-4147-A177-3AD203B41FA5}">
                      <a16:colId xmlns:a16="http://schemas.microsoft.com/office/drawing/2014/main" val="2578191316"/>
                    </a:ext>
                  </a:extLst>
                </a:gridCol>
              </a:tblGrid>
              <a:tr h="731902">
                <a:tc>
                  <a:txBody>
                    <a:bodyPr/>
                    <a:lstStyle/>
                    <a:p>
                      <a:pPr algn="ctr" rtl="1"/>
                      <a:r>
                        <a:rPr lang="en-GB" sz="1400" b="1" dirty="0"/>
                        <a:t>3500 * 1700 * 2000mm</a:t>
                      </a:r>
                      <a:endParaRPr lang="ar-EG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sz="1400" b="1" dirty="0"/>
                        <a:t>Converter Dimensions</a:t>
                      </a:r>
                    </a:p>
                    <a:p>
                      <a:pPr algn="ctr" rtl="1"/>
                      <a:r>
                        <a:rPr lang="en-US" sz="1400" b="1" u="none" strike="noStrike" cap="none" dirty="0"/>
                        <a:t>(</a:t>
                      </a:r>
                      <a:r>
                        <a:rPr lang="en-US" sz="1400" b="1" u="none" strike="noStrike" cap="none" dirty="0" err="1"/>
                        <a:t>LxHxW</a:t>
                      </a:r>
                      <a:r>
                        <a:rPr lang="en-US" sz="1400" b="1" u="none" strike="noStrike" cap="none" dirty="0"/>
                        <a:t>)</a:t>
                      </a:r>
                      <a:endParaRPr lang="ar-EG" sz="14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70950356"/>
                  </a:ext>
                </a:extLst>
              </a:tr>
              <a:tr h="549552">
                <a:tc>
                  <a:txBody>
                    <a:bodyPr/>
                    <a:lstStyle/>
                    <a:p>
                      <a:pPr algn="ctr" rtl="1"/>
                      <a:r>
                        <a:rPr lang="en-US" sz="14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20.9 T</a:t>
                      </a:r>
                      <a:endParaRPr lang="ar-EG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sz="1400" b="1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Weight</a:t>
                      </a:r>
                      <a:endParaRPr lang="ar-EG" sz="14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95440230"/>
                  </a:ext>
                </a:extLst>
              </a:tr>
              <a:tr h="549552">
                <a:tc>
                  <a:txBody>
                    <a:bodyPr/>
                    <a:lstStyle/>
                    <a:p>
                      <a:pPr algn="ctr" rtl="1"/>
                      <a:r>
                        <a:rPr lang="en-US" sz="14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Force Oil circulation</a:t>
                      </a:r>
                      <a:endParaRPr lang="ar-EG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sz="14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Cooling</a:t>
                      </a:r>
                      <a:endParaRPr lang="ar-EG" sz="14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06141586"/>
                  </a:ext>
                </a:extLst>
              </a:tr>
              <a:tr h="549552">
                <a:tc>
                  <a:txBody>
                    <a:bodyPr/>
                    <a:lstStyle/>
                    <a:p>
                      <a:pPr marL="0" indent="0" algn="ctr" rtl="1">
                        <a:buFont typeface="+mj-lt"/>
                        <a:buNone/>
                      </a:pPr>
                      <a:r>
                        <a:rPr lang="en-US" sz="1400" b="1" dirty="0"/>
                        <a:t>97.0%</a:t>
                      </a:r>
                      <a:endParaRPr lang="ar-EG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sz="1400" b="1"/>
                        <a:t>Efficiency</a:t>
                      </a:r>
                      <a:endParaRPr lang="ar-EG" sz="14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48221756"/>
                  </a:ext>
                </a:extLst>
              </a:tr>
              <a:tr h="731902">
                <a:tc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sz="14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€154,800  </a:t>
                      </a:r>
                    </a:p>
                    <a:p>
                      <a:pPr marL="0" indent="0" algn="ctr" rtl="1">
                        <a:buFont typeface="+mj-lt"/>
                        <a:buNone/>
                      </a:pPr>
                      <a:endParaRPr lang="ar-EG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GB" sz="1400" b="1" dirty="0"/>
                        <a:t>Cost</a:t>
                      </a:r>
                      <a:endParaRPr lang="ar-EG" sz="14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10608375"/>
                  </a:ext>
                </a:extLst>
              </a:tr>
            </a:tbl>
          </a:graphicData>
        </a:graphic>
      </p:graphicFrame>
      <p:pic>
        <p:nvPicPr>
          <p:cNvPr id="10" name="Picture 9" descr="A blue machine with a round wheel&#10;&#10;AI-generated content may be incorrect.">
            <a:extLst>
              <a:ext uri="{FF2B5EF4-FFF2-40B4-BE49-F238E27FC236}">
                <a16:creationId xmlns:a16="http://schemas.microsoft.com/office/drawing/2014/main" id="{067FC504-D4DB-6E9C-305C-EFB10BBF2FD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28038" y="1635718"/>
            <a:ext cx="4237375" cy="38953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08780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C1C43D-9CB4-BB8D-B8AD-9441D65E2F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2CFAC5F-1B09-B27F-AE48-A009AFE894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399" y="117854"/>
            <a:ext cx="11261785" cy="1325563"/>
          </a:xfrm>
        </p:spPr>
        <p:txBody>
          <a:bodyPr/>
          <a:lstStyle/>
          <a:p>
            <a:r>
              <a:rPr lang="en-US" dirty="0"/>
              <a:t>3. Mechanical Dimension of Converter.(Updated)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579F9E-9680-0B90-E18A-CE5AFCD9CB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23/12/2025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CAB39C-56A9-97A0-5044-3C2D040174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Electrical Drivetrain / Optimus Syria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413A0C-28B6-392D-29B5-8279E5FF93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5</a:t>
            </a:fld>
            <a:endParaRPr lang="en-GB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6CC73688-B226-0EF5-6AB1-879BB8E36F6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99925895"/>
              </p:ext>
            </p:extLst>
          </p:nvPr>
        </p:nvGraphicFramePr>
        <p:xfrm>
          <a:off x="448323" y="2257827"/>
          <a:ext cx="5190478" cy="2829431"/>
        </p:xfrm>
        <a:graphic>
          <a:graphicData uri="http://schemas.openxmlformats.org/drawingml/2006/table">
            <a:tbl>
              <a:tblPr rtl="1" firstRow="1" bandRow="1">
                <a:tableStyleId>{5C22544A-7EE6-4342-B048-85BDC9FD1C3A}</a:tableStyleId>
              </a:tblPr>
              <a:tblGrid>
                <a:gridCol w="2846387">
                  <a:extLst>
                    <a:ext uri="{9D8B030D-6E8A-4147-A177-3AD203B41FA5}">
                      <a16:colId xmlns:a16="http://schemas.microsoft.com/office/drawing/2014/main" val="1649238277"/>
                    </a:ext>
                  </a:extLst>
                </a:gridCol>
                <a:gridCol w="2344091">
                  <a:extLst>
                    <a:ext uri="{9D8B030D-6E8A-4147-A177-3AD203B41FA5}">
                      <a16:colId xmlns:a16="http://schemas.microsoft.com/office/drawing/2014/main" val="2578191316"/>
                    </a:ext>
                  </a:extLst>
                </a:gridCol>
              </a:tblGrid>
              <a:tr h="665347">
                <a:tc>
                  <a:txBody>
                    <a:bodyPr/>
                    <a:lstStyle/>
                    <a:p>
                      <a:pPr algn="ctr" rtl="1"/>
                      <a:r>
                        <a:rPr lang="en-GB" sz="1400" b="1"/>
                        <a:t>2600 * 2000 * 600mm</a:t>
                      </a:r>
                      <a:endParaRPr lang="ar-EG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sz="1400" b="1"/>
                        <a:t>Converter Dimensions</a:t>
                      </a:r>
                    </a:p>
                    <a:p>
                      <a:pPr algn="ctr" rtl="1"/>
                      <a:r>
                        <a:rPr lang="en-US" sz="1400" b="1" u="none" strike="noStrike" cap="none"/>
                        <a:t>(WxHxD)</a:t>
                      </a:r>
                      <a:endParaRPr lang="ar-EG" sz="14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70950356"/>
                  </a:ext>
                </a:extLst>
              </a:tr>
              <a:tr h="499579">
                <a:tc>
                  <a:txBody>
                    <a:bodyPr/>
                    <a:lstStyle/>
                    <a:p>
                      <a:pPr algn="ctr" rtl="1"/>
                      <a:r>
                        <a:rPr lang="en-US" sz="1400" b="1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~1600 kg</a:t>
                      </a:r>
                      <a:endParaRPr lang="ar-EG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sz="1400" b="1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Weight</a:t>
                      </a:r>
                      <a:endParaRPr lang="ar-EG" sz="14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95440230"/>
                  </a:ext>
                </a:extLst>
              </a:tr>
              <a:tr h="499579">
                <a:tc>
                  <a:txBody>
                    <a:bodyPr/>
                    <a:lstStyle/>
                    <a:p>
                      <a:pPr algn="ctr" rtl="1"/>
                      <a:r>
                        <a:rPr lang="en-US" sz="1400" b="1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Air Cooling</a:t>
                      </a:r>
                      <a:endParaRPr lang="ar-EG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sz="1400" b="1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Cooling</a:t>
                      </a:r>
                      <a:endParaRPr lang="ar-EG" sz="14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06141586"/>
                  </a:ext>
                </a:extLst>
              </a:tr>
              <a:tr h="499579">
                <a:tc>
                  <a:txBody>
                    <a:bodyPr/>
                    <a:lstStyle/>
                    <a:p>
                      <a:pPr marL="0" indent="0" algn="ctr" rtl="1">
                        <a:buFont typeface="+mj-lt"/>
                        <a:buNone/>
                      </a:pPr>
                      <a:r>
                        <a:rPr lang="en-US" sz="1400" b="1" dirty="0"/>
                        <a:t>98.0%</a:t>
                      </a:r>
                      <a:endParaRPr lang="ar-EG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sz="1400" b="1"/>
                        <a:t>Efficiency</a:t>
                      </a:r>
                      <a:endParaRPr lang="ar-EG" sz="14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48221756"/>
                  </a:ext>
                </a:extLst>
              </a:tr>
              <a:tr h="665347">
                <a:tc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sz="1400" b="1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€37,500  </a:t>
                      </a:r>
                    </a:p>
                    <a:p>
                      <a:pPr marL="0" indent="0" algn="ctr" rtl="1">
                        <a:buFont typeface="+mj-lt"/>
                        <a:buNone/>
                      </a:pPr>
                      <a:endParaRPr lang="ar-EG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GB" sz="1400" b="1" dirty="0"/>
                        <a:t>Cost</a:t>
                      </a:r>
                      <a:endParaRPr lang="ar-EG" sz="14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10608375"/>
                  </a:ext>
                </a:extLst>
              </a:tr>
            </a:tbl>
          </a:graphicData>
        </a:graphic>
      </p:graphicFrame>
      <p:pic>
        <p:nvPicPr>
          <p:cNvPr id="10" name="Picture 9" descr="A white cabinet with yellow and black labels&#10;&#10;AI-generated content may be incorrect.">
            <a:extLst>
              <a:ext uri="{FF2B5EF4-FFF2-40B4-BE49-F238E27FC236}">
                <a16:creationId xmlns:a16="http://schemas.microsoft.com/office/drawing/2014/main" id="{89A59DEC-038B-CA22-11E3-CB5309F1B19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50864" y="1714661"/>
            <a:ext cx="5431536" cy="38995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19485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137A2A-CD46-C8F9-AC0F-691D48F76F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ADF37D-9692-D66B-C366-0654E51226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23/12/2025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FE9D62-937F-5DBD-F13A-5609E485CC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Electrical Drivetrain / Optimus Syria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0BE856-9DD6-C744-E363-C762E70B35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6</a:t>
            </a:fld>
            <a:endParaRPr lang="en-GB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3E6C439E-8E94-D90E-9BC4-1893887E72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4.Cable Selection and Electrical Parameters</a:t>
            </a:r>
            <a:endParaRPr lang="en-DE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A954BC3F-1804-8C6D-8FFE-239079273E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63262" y="1390007"/>
            <a:ext cx="4473130" cy="5109602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52BD4B5A-1CBF-ACAD-42A0-2CF9A224E773}"/>
                  </a:ext>
                </a:extLst>
              </p14:cNvPr>
              <p14:cNvContentPartPr/>
              <p14:nvPr/>
            </p14:nvContentPartPr>
            <p14:xfrm>
              <a:off x="10127669" y="3134427"/>
              <a:ext cx="586080" cy="237063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52BD4B5A-1CBF-ACAD-42A0-2CF9A224E773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0121549" y="3128312"/>
                <a:ext cx="598320" cy="24929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4DCE4853-B71B-5577-9886-B29F3263EAC2}"/>
                  </a:ext>
                </a:extLst>
              </p14:cNvPr>
              <p14:cNvContentPartPr/>
              <p14:nvPr/>
            </p14:nvContentPartPr>
            <p14:xfrm>
              <a:off x="7483082" y="3204875"/>
              <a:ext cx="423360" cy="12996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4DCE4853-B71B-5577-9886-B29F3263EAC2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7476962" y="3198755"/>
                <a:ext cx="435600" cy="142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4DCE4853-B71B-5577-9886-B29F3263EAC2}"/>
                  </a:ext>
                </a:extLst>
              </p14:cNvPr>
              <p14:cNvContentPartPr/>
              <p14:nvPr/>
            </p14:nvContentPartPr>
            <p14:xfrm>
              <a:off x="7483082" y="3532855"/>
              <a:ext cx="423360" cy="12996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4DCE4853-B71B-5577-9886-B29F3263EAC2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7476962" y="3526735"/>
                <a:ext cx="435600" cy="142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4DCE4853-B71B-5577-9886-B29F3263EAC2}"/>
                  </a:ext>
                </a:extLst>
              </p14:cNvPr>
              <p14:cNvContentPartPr/>
              <p14:nvPr/>
            </p14:nvContentPartPr>
            <p14:xfrm>
              <a:off x="7523339" y="4319280"/>
              <a:ext cx="423360" cy="12996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4DCE4853-B71B-5577-9886-B29F3263EAC2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7517219" y="4313160"/>
                <a:ext cx="435600" cy="142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74AF74FB-56CC-80B4-101B-CB088750B013}"/>
                  </a:ext>
                </a:extLst>
              </p14:cNvPr>
              <p14:cNvContentPartPr/>
              <p14:nvPr/>
            </p14:nvContentPartPr>
            <p14:xfrm>
              <a:off x="10147796" y="3505365"/>
              <a:ext cx="586080" cy="237063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74AF74FB-56CC-80B4-101B-CB088750B013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0141676" y="3499250"/>
                <a:ext cx="598320" cy="24929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ED6ECA03-016C-B328-B17A-4D0F1DC642B5}"/>
                  </a:ext>
                </a:extLst>
              </p14:cNvPr>
              <p14:cNvContentPartPr/>
              <p14:nvPr/>
            </p14:nvContentPartPr>
            <p14:xfrm>
              <a:off x="10167926" y="4264721"/>
              <a:ext cx="586080" cy="237063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ED6ECA03-016C-B328-B17A-4D0F1DC642B5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0161806" y="4258606"/>
                <a:ext cx="598320" cy="249294"/>
              </a:xfrm>
              <a:prstGeom prst="rect">
                <a:avLst/>
              </a:prstGeom>
            </p:spPr>
          </p:pic>
        </mc:Fallback>
      </mc:AlternateContent>
      <p:pic>
        <p:nvPicPr>
          <p:cNvPr id="23" name="Content Placeholder 12">
            <a:extLst>
              <a:ext uri="{FF2B5EF4-FFF2-40B4-BE49-F238E27FC236}">
                <a16:creationId xmlns:a16="http://schemas.microsoft.com/office/drawing/2014/main" id="{E5C7E0DB-8DC0-2C8F-DC61-DDABC1FBD7D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11"/>
          <a:stretch>
            <a:fillRect/>
          </a:stretch>
        </p:blipFill>
        <p:spPr>
          <a:xfrm>
            <a:off x="564438" y="1390007"/>
            <a:ext cx="5969479" cy="50584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0640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06A912-A98D-2BDD-80A5-5D2FF953DB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23/12/2025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9DEBE5-8964-A973-FC88-C7B4F39C4E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Electrical Drivetrain / Optimus Syria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D4B93A-9C10-6538-DEE4-3D795F0FF2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7</a:t>
            </a:fld>
            <a:endParaRPr lang="en-GB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F904317D-8721-B868-2832-2484E991CF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0802" y="1305465"/>
            <a:ext cx="8373349" cy="5170097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E183B697-7A39-4F33-4749-5CAB1A541B5B}"/>
                  </a:ext>
                </a:extLst>
              </p14:cNvPr>
              <p14:cNvContentPartPr/>
              <p14:nvPr/>
            </p14:nvContentPartPr>
            <p14:xfrm>
              <a:off x="4293735" y="1495293"/>
              <a:ext cx="1258200" cy="39348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E183B697-7A39-4F33-4749-5CAB1A541B5B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287615" y="1489173"/>
                <a:ext cx="1270440" cy="405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0A529D1E-7AD5-3FB1-1085-4A1297CF4BE6}"/>
                  </a:ext>
                </a:extLst>
              </p14:cNvPr>
              <p14:cNvContentPartPr/>
              <p14:nvPr/>
            </p14:nvContentPartPr>
            <p14:xfrm>
              <a:off x="8293819" y="2378215"/>
              <a:ext cx="400680" cy="20376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0A529D1E-7AD5-3FB1-1085-4A1297CF4BE6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8287699" y="2372095"/>
                <a:ext cx="41292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0A529D1E-7AD5-3FB1-1085-4A1297CF4BE6}"/>
                  </a:ext>
                </a:extLst>
              </p14:cNvPr>
              <p14:cNvContentPartPr/>
              <p14:nvPr/>
            </p14:nvContentPartPr>
            <p14:xfrm>
              <a:off x="8311066" y="3900636"/>
              <a:ext cx="400680" cy="20376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0A529D1E-7AD5-3FB1-1085-4A1297CF4BE6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8304946" y="3894516"/>
                <a:ext cx="41292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0A529D1E-7AD5-3FB1-1085-4A1297CF4BE6}"/>
                  </a:ext>
                </a:extLst>
              </p14:cNvPr>
              <p14:cNvContentPartPr/>
              <p14:nvPr/>
            </p14:nvContentPartPr>
            <p14:xfrm>
              <a:off x="8265067" y="2887172"/>
              <a:ext cx="400680" cy="20376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0A529D1E-7AD5-3FB1-1085-4A1297CF4BE6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8258947" y="2881052"/>
                <a:ext cx="412920" cy="216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3677130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0B5F4A-8B9E-6DE7-1A9F-D3C6D29BEE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67B72F-F9C7-3EE2-EF3D-266E87EE0F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23/12/2025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57A374-68E6-DC2A-3D5B-5CE492153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Electrical Drivetrain / Optimus Syria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9AA5A7-EB5E-14E5-A6E8-17D5B72BDC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8</a:t>
            </a:fld>
            <a:endParaRPr lang="en-GB"/>
          </a:p>
        </p:txBody>
      </p:sp>
      <p:sp>
        <p:nvSpPr>
          <p:cNvPr id="10" name="TextBox 8">
            <a:extLst>
              <a:ext uri="{FF2B5EF4-FFF2-40B4-BE49-F238E27FC236}">
                <a16:creationId xmlns:a16="http://schemas.microsoft.com/office/drawing/2014/main" id="{33DB74F0-7BA8-5D8A-6BC1-BAFF2A63D63E}"/>
              </a:ext>
            </a:extLst>
          </p:cNvPr>
          <p:cNvSpPr txBox="1"/>
          <p:nvPr/>
        </p:nvSpPr>
        <p:spPr>
          <a:xfrm>
            <a:off x="3556591" y="6152417"/>
            <a:ext cx="405515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MA" sz="1200" dirty="0" err="1"/>
              <a:t>Grid</a:t>
            </a:r>
            <a:r>
              <a:rPr lang="fr-MA" sz="1200" dirty="0"/>
              <a:t> </a:t>
            </a:r>
            <a:r>
              <a:rPr lang="fr-MA" sz="1200" dirty="0" err="1"/>
              <a:t>side</a:t>
            </a:r>
            <a:r>
              <a:rPr lang="fr-MA" sz="1200" dirty="0"/>
              <a:t> control </a:t>
            </a:r>
            <a:r>
              <a:rPr lang="fr-MA" sz="1200" dirty="0" err="1"/>
              <a:t>scheme</a:t>
            </a:r>
            <a:r>
              <a:rPr lang="fr-MA" sz="1200" dirty="0"/>
              <a:t> . Source [</a:t>
            </a:r>
            <a:r>
              <a:rPr lang="fr-MA" sz="1200" dirty="0" err="1"/>
              <a:t>own</a:t>
            </a:r>
            <a:r>
              <a:rPr lang="fr-MA" sz="1200" dirty="0"/>
              <a:t>]. 06.12.2024 </a:t>
            </a:r>
            <a:endParaRPr lang="en-US" sz="120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00FD781B-3D63-6074-BFFD-2A065510E6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3885" y="1510651"/>
            <a:ext cx="9396892" cy="4989405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CF2B8700-0AF9-2EE3-3527-207B1E705E1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5721" y="256309"/>
            <a:ext cx="9445055" cy="12001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52391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文本框"/>
          <p:cNvSpPr>
            <a:spLocks noGrp="1"/>
          </p:cNvSpPr>
          <p:nvPr>
            <p:ph type="title"/>
          </p:nvPr>
        </p:nvSpPr>
        <p:spPr>
          <a:xfrm>
            <a:off x="937592" y="324643"/>
            <a:ext cx="10515600" cy="1325562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r>
              <a:rPr lang="en-US" noProof="0" dirty="0"/>
              <a:t>Bibliography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1F4E31-D8EF-BD6B-0B21-F913357B082A}"/>
              </a:ext>
            </a:extLst>
          </p:cNvPr>
          <p:cNvSpPr>
            <a:spLocks noGrp="1"/>
          </p:cNvSpPr>
          <p:nvPr>
            <p:ph type="ftr"/>
          </p:nvPr>
        </p:nvSpPr>
        <p:spPr/>
        <p:txBody>
          <a:bodyPr/>
          <a:lstStyle/>
          <a:p>
            <a:pPr algn="r"/>
            <a:r>
              <a:rPr lang="en-US" sz="1200" noProof="0" dirty="0">
                <a:solidFill>
                  <a:schemeClr val="bg1"/>
                </a:solidFill>
                <a:latin typeface="Aptos" charset="0"/>
                <a:ea typeface="等线" charset="0"/>
                <a:cs typeface="Aptos" charset="0"/>
              </a:rPr>
              <a:t>Electrical Drivetrain / Optimus Syria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025A4F-3163-9DBF-FD18-19E943A66680}"/>
              </a:ext>
            </a:extLst>
          </p:cNvPr>
          <p:cNvSpPr>
            <a:spLocks noGrp="1"/>
          </p:cNvSpPr>
          <p:nvPr>
            <p:ph type="sldNum"/>
          </p:nvPr>
        </p:nvSpPr>
        <p:spPr/>
        <p:txBody>
          <a:bodyPr/>
          <a:lstStyle/>
          <a:p>
            <a:pPr algn="ctr"/>
            <a:fld id="{CAD2D6BD-DE1B-4B5F-8B41-2702339687B9}" type="slidenum">
              <a:rPr lang="en-US" sz="1200" b="0" i="0" u="none" strike="noStrike" kern="1200" cap="none" spc="0" baseline="0" noProof="0" smtClean="0">
                <a:solidFill>
                  <a:schemeClr val="bg1"/>
                </a:solidFill>
                <a:latin typeface="Aptos" charset="0"/>
                <a:ea typeface="等线" charset="0"/>
                <a:cs typeface="Aptos" charset="0"/>
              </a:rPr>
              <a:t>9</a:t>
            </a:fld>
            <a:endParaRPr lang="en-US" sz="1200" noProof="0" dirty="0">
              <a:solidFill>
                <a:schemeClr val="bg1"/>
              </a:solidFill>
              <a:latin typeface="Aptos" charset="0"/>
              <a:ea typeface="等线" charset="0"/>
              <a:cs typeface="Aptos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84750FB-0F77-2AFD-5052-3F1383A74A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70142" y="6563174"/>
            <a:ext cx="2883658" cy="365792"/>
          </a:xfrm>
          <a:prstGeom prst="rect">
            <a:avLst/>
          </a:prstGeom>
        </p:spPr>
      </p:pic>
      <p:sp>
        <p:nvSpPr>
          <p:cNvPr id="9" name="Datumsplatzhalter 3">
            <a:extLst>
              <a:ext uri="{FF2B5EF4-FFF2-40B4-BE49-F238E27FC236}">
                <a16:creationId xmlns:a16="http://schemas.microsoft.com/office/drawing/2014/main" id="{41C0995E-FEBD-077C-14BB-63CEFB257421}"/>
              </a:ext>
            </a:extLst>
          </p:cNvPr>
          <p:cNvSpPr txBox="1">
            <a:spLocks/>
          </p:cNvSpPr>
          <p:nvPr/>
        </p:nvSpPr>
        <p:spPr>
          <a:xfrm>
            <a:off x="937592" y="6563841"/>
            <a:ext cx="1537252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dirty="0">
                <a:solidFill>
                  <a:schemeClr val="bg1"/>
                </a:solidFill>
              </a:rPr>
              <a:t>23</a:t>
            </a:r>
            <a:r>
              <a:rPr lang="en-US" sz="1200" noProof="0" dirty="0">
                <a:solidFill>
                  <a:schemeClr val="bg1"/>
                </a:solidFill>
              </a:rPr>
              <a:t>/12/2025</a:t>
            </a:r>
          </a:p>
        </p:txBody>
      </p:sp>
      <p:sp>
        <p:nvSpPr>
          <p:cNvPr id="16" name="Foliennummernplatzhalter 5">
            <a:extLst>
              <a:ext uri="{FF2B5EF4-FFF2-40B4-BE49-F238E27FC236}">
                <a16:creationId xmlns:a16="http://schemas.microsoft.com/office/drawing/2014/main" id="{F7D00D96-B25F-2B58-BBC1-1A74FAC2127C}"/>
              </a:ext>
            </a:extLst>
          </p:cNvPr>
          <p:cNvSpPr txBox="1">
            <a:spLocks/>
          </p:cNvSpPr>
          <p:nvPr/>
        </p:nvSpPr>
        <p:spPr>
          <a:xfrm>
            <a:off x="1949570" y="6566803"/>
            <a:ext cx="928958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200" noProof="0" dirty="0">
              <a:solidFill>
                <a:schemeClr val="bg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EAAF1E9-7386-B27F-9F9D-313E52F38408}"/>
              </a:ext>
            </a:extLst>
          </p:cNvPr>
          <p:cNvSpPr txBox="1"/>
          <p:nvPr/>
        </p:nvSpPr>
        <p:spPr>
          <a:xfrm>
            <a:off x="838200" y="1211491"/>
            <a:ext cx="1051560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1. Electrical machines and power electronics course </a:t>
            </a:r>
            <a:r>
              <a:rPr lang="de-DE" sz="1400" dirty="0"/>
              <a:t>Prof.</a:t>
            </a:r>
            <a:r>
              <a:rPr lang="en-US" sz="1400" dirty="0"/>
              <a:t>Dr.-Ing Rajesh </a:t>
            </a:r>
            <a:r>
              <a:rPr lang="en-US" sz="1400" dirty="0" err="1"/>
              <a:t>Saiju</a:t>
            </a:r>
            <a:r>
              <a:rPr lang="en-US" sz="1400" dirty="0"/>
              <a:t>,</a:t>
            </a:r>
            <a:endParaRPr lang="en-GB" sz="1400" dirty="0"/>
          </a:p>
          <a:p>
            <a:r>
              <a:rPr lang="en-GB" sz="1400" dirty="0"/>
              <a:t>2. </a:t>
            </a:r>
            <a:r>
              <a:rPr lang="en-US" sz="1400" dirty="0"/>
              <a:t>Electrical engineering for wind turbines course of </a:t>
            </a:r>
            <a:r>
              <a:rPr lang="en-GB" sz="1400" dirty="0"/>
              <a:t>Prof. Dr. Ingmar Leise. </a:t>
            </a:r>
          </a:p>
          <a:p>
            <a:r>
              <a:rPr lang="en-GB" sz="1400" dirty="0"/>
              <a:t>3</a:t>
            </a:r>
            <a:r>
              <a:rPr lang="en-GB" altLang="en-DE" sz="1400" dirty="0">
                <a:latin typeface="Aptos (body)"/>
                <a:cs typeface="Times New Roman" panose="02020603050405020304" pitchFamily="18" charset="0"/>
              </a:rPr>
              <a:t>. </a:t>
            </a:r>
            <a:r>
              <a:rPr lang="en-GB" altLang="en-DE" sz="1400" dirty="0" err="1">
                <a:latin typeface="Aptos (body)"/>
                <a:cs typeface="Times New Roman" panose="02020603050405020304" pitchFamily="18" charset="0"/>
              </a:rPr>
              <a:t>Hopewind</a:t>
            </a:r>
            <a:r>
              <a:rPr lang="en-GB" altLang="en-DE" sz="1400" dirty="0">
                <a:latin typeface="Aptos (body)"/>
                <a:cs typeface="Times New Roman" panose="02020603050405020304" pitchFamily="18" charset="0"/>
              </a:rPr>
              <a:t> Electric Co., Ltd., “Wind Power Generation System Product </a:t>
            </a:r>
            <a:r>
              <a:rPr lang="en-GB" altLang="en-DE" sz="1400" dirty="0" err="1">
                <a:latin typeface="Aptos (body)"/>
                <a:cs typeface="Times New Roman" panose="02020603050405020304" pitchFamily="18" charset="0"/>
              </a:rPr>
              <a:t>Catalog</a:t>
            </a:r>
            <a:r>
              <a:rPr lang="en-GB" altLang="en-DE" sz="1400" dirty="0">
                <a:latin typeface="Aptos (body)"/>
                <a:cs typeface="Times New Roman" panose="02020603050405020304" pitchFamily="18" charset="0"/>
              </a:rPr>
              <a:t>,” Nov. 2022. [Online]. Available: https://pt.hopewind.com/bocupload/2022/11/24/166926457699or15g.pdf</a:t>
            </a:r>
          </a:p>
          <a:p>
            <a:r>
              <a:rPr lang="en-GB" altLang="en-DE" sz="1400" dirty="0">
                <a:latin typeface="Aptos (body)"/>
                <a:cs typeface="Times New Roman" panose="02020603050405020304" pitchFamily="18" charset="0"/>
              </a:rPr>
              <a:t>4.ACS800_LOW_VOLTAGE_WIND_TURBINE_CONVERTERS.pdf [Online].</a:t>
            </a:r>
          </a:p>
          <a:p>
            <a:r>
              <a:rPr lang="en-GB" altLang="en-DE" sz="1400" dirty="0">
                <a:latin typeface="Aptos (body)"/>
                <a:cs typeface="Times New Roman" panose="02020603050405020304" pitchFamily="18" charset="0"/>
              </a:rPr>
              <a:t>5. SGB – Cast –</a:t>
            </a:r>
            <a:r>
              <a:rPr lang="en-GB" altLang="en-DE" sz="1400" dirty="0" err="1">
                <a:latin typeface="Aptos (body)"/>
                <a:cs typeface="Times New Roman" panose="02020603050405020304" pitchFamily="18" charset="0"/>
              </a:rPr>
              <a:t>Resin_Transformers</a:t>
            </a:r>
            <a:r>
              <a:rPr lang="en-GB" altLang="en-DE" sz="1400" dirty="0">
                <a:latin typeface="Aptos (body)"/>
                <a:cs typeface="Times New Roman" panose="02020603050405020304" pitchFamily="18" charset="0"/>
              </a:rPr>
              <a:t> [Online]</a:t>
            </a:r>
          </a:p>
          <a:p>
            <a:endParaRPr lang="en-GB" altLang="en-DE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GB" altLang="en-DE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GB" altLang="en-DE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GB" altLang="en-DE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GB" altLang="en-DE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DE" altLang="en-DE" sz="2000" dirty="0">
              <a:latin typeface="Arial" panose="020B0604020202020204" pitchFamily="34" charset="0"/>
            </a:endParaRPr>
          </a:p>
          <a:p>
            <a:endParaRPr lang="en-GB" sz="1400" dirty="0"/>
          </a:p>
          <a:p>
            <a:endParaRPr lang="en-GB" sz="1400" dirty="0"/>
          </a:p>
          <a:p>
            <a:endParaRPr lang="en-GB" sz="1400" dirty="0"/>
          </a:p>
        </p:txBody>
      </p:sp>
      <p:sp>
        <p:nvSpPr>
          <p:cNvPr id="2" name="Foliennummernplatzhalter 5">
            <a:extLst>
              <a:ext uri="{FF2B5EF4-FFF2-40B4-BE49-F238E27FC236}">
                <a16:creationId xmlns:a16="http://schemas.microsoft.com/office/drawing/2014/main" id="{496730EC-9A73-C07B-9E3D-CE7964FD9CE7}"/>
              </a:ext>
            </a:extLst>
          </p:cNvPr>
          <p:cNvSpPr txBox="1">
            <a:spLocks/>
          </p:cNvSpPr>
          <p:nvPr/>
        </p:nvSpPr>
        <p:spPr>
          <a:xfrm>
            <a:off x="2101970" y="6558175"/>
            <a:ext cx="928958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5A6D213-0805-4C3E-849D-17C75FD348C3}" type="slidenum">
              <a:rPr lang="de-DE" sz="1200" smtClean="0">
                <a:solidFill>
                  <a:schemeClr val="bg1"/>
                </a:solidFill>
              </a:rPr>
              <a:pPr/>
              <a:t>9</a:t>
            </a:fld>
            <a:endParaRPr lang="de-DE" sz="12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729671"/>
      </p:ext>
    </p:extLst>
  </p:cSld>
  <p:clrMapOvr>
    <a:masterClrMapping/>
  </p:clrMapOvr>
</p:sld>
</file>

<file path=ppt/theme/theme1.xml><?xml version="1.0" encoding="utf-8"?>
<a:theme xmlns:a="http://schemas.openxmlformats.org/drawingml/2006/main" name="Benutzerdefiniertes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äsentation2" id="{37666F68-9715-4511-90E3-E4140495B232}" vid="{4FEE3175-B49C-4319-8ECD-B48408CDBF8F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algn="l">
          <a:defRPr sz="1200" dirty="0" smtClean="0">
            <a:solidFill>
              <a:schemeClr val="bg1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äsentation2" id="{37666F68-9715-4511-90E3-E4140495B232}" vid="{9BE4395A-200E-4568-ABA6-DAB134CF054B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4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2" Type="http://schemas.microsoft.com/office/2011/relationships/webextension" Target="webextension2.xml"/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700" row="1">
    <wetp:webextensionref xmlns:r="http://schemas.openxmlformats.org/officeDocument/2006/relationships" r:id="rId1"/>
  </wetp:taskpane>
  <wetp:taskpane dockstate="right" visibility="0" width="438" row="0">
    <wetp:webextensionref xmlns:r="http://schemas.openxmlformats.org/officeDocument/2006/relationships" r:id="rId2"/>
  </wetp:taskpane>
</wetp:taskpanes>
</file>

<file path=ppt/webextensions/webextension1.xml><?xml version="1.0" encoding="utf-8"?>
<we:webextension xmlns:we="http://schemas.microsoft.com/office/webextensions/webextension/2010/11" id="{BCD039B6-C6AB-492A-94BF-C46AF895D2E7}">
  <we:reference id="WA200007130" version="1.0.0.1" store="en-US" storeType="omex"/>
  <we:alternateReferences>
    <we:reference id="WA200007130" version="1.0.0.1" store="en-US" storeType="omex"/>
  </we:alternateReferences>
  <we:properties/>
  <we:bindings/>
  <we:snapshot xmlns:r="http://schemas.openxmlformats.org/officeDocument/2006/relationships"/>
</we:webextension>
</file>

<file path=ppt/webextensions/webextension2.xml><?xml version="1.0" encoding="utf-8"?>
<we:webextension xmlns:we="http://schemas.microsoft.com/office/webextensions/webextension/2010/11" id="{73D784B2-E216-4A14-BE4B-F0CA301E2B20}">
  <we:reference id="WA200005566" version="3.0.0.3" store="en-US" storeType="omex"/>
  <we:alternateReferences>
    <we:reference id="WA200005566" version="3.0.0.3" store="en-US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Presentation template_final</Template>
  <TotalTime>0</TotalTime>
  <Words>355</Words>
  <Application>Microsoft Office PowerPoint</Application>
  <PresentationFormat>Widescreen</PresentationFormat>
  <Paragraphs>91</Paragraphs>
  <Slides>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9</vt:i4>
      </vt:variant>
    </vt:vector>
  </HeadingPairs>
  <TitlesOfParts>
    <vt:vector size="19" baseType="lpstr">
      <vt:lpstr>Aptos</vt:lpstr>
      <vt:lpstr>Aptos (body)</vt:lpstr>
      <vt:lpstr>Aptos (Textkörper)</vt:lpstr>
      <vt:lpstr>Aptos Display</vt:lpstr>
      <vt:lpstr>Arial</vt:lpstr>
      <vt:lpstr>Calibri</vt:lpstr>
      <vt:lpstr>Calibri Light</vt:lpstr>
      <vt:lpstr>Times New Roman</vt:lpstr>
      <vt:lpstr>Benutzerdefiniertes Design</vt:lpstr>
      <vt:lpstr>Office</vt:lpstr>
      <vt:lpstr>PowerPoint Presentation</vt:lpstr>
      <vt:lpstr>List of contents</vt:lpstr>
      <vt:lpstr>1. Mechanical Dimension of Transformer.(Updated)</vt:lpstr>
      <vt:lpstr>2. Mechanical Dimension of Generator.(Updated)</vt:lpstr>
      <vt:lpstr>3. Mechanical Dimension of Converter.(Updated)</vt:lpstr>
      <vt:lpstr>4.Cable Selection and Electrical Parameters</vt:lpstr>
      <vt:lpstr>PowerPoint Presentation</vt:lpstr>
      <vt:lpstr>PowerPoint Presentation</vt:lpstr>
      <vt:lpstr>Bibliography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Josef Remberger</dc:creator>
  <cp:lastModifiedBy>AISWARYA VIJAYAN</cp:lastModifiedBy>
  <cp:revision>121</cp:revision>
  <dcterms:created xsi:type="dcterms:W3CDTF">2025-09-27T08:52:45Z</dcterms:created>
  <dcterms:modified xsi:type="dcterms:W3CDTF">2025-12-22T13:50:10Z</dcterms:modified>
</cp:coreProperties>
</file>