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2"/>
  </p:notesMasterIdLst>
  <p:handoutMasterIdLst>
    <p:handoutMasterId r:id="rId13"/>
  </p:handoutMasterIdLst>
  <p:sldIdLst>
    <p:sldId id="263" r:id="rId4"/>
    <p:sldId id="273" r:id="rId5"/>
    <p:sldId id="276" r:id="rId6"/>
    <p:sldId id="278" r:id="rId7"/>
    <p:sldId id="279" r:id="rId8"/>
    <p:sldId id="275" r:id="rId9"/>
    <p:sldId id="277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73"/>
          </p14:sldIdLst>
        </p14:section>
        <p14:section name="Title, main slides" id="{B26F6679-C236-4D3D-BC2F-CAE5ED400718}">
          <p14:sldIdLst>
            <p14:sldId id="276"/>
            <p14:sldId id="278"/>
            <p14:sldId id="279"/>
            <p14:sldId id="275"/>
            <p14:sldId id="277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1E683-9731-4755-8A0F-9EDA35081044}" v="7" dt="2025-12-15T11:06:59.508"/>
    <p1510:client id="{DC61183F-7E88-43AF-B331-7E332BB87CAF}" v="36" dt="2025-12-15T10:57:54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Bogala" userId="63504118-204c-4be1-80aa-b03b0ab20c39" providerId="ADAL" clId="{374F5938-D6BE-4DF1-A10B-2FA049B80B8D}"/>
    <pc:docChg chg="undo custSel addSld delSld modSld modSection">
      <pc:chgData name="Vijay Bogala" userId="63504118-204c-4be1-80aa-b03b0ab20c39" providerId="ADAL" clId="{374F5938-D6BE-4DF1-A10B-2FA049B80B8D}" dt="2025-12-15T11:00:52.404" v="1639" actId="1038"/>
      <pc:docMkLst>
        <pc:docMk/>
      </pc:docMkLst>
      <pc:sldChg chg="del">
        <pc:chgData name="Vijay Bogala" userId="63504118-204c-4be1-80aa-b03b0ab20c39" providerId="ADAL" clId="{374F5938-D6BE-4DF1-A10B-2FA049B80B8D}" dt="2025-12-15T10:37:36.619" v="870" actId="2696"/>
        <pc:sldMkLst>
          <pc:docMk/>
          <pc:sldMk cId="3877941250" sldId="260"/>
        </pc:sldMkLst>
      </pc:sldChg>
      <pc:sldChg chg="del">
        <pc:chgData name="Vijay Bogala" userId="63504118-204c-4be1-80aa-b03b0ab20c39" providerId="ADAL" clId="{374F5938-D6BE-4DF1-A10B-2FA049B80B8D}" dt="2025-12-15T10:37:27.248" v="868" actId="2696"/>
        <pc:sldMkLst>
          <pc:docMk/>
          <pc:sldMk cId="1454698392" sldId="261"/>
        </pc:sldMkLst>
      </pc:sldChg>
      <pc:sldChg chg="del">
        <pc:chgData name="Vijay Bogala" userId="63504118-204c-4be1-80aa-b03b0ab20c39" providerId="ADAL" clId="{374F5938-D6BE-4DF1-A10B-2FA049B80B8D}" dt="2025-12-15T10:37:32.332" v="869" actId="2696"/>
        <pc:sldMkLst>
          <pc:docMk/>
          <pc:sldMk cId="19758332" sldId="262"/>
        </pc:sldMkLst>
      </pc:sldChg>
      <pc:sldChg chg="modSp mod">
        <pc:chgData name="Vijay Bogala" userId="63504118-204c-4be1-80aa-b03b0ab20c39" providerId="ADAL" clId="{374F5938-D6BE-4DF1-A10B-2FA049B80B8D}" dt="2025-12-15T10:07:00.250" v="180" actId="20577"/>
        <pc:sldMkLst>
          <pc:docMk/>
          <pc:sldMk cId="1493159916" sldId="263"/>
        </pc:sldMkLst>
        <pc:spChg chg="mod">
          <ac:chgData name="Vijay Bogala" userId="63504118-204c-4be1-80aa-b03b0ab20c39" providerId="ADAL" clId="{374F5938-D6BE-4DF1-A10B-2FA049B80B8D}" dt="2025-12-15T10:07:00.250" v="180" actId="20577"/>
          <ac:spMkLst>
            <pc:docMk/>
            <pc:sldMk cId="1493159916" sldId="263"/>
            <ac:spMk id="16" creationId="{C45C6A5A-D647-B958-532A-B6FD2180F534}"/>
          </ac:spMkLst>
        </pc:spChg>
      </pc:sldChg>
      <pc:sldChg chg="modSp mod">
        <pc:chgData name="Vijay Bogala" userId="63504118-204c-4be1-80aa-b03b0ab20c39" providerId="ADAL" clId="{374F5938-D6BE-4DF1-A10B-2FA049B80B8D}" dt="2025-12-15T10:58:09.976" v="1522" actId="20577"/>
        <pc:sldMkLst>
          <pc:docMk/>
          <pc:sldMk cId="761244998" sldId="267"/>
        </pc:sldMkLst>
        <pc:spChg chg="mod">
          <ac:chgData name="Vijay Bogala" userId="63504118-204c-4be1-80aa-b03b0ab20c39" providerId="ADAL" clId="{374F5938-D6BE-4DF1-A10B-2FA049B80B8D}" dt="2025-12-15T10:58:09.976" v="1522" actId="20577"/>
          <ac:spMkLst>
            <pc:docMk/>
            <pc:sldMk cId="761244998" sldId="267"/>
            <ac:spMk id="7" creationId="{F5C19340-9D16-A981-A772-1E4CF9E86436}"/>
          </ac:spMkLst>
        </pc:spChg>
      </pc:sldChg>
      <pc:sldChg chg="del">
        <pc:chgData name="Vijay Bogala" userId="63504118-204c-4be1-80aa-b03b0ab20c39" providerId="ADAL" clId="{374F5938-D6BE-4DF1-A10B-2FA049B80B8D}" dt="2025-12-15T10:37:17.466" v="866" actId="2696"/>
        <pc:sldMkLst>
          <pc:docMk/>
          <pc:sldMk cId="2525855613" sldId="268"/>
        </pc:sldMkLst>
      </pc:sldChg>
      <pc:sldChg chg="del">
        <pc:chgData name="Vijay Bogala" userId="63504118-204c-4be1-80aa-b03b0ab20c39" providerId="ADAL" clId="{374F5938-D6BE-4DF1-A10B-2FA049B80B8D}" dt="2025-12-15T10:37:21.611" v="867" actId="2696"/>
        <pc:sldMkLst>
          <pc:docMk/>
          <pc:sldMk cId="3939706879" sldId="269"/>
        </pc:sldMkLst>
      </pc:sldChg>
      <pc:sldChg chg="del">
        <pc:chgData name="Vijay Bogala" userId="63504118-204c-4be1-80aa-b03b0ab20c39" providerId="ADAL" clId="{374F5938-D6BE-4DF1-A10B-2FA049B80B8D}" dt="2025-12-15T10:37:42.032" v="871" actId="2696"/>
        <pc:sldMkLst>
          <pc:docMk/>
          <pc:sldMk cId="2423262973" sldId="272"/>
        </pc:sldMkLst>
      </pc:sldChg>
      <pc:sldChg chg="modSp mod">
        <pc:chgData name="Vijay Bogala" userId="63504118-204c-4be1-80aa-b03b0ab20c39" providerId="ADAL" clId="{374F5938-D6BE-4DF1-A10B-2FA049B80B8D}" dt="2025-12-15T10:43:02.434" v="886" actId="20577"/>
        <pc:sldMkLst>
          <pc:docMk/>
          <pc:sldMk cId="2664931291" sldId="273"/>
        </pc:sldMkLst>
        <pc:spChg chg="mod">
          <ac:chgData name="Vijay Bogala" userId="63504118-204c-4be1-80aa-b03b0ab20c39" providerId="ADAL" clId="{374F5938-D6BE-4DF1-A10B-2FA049B80B8D}" dt="2025-12-15T10:43:02.434" v="886" actId="20577"/>
          <ac:spMkLst>
            <pc:docMk/>
            <pc:sldMk cId="2664931291" sldId="273"/>
            <ac:spMk id="2" creationId="{BC8A5761-C58E-5FDF-F2C0-8788E28E8E12}"/>
          </ac:spMkLst>
        </pc:spChg>
      </pc:sldChg>
      <pc:sldChg chg="del">
        <pc:chgData name="Vijay Bogala" userId="63504118-204c-4be1-80aa-b03b0ab20c39" providerId="ADAL" clId="{374F5938-D6BE-4DF1-A10B-2FA049B80B8D}" dt="2025-12-15T10:08:15.810" v="199" actId="2696"/>
        <pc:sldMkLst>
          <pc:docMk/>
          <pc:sldMk cId="1055036270" sldId="274"/>
        </pc:sldMkLst>
      </pc:sldChg>
      <pc:sldChg chg="addSp modSp mod">
        <pc:chgData name="Vijay Bogala" userId="63504118-204c-4be1-80aa-b03b0ab20c39" providerId="ADAL" clId="{374F5938-D6BE-4DF1-A10B-2FA049B80B8D}" dt="2025-12-15T10:56:32.126" v="1473" actId="5793"/>
        <pc:sldMkLst>
          <pc:docMk/>
          <pc:sldMk cId="2198013393" sldId="275"/>
        </pc:sldMkLst>
        <pc:spChg chg="mod">
          <ac:chgData name="Vijay Bogala" userId="63504118-204c-4be1-80aa-b03b0ab20c39" providerId="ADAL" clId="{374F5938-D6BE-4DF1-A10B-2FA049B80B8D}" dt="2025-12-15T10:36:59.448" v="864"/>
          <ac:spMkLst>
            <pc:docMk/>
            <pc:sldMk cId="2198013393" sldId="275"/>
            <ac:spMk id="2" creationId="{5F76EC0A-4FF0-85D1-BBED-61893999F356}"/>
          </ac:spMkLst>
        </pc:spChg>
        <pc:spChg chg="mod">
          <ac:chgData name="Vijay Bogala" userId="63504118-204c-4be1-80aa-b03b0ab20c39" providerId="ADAL" clId="{374F5938-D6BE-4DF1-A10B-2FA049B80B8D}" dt="2025-12-15T10:52:44.904" v="1183" actId="404"/>
          <ac:spMkLst>
            <pc:docMk/>
            <pc:sldMk cId="2198013393" sldId="275"/>
            <ac:spMk id="3" creationId="{1C985DC6-2C04-8B1A-63C0-8A68E57F7D8D}"/>
          </ac:spMkLst>
        </pc:spChg>
        <pc:spChg chg="add mod">
          <ac:chgData name="Vijay Bogala" userId="63504118-204c-4be1-80aa-b03b0ab20c39" providerId="ADAL" clId="{374F5938-D6BE-4DF1-A10B-2FA049B80B8D}" dt="2025-12-15T10:52:19.078" v="1174" actId="404"/>
          <ac:spMkLst>
            <pc:docMk/>
            <pc:sldMk cId="2198013393" sldId="275"/>
            <ac:spMk id="12" creationId="{87143735-E5C1-2876-5640-33E495B2A4F7}"/>
          </ac:spMkLst>
        </pc:spChg>
        <pc:spChg chg="add mod">
          <ac:chgData name="Vijay Bogala" userId="63504118-204c-4be1-80aa-b03b0ab20c39" providerId="ADAL" clId="{374F5938-D6BE-4DF1-A10B-2FA049B80B8D}" dt="2025-12-15T10:56:32.126" v="1473" actId="5793"/>
          <ac:spMkLst>
            <pc:docMk/>
            <pc:sldMk cId="2198013393" sldId="275"/>
            <ac:spMk id="13" creationId="{261EFD24-8327-4CD8-557D-1A7FA35F0B62}"/>
          </ac:spMkLst>
        </pc:spChg>
        <pc:picChg chg="add mod modCrop">
          <ac:chgData name="Vijay Bogala" userId="63504118-204c-4be1-80aa-b03b0ab20c39" providerId="ADAL" clId="{374F5938-D6BE-4DF1-A10B-2FA049B80B8D}" dt="2025-12-15T10:19:40.927" v="382" actId="14100"/>
          <ac:picMkLst>
            <pc:docMk/>
            <pc:sldMk cId="2198013393" sldId="275"/>
            <ac:picMk id="6" creationId="{C302A6F7-8048-E267-D2C4-583030DB2532}"/>
          </ac:picMkLst>
        </pc:picChg>
        <pc:picChg chg="add mod modCrop">
          <ac:chgData name="Vijay Bogala" userId="63504118-204c-4be1-80aa-b03b0ab20c39" providerId="ADAL" clId="{374F5938-D6BE-4DF1-A10B-2FA049B80B8D}" dt="2025-12-15T10:19:37.740" v="381" actId="14100"/>
          <ac:picMkLst>
            <pc:docMk/>
            <pc:sldMk cId="2198013393" sldId="275"/>
            <ac:picMk id="9" creationId="{8B30FB3C-C60E-2472-1393-C1AEF25F2B71}"/>
          </ac:picMkLst>
        </pc:picChg>
        <pc:picChg chg="add mod modCrop">
          <ac:chgData name="Vijay Bogala" userId="63504118-204c-4be1-80aa-b03b0ab20c39" providerId="ADAL" clId="{374F5938-D6BE-4DF1-A10B-2FA049B80B8D}" dt="2025-12-15T10:20:43.401" v="523" actId="1036"/>
          <ac:picMkLst>
            <pc:docMk/>
            <pc:sldMk cId="2198013393" sldId="275"/>
            <ac:picMk id="10" creationId="{5236D50B-1666-C0F9-97AC-F1DBAFD2DC6C}"/>
          </ac:picMkLst>
        </pc:picChg>
      </pc:sldChg>
      <pc:sldChg chg="addSp delSp modSp mod">
        <pc:chgData name="Vijay Bogala" userId="63504118-204c-4be1-80aa-b03b0ab20c39" providerId="ADAL" clId="{374F5938-D6BE-4DF1-A10B-2FA049B80B8D}" dt="2025-12-15T11:00:52.404" v="1639" actId="1038"/>
        <pc:sldMkLst>
          <pc:docMk/>
          <pc:sldMk cId="3052998566" sldId="276"/>
        </pc:sldMkLst>
        <pc:spChg chg="mod">
          <ac:chgData name="Vijay Bogala" userId="63504118-204c-4be1-80aa-b03b0ab20c39" providerId="ADAL" clId="{374F5938-D6BE-4DF1-A10B-2FA049B80B8D}" dt="2025-12-15T10:08:48.419" v="227" actId="20577"/>
          <ac:spMkLst>
            <pc:docMk/>
            <pc:sldMk cId="3052998566" sldId="276"/>
            <ac:spMk id="7" creationId="{2E69788C-3D63-655C-B160-44D540649DD7}"/>
          </ac:spMkLst>
        </pc:spChg>
        <pc:spChg chg="mod">
          <ac:chgData name="Vijay Bogala" userId="63504118-204c-4be1-80aa-b03b0ab20c39" providerId="ADAL" clId="{374F5938-D6BE-4DF1-A10B-2FA049B80B8D}" dt="2025-12-15T11:00:52.404" v="1639" actId="1038"/>
          <ac:spMkLst>
            <pc:docMk/>
            <pc:sldMk cId="3052998566" sldId="276"/>
            <ac:spMk id="9" creationId="{A7B91BDE-CD1F-21C8-B76D-275F49DC50DB}"/>
          </ac:spMkLst>
        </pc:spChg>
        <pc:picChg chg="add del mod">
          <ac:chgData name="Vijay Bogala" userId="63504118-204c-4be1-80aa-b03b0ab20c39" providerId="ADAL" clId="{374F5938-D6BE-4DF1-A10B-2FA049B80B8D}" dt="2025-12-15T10:05:09.076" v="84" actId="478"/>
          <ac:picMkLst>
            <pc:docMk/>
            <pc:sldMk cId="3052998566" sldId="276"/>
            <ac:picMk id="2" creationId="{3F9ACFE5-1648-2344-6F64-B7DA8A49CB38}"/>
          </ac:picMkLst>
        </pc:picChg>
        <pc:picChg chg="add del mod ord modCrop">
          <ac:chgData name="Vijay Bogala" userId="63504118-204c-4be1-80aa-b03b0ab20c39" providerId="ADAL" clId="{374F5938-D6BE-4DF1-A10B-2FA049B80B8D}" dt="2025-12-15T10:05:17.396" v="121" actId="478"/>
          <ac:picMkLst>
            <pc:docMk/>
            <pc:sldMk cId="3052998566" sldId="276"/>
            <ac:picMk id="3" creationId="{4D7B475D-D89A-AA9F-90A5-B682C07DC330}"/>
          </ac:picMkLst>
        </pc:picChg>
        <pc:picChg chg="add mod">
          <ac:chgData name="Vijay Bogala" userId="63504118-204c-4be1-80aa-b03b0ab20c39" providerId="ADAL" clId="{374F5938-D6BE-4DF1-A10B-2FA049B80B8D}" dt="2025-12-15T10:05:15.267" v="120" actId="1038"/>
          <ac:picMkLst>
            <pc:docMk/>
            <pc:sldMk cId="3052998566" sldId="276"/>
            <ac:picMk id="10" creationId="{5296755A-C5D0-AF01-7A15-AF8766939CFA}"/>
          </ac:picMkLst>
        </pc:picChg>
        <pc:picChg chg="add mod ord modCrop">
          <ac:chgData name="Vijay Bogala" userId="63504118-204c-4be1-80aa-b03b0ab20c39" providerId="ADAL" clId="{374F5938-D6BE-4DF1-A10B-2FA049B80B8D}" dt="2025-12-15T10:05:53.540" v="164" actId="171"/>
          <ac:picMkLst>
            <pc:docMk/>
            <pc:sldMk cId="3052998566" sldId="276"/>
            <ac:picMk id="11" creationId="{A6101D2F-2396-9664-53EA-05F6725D58E1}"/>
          </ac:picMkLst>
        </pc:picChg>
      </pc:sldChg>
      <pc:sldChg chg="addSp delSp modSp add del mod">
        <pc:chgData name="Vijay Bogala" userId="63504118-204c-4be1-80aa-b03b0ab20c39" providerId="ADAL" clId="{374F5938-D6BE-4DF1-A10B-2FA049B80B8D}" dt="2025-12-15T10:57:15.638" v="1515" actId="1038"/>
        <pc:sldMkLst>
          <pc:docMk/>
          <pc:sldMk cId="2675395771" sldId="277"/>
        </pc:sldMkLst>
        <pc:spChg chg="mod">
          <ac:chgData name="Vijay Bogala" userId="63504118-204c-4be1-80aa-b03b0ab20c39" providerId="ADAL" clId="{374F5938-D6BE-4DF1-A10B-2FA049B80B8D}" dt="2025-12-15T10:37:07.590" v="865"/>
          <ac:spMkLst>
            <pc:docMk/>
            <pc:sldMk cId="2675395771" sldId="277"/>
            <ac:spMk id="2" creationId="{E772E82F-751C-9CDD-7F51-F8A868CFF61B}"/>
          </ac:spMkLst>
        </pc:spChg>
        <pc:spChg chg="del">
          <ac:chgData name="Vijay Bogala" userId="63504118-204c-4be1-80aa-b03b0ab20c39" providerId="ADAL" clId="{374F5938-D6BE-4DF1-A10B-2FA049B80B8D}" dt="2025-12-15T10:24:59.932" v="639"/>
          <ac:spMkLst>
            <pc:docMk/>
            <pc:sldMk cId="2675395771" sldId="277"/>
            <ac:spMk id="3" creationId="{00965CB1-4D6D-A0AB-630E-2CB9A112B029}"/>
          </ac:spMkLst>
        </pc:spChg>
        <pc:spChg chg="add mod">
          <ac:chgData name="Vijay Bogala" userId="63504118-204c-4be1-80aa-b03b0ab20c39" providerId="ADAL" clId="{374F5938-D6BE-4DF1-A10B-2FA049B80B8D}" dt="2025-12-15T10:57:15.638" v="1515" actId="1038"/>
          <ac:spMkLst>
            <pc:docMk/>
            <pc:sldMk cId="2675395771" sldId="277"/>
            <ac:spMk id="11" creationId="{A67FB8FB-C4B1-8BFD-8B5F-F5EE73501BAD}"/>
          </ac:spMkLst>
        </pc:spChg>
        <pc:spChg chg="add mod">
          <ac:chgData name="Vijay Bogala" userId="63504118-204c-4be1-80aa-b03b0ab20c39" providerId="ADAL" clId="{374F5938-D6BE-4DF1-A10B-2FA049B80B8D}" dt="2025-12-15T10:56:22.972" v="1472" actId="20577"/>
          <ac:spMkLst>
            <pc:docMk/>
            <pc:sldMk cId="2675395771" sldId="277"/>
            <ac:spMk id="12" creationId="{CFD13189-F109-996D-7265-7CD1C18FC7C2}"/>
          </ac:spMkLst>
        </pc:spChg>
        <pc:spChg chg="add mod">
          <ac:chgData name="Vijay Bogala" userId="63504118-204c-4be1-80aa-b03b0ab20c39" providerId="ADAL" clId="{374F5938-D6BE-4DF1-A10B-2FA049B80B8D}" dt="2025-12-15T10:56:12.957" v="1451" actId="5793"/>
          <ac:spMkLst>
            <pc:docMk/>
            <pc:sldMk cId="2675395771" sldId="277"/>
            <ac:spMk id="13" creationId="{BCC365AB-E1F0-7009-30AD-043A5D6FF9EB}"/>
          </ac:spMkLst>
        </pc:spChg>
        <pc:picChg chg="add mod">
          <ac:chgData name="Vijay Bogala" userId="63504118-204c-4be1-80aa-b03b0ab20c39" providerId="ADAL" clId="{374F5938-D6BE-4DF1-A10B-2FA049B80B8D}" dt="2025-12-15T10:55:53.531" v="1382" actId="1035"/>
          <ac:picMkLst>
            <pc:docMk/>
            <pc:sldMk cId="2675395771" sldId="277"/>
            <ac:picMk id="6" creationId="{CC416758-2B9B-FB44-AAE1-F56574B212AB}"/>
          </ac:picMkLst>
        </pc:picChg>
        <pc:picChg chg="add mod">
          <ac:chgData name="Vijay Bogala" userId="63504118-204c-4be1-80aa-b03b0ab20c39" providerId="ADAL" clId="{374F5938-D6BE-4DF1-A10B-2FA049B80B8D}" dt="2025-12-15T10:55:04.807" v="1306" actId="1037"/>
          <ac:picMkLst>
            <pc:docMk/>
            <pc:sldMk cId="2675395771" sldId="277"/>
            <ac:picMk id="9" creationId="{E30EC542-070A-50F4-1083-E89DCFBE9F8B}"/>
          </ac:picMkLst>
        </pc:picChg>
        <pc:picChg chg="add mod modCrop">
          <ac:chgData name="Vijay Bogala" userId="63504118-204c-4be1-80aa-b03b0ab20c39" providerId="ADAL" clId="{374F5938-D6BE-4DF1-A10B-2FA049B80B8D}" dt="2025-12-15T10:54:55.006" v="1268" actId="1037"/>
          <ac:picMkLst>
            <pc:docMk/>
            <pc:sldMk cId="2675395771" sldId="277"/>
            <ac:picMk id="10" creationId="{14825027-5FF4-2649-3A55-CB39A59BECF0}"/>
          </ac:picMkLst>
        </pc:picChg>
      </pc:sldChg>
      <pc:sldChg chg="del">
        <pc:chgData name="Vijay Bogala" userId="63504118-204c-4be1-80aa-b03b0ab20c39" providerId="ADAL" clId="{374F5938-D6BE-4DF1-A10B-2FA049B80B8D}" dt="2025-12-15T10:08:08.114" v="198" actId="2696"/>
        <pc:sldMkLst>
          <pc:docMk/>
          <pc:sldMk cId="2358419031" sldId="278"/>
        </pc:sldMkLst>
      </pc:sldChg>
      <pc:sldChg chg="addSp delSp modSp add mod">
        <pc:chgData name="Vijay Bogala" userId="63504118-204c-4be1-80aa-b03b0ab20c39" providerId="ADAL" clId="{374F5938-D6BE-4DF1-A10B-2FA049B80B8D}" dt="2025-12-15T10:58:20.961" v="1524" actId="20577"/>
        <pc:sldMkLst>
          <pc:docMk/>
          <pc:sldMk cId="3557788216" sldId="278"/>
        </pc:sldMkLst>
        <pc:spChg chg="add del mod">
          <ac:chgData name="Vijay Bogala" userId="63504118-204c-4be1-80aa-b03b0ab20c39" providerId="ADAL" clId="{374F5938-D6BE-4DF1-A10B-2FA049B80B8D}" dt="2025-12-15T10:58:20.961" v="1524" actId="20577"/>
          <ac:spMkLst>
            <pc:docMk/>
            <pc:sldMk cId="3557788216" sldId="278"/>
            <ac:spMk id="8" creationId="{375907A8-0C83-6B28-4A7E-238DE72CDE50}"/>
          </ac:spMkLst>
        </pc:spChg>
        <pc:picChg chg="add mod">
          <ac:chgData name="Vijay Bogala" userId="63504118-204c-4be1-80aa-b03b0ab20c39" providerId="ADAL" clId="{374F5938-D6BE-4DF1-A10B-2FA049B80B8D}" dt="2025-12-15T10:31:33.918" v="832"/>
          <ac:picMkLst>
            <pc:docMk/>
            <pc:sldMk cId="3557788216" sldId="278"/>
            <ac:picMk id="2" creationId="{2E25FF1C-1838-61DC-4D7E-DE50372AF6B1}"/>
          </ac:picMkLst>
        </pc:picChg>
        <pc:picChg chg="add mod modCrop">
          <ac:chgData name="Vijay Bogala" userId="63504118-204c-4be1-80aa-b03b0ab20c39" providerId="ADAL" clId="{374F5938-D6BE-4DF1-A10B-2FA049B80B8D}" dt="2025-12-15T10:34:42.250" v="840" actId="1076"/>
          <ac:picMkLst>
            <pc:docMk/>
            <pc:sldMk cId="3557788216" sldId="278"/>
            <ac:picMk id="3" creationId="{31C39C4F-B584-7E54-2755-9439E58BE92F}"/>
          </ac:picMkLst>
        </pc:picChg>
        <pc:picChg chg="del">
          <ac:chgData name="Vijay Bogala" userId="63504118-204c-4be1-80aa-b03b0ab20c39" providerId="ADAL" clId="{374F5938-D6BE-4DF1-A10B-2FA049B80B8D}" dt="2025-12-15T10:31:11.641" v="829" actId="478"/>
          <ac:picMkLst>
            <pc:docMk/>
            <pc:sldMk cId="3557788216" sldId="278"/>
            <ac:picMk id="10" creationId="{9DD593FF-9751-A6C8-CF14-2B4DDB6427DA}"/>
          </ac:picMkLst>
        </pc:picChg>
        <pc:picChg chg="del">
          <ac:chgData name="Vijay Bogala" userId="63504118-204c-4be1-80aa-b03b0ab20c39" providerId="ADAL" clId="{374F5938-D6BE-4DF1-A10B-2FA049B80B8D}" dt="2025-12-15T10:31:09.355" v="828" actId="478"/>
          <ac:picMkLst>
            <pc:docMk/>
            <pc:sldMk cId="3557788216" sldId="278"/>
            <ac:picMk id="11" creationId="{51D021D6-C456-CB0C-D63D-ACE1308BC37E}"/>
          </ac:picMkLst>
        </pc:picChg>
        <pc:picChg chg="add mod">
          <ac:chgData name="Vijay Bogala" userId="63504118-204c-4be1-80aa-b03b0ab20c39" providerId="ADAL" clId="{374F5938-D6BE-4DF1-A10B-2FA049B80B8D}" dt="2025-12-15T10:34:40.605" v="839" actId="1076"/>
          <ac:picMkLst>
            <pc:docMk/>
            <pc:sldMk cId="3557788216" sldId="278"/>
            <ac:picMk id="12" creationId="{03FDCE34-D8BE-BE9F-810E-0BBC8417FB6A}"/>
          </ac:picMkLst>
        </pc:picChg>
      </pc:sldChg>
      <pc:sldChg chg="add">
        <pc:chgData name="Vijay Bogala" userId="63504118-204c-4be1-80aa-b03b0ab20c39" providerId="ADAL" clId="{374F5938-D6BE-4DF1-A10B-2FA049B80B8D}" dt="2025-12-15T10:30:47.972" v="827" actId="2890"/>
        <pc:sldMkLst>
          <pc:docMk/>
          <pc:sldMk cId="1236693847" sldId="279"/>
        </pc:sldMkLst>
      </pc:sldChg>
    </pc:docChg>
  </pc:docChgLst>
  <pc:docChgLst>
    <pc:chgData name="Josef Remberger" userId="7497df3f-f8b8-4cfe-8089-9b4ad60d4715" providerId="ADAL" clId="{2091E683-9731-4755-8A0F-9EDA35081044}"/>
    <pc:docChg chg="custSel modSld modMainMaster">
      <pc:chgData name="Josef Remberger" userId="7497df3f-f8b8-4cfe-8089-9b4ad60d4715" providerId="ADAL" clId="{2091E683-9731-4755-8A0F-9EDA35081044}" dt="2025-12-15T11:06:59.508" v="103"/>
      <pc:docMkLst>
        <pc:docMk/>
      </pc:docMkLst>
      <pc:sldChg chg="modSp mod">
        <pc:chgData name="Josef Remberger" userId="7497df3f-f8b8-4cfe-8089-9b4ad60d4715" providerId="ADAL" clId="{2091E683-9731-4755-8A0F-9EDA35081044}" dt="2025-12-15T11:05:53.285" v="59" actId="20577"/>
        <pc:sldMkLst>
          <pc:docMk/>
          <pc:sldMk cId="761244998" sldId="267"/>
        </pc:sldMkLst>
        <pc:spChg chg="mod">
          <ac:chgData name="Josef Remberger" userId="7497df3f-f8b8-4cfe-8089-9b4ad60d4715" providerId="ADAL" clId="{2091E683-9731-4755-8A0F-9EDA35081044}" dt="2025-12-15T11:05:40.150" v="26" actId="20577"/>
          <ac:spMkLst>
            <pc:docMk/>
            <pc:sldMk cId="761244998" sldId="267"/>
            <ac:spMk id="2" creationId="{CDCB6ED1-18E3-9640-3D93-84F8B0B15004}"/>
          </ac:spMkLst>
        </pc:spChg>
        <pc:spChg chg="mod">
          <ac:chgData name="Josef Remberger" userId="7497df3f-f8b8-4cfe-8089-9b4ad60d4715" providerId="ADAL" clId="{2091E683-9731-4755-8A0F-9EDA35081044}" dt="2025-12-15T11:05:53.285" v="59" actId="20577"/>
          <ac:spMkLst>
            <pc:docMk/>
            <pc:sldMk cId="761244998" sldId="267"/>
            <ac:spMk id="6" creationId="{40055318-CDFF-2436-5D76-D30CE5CB6A48}"/>
          </ac:spMkLst>
        </pc:spChg>
      </pc:sldChg>
      <pc:sldChg chg="addSp modSp">
        <pc:chgData name="Josef Remberger" userId="7497df3f-f8b8-4cfe-8089-9b4ad60d4715" providerId="ADAL" clId="{2091E683-9731-4755-8A0F-9EDA35081044}" dt="2025-12-15T11:06:59.508" v="103"/>
        <pc:sldMkLst>
          <pc:docMk/>
          <pc:sldMk cId="2664931291" sldId="273"/>
        </pc:sldMkLst>
        <pc:spChg chg="add mod">
          <ac:chgData name="Josef Remberger" userId="7497df3f-f8b8-4cfe-8089-9b4ad60d4715" providerId="ADAL" clId="{2091E683-9731-4755-8A0F-9EDA35081044}" dt="2025-12-15T11:06:59.508" v="103"/>
          <ac:spMkLst>
            <pc:docMk/>
            <pc:sldMk cId="2664931291" sldId="273"/>
            <ac:spMk id="7" creationId="{BE1A2058-4380-3CA7-8F90-A22908A589DE}"/>
          </ac:spMkLst>
        </pc:spChg>
      </pc:sldChg>
      <pc:sldChg chg="addSp delSp modSp mod">
        <pc:chgData name="Josef Remberger" userId="7497df3f-f8b8-4cfe-8089-9b4ad60d4715" providerId="ADAL" clId="{2091E683-9731-4755-8A0F-9EDA35081044}" dt="2025-12-15T11:06:34.572" v="97" actId="122"/>
        <pc:sldMkLst>
          <pc:docMk/>
          <pc:sldMk cId="2198013393" sldId="275"/>
        </pc:sldMkLst>
        <pc:spChg chg="del">
          <ac:chgData name="Josef Remberger" userId="7497df3f-f8b8-4cfe-8089-9b4ad60d4715" providerId="ADAL" clId="{2091E683-9731-4755-8A0F-9EDA35081044}" dt="2025-12-15T11:06:04.252" v="60" actId="478"/>
          <ac:spMkLst>
            <pc:docMk/>
            <pc:sldMk cId="2198013393" sldId="275"/>
            <ac:spMk id="7" creationId="{D49EFEA9-2871-FCBB-87D8-80CD648C52D9}"/>
          </ac:spMkLst>
        </pc:spChg>
        <pc:spChg chg="mod">
          <ac:chgData name="Josef Remberger" userId="7497df3f-f8b8-4cfe-8089-9b4ad60d4715" providerId="ADAL" clId="{2091E683-9731-4755-8A0F-9EDA35081044}" dt="2025-12-15T11:05:26.245" v="4" actId="20577"/>
          <ac:spMkLst>
            <pc:docMk/>
            <pc:sldMk cId="2198013393" sldId="275"/>
            <ac:spMk id="8" creationId="{FB33D075-9743-29B7-25AD-3FA080587CF3}"/>
          </ac:spMkLst>
        </pc:spChg>
        <pc:spChg chg="add mod">
          <ac:chgData name="Josef Remberger" userId="7497df3f-f8b8-4cfe-8089-9b4ad60d4715" providerId="ADAL" clId="{2091E683-9731-4755-8A0F-9EDA35081044}" dt="2025-12-15T11:06:34.572" v="97" actId="122"/>
          <ac:spMkLst>
            <pc:docMk/>
            <pc:sldMk cId="2198013393" sldId="275"/>
            <ac:spMk id="11" creationId="{C2E640AE-7891-D543-E65C-B574ADC4A45E}"/>
          </ac:spMkLst>
        </pc:spChg>
      </pc:sldChg>
      <pc:sldChg chg="addSp modSp mod">
        <pc:chgData name="Josef Remberger" userId="7497df3f-f8b8-4cfe-8089-9b4ad60d4715" providerId="ADAL" clId="{2091E683-9731-4755-8A0F-9EDA35081044}" dt="2025-12-15T11:06:55.672" v="102"/>
        <pc:sldMkLst>
          <pc:docMk/>
          <pc:sldMk cId="3052998566" sldId="276"/>
        </pc:sldMkLst>
        <pc:spChg chg="add mod">
          <ac:chgData name="Josef Remberger" userId="7497df3f-f8b8-4cfe-8089-9b4ad60d4715" providerId="ADAL" clId="{2091E683-9731-4755-8A0F-9EDA35081044}" dt="2025-12-15T11:06:55.672" v="102"/>
          <ac:spMkLst>
            <pc:docMk/>
            <pc:sldMk cId="3052998566" sldId="276"/>
            <ac:spMk id="2" creationId="{1109258C-3775-8003-1590-CB60644E6387}"/>
          </ac:spMkLst>
        </pc:spChg>
        <pc:spChg chg="mod">
          <ac:chgData name="Josef Remberger" userId="7497df3f-f8b8-4cfe-8089-9b4ad60d4715" providerId="ADAL" clId="{2091E683-9731-4755-8A0F-9EDA35081044}" dt="2025-12-15T11:05:18.613" v="1" actId="20577"/>
          <ac:spMkLst>
            <pc:docMk/>
            <pc:sldMk cId="3052998566" sldId="276"/>
            <ac:spMk id="6" creationId="{46E64777-270B-BA9C-6314-175811519960}"/>
          </ac:spMkLst>
        </pc:spChg>
      </pc:sldChg>
      <pc:sldChg chg="addSp delSp modSp mod">
        <pc:chgData name="Josef Remberger" userId="7497df3f-f8b8-4cfe-8089-9b4ad60d4715" providerId="ADAL" clId="{2091E683-9731-4755-8A0F-9EDA35081044}" dt="2025-12-15T11:06:44.125" v="99"/>
        <pc:sldMkLst>
          <pc:docMk/>
          <pc:sldMk cId="2675395771" sldId="277"/>
        </pc:sldMkLst>
        <pc:spChg chg="add mod">
          <ac:chgData name="Josef Remberger" userId="7497df3f-f8b8-4cfe-8089-9b4ad60d4715" providerId="ADAL" clId="{2091E683-9731-4755-8A0F-9EDA35081044}" dt="2025-12-15T11:06:44.125" v="99"/>
          <ac:spMkLst>
            <pc:docMk/>
            <pc:sldMk cId="2675395771" sldId="277"/>
            <ac:spMk id="3" creationId="{1C49F879-1A0F-6E80-4593-AFD551ED594F}"/>
          </ac:spMkLst>
        </pc:spChg>
        <pc:spChg chg="del">
          <ac:chgData name="Josef Remberger" userId="7497df3f-f8b8-4cfe-8089-9b4ad60d4715" providerId="ADAL" clId="{2091E683-9731-4755-8A0F-9EDA35081044}" dt="2025-12-15T11:06:43.228" v="98" actId="478"/>
          <ac:spMkLst>
            <pc:docMk/>
            <pc:sldMk cId="2675395771" sldId="277"/>
            <ac:spMk id="7" creationId="{F6C2A5A3-E136-47AF-A377-BC13E8A49E4E}"/>
          </ac:spMkLst>
        </pc:spChg>
        <pc:spChg chg="mod">
          <ac:chgData name="Josef Remberger" userId="7497df3f-f8b8-4cfe-8089-9b4ad60d4715" providerId="ADAL" clId="{2091E683-9731-4755-8A0F-9EDA35081044}" dt="2025-12-15T11:05:29.255" v="5" actId="20577"/>
          <ac:spMkLst>
            <pc:docMk/>
            <pc:sldMk cId="2675395771" sldId="277"/>
            <ac:spMk id="8" creationId="{26B4E2CD-6889-FB6E-4E0F-16AF7E1D540A}"/>
          </ac:spMkLst>
        </pc:spChg>
      </pc:sldChg>
      <pc:sldChg chg="addSp modSp mod">
        <pc:chgData name="Josef Remberger" userId="7497df3f-f8b8-4cfe-8089-9b4ad60d4715" providerId="ADAL" clId="{2091E683-9731-4755-8A0F-9EDA35081044}" dt="2025-12-15T11:06:50.413" v="101"/>
        <pc:sldMkLst>
          <pc:docMk/>
          <pc:sldMk cId="3557788216" sldId="278"/>
        </pc:sldMkLst>
        <pc:spChg chg="add mod">
          <ac:chgData name="Josef Remberger" userId="7497df3f-f8b8-4cfe-8089-9b4ad60d4715" providerId="ADAL" clId="{2091E683-9731-4755-8A0F-9EDA35081044}" dt="2025-12-15T11:06:50.413" v="101"/>
          <ac:spMkLst>
            <pc:docMk/>
            <pc:sldMk cId="3557788216" sldId="278"/>
            <ac:spMk id="2" creationId="{2938310E-1C78-3BE5-A657-0CDAAC535268}"/>
          </ac:spMkLst>
        </pc:spChg>
        <pc:spChg chg="mod">
          <ac:chgData name="Josef Remberger" userId="7497df3f-f8b8-4cfe-8089-9b4ad60d4715" providerId="ADAL" clId="{2091E683-9731-4755-8A0F-9EDA35081044}" dt="2025-12-15T11:05:21.351" v="2" actId="20577"/>
          <ac:spMkLst>
            <pc:docMk/>
            <pc:sldMk cId="3557788216" sldId="278"/>
            <ac:spMk id="6" creationId="{4E74943F-CF8F-47C1-BE97-EF64C0C39141}"/>
          </ac:spMkLst>
        </pc:spChg>
      </pc:sldChg>
      <pc:sldChg chg="addSp modSp mod">
        <pc:chgData name="Josef Remberger" userId="7497df3f-f8b8-4cfe-8089-9b4ad60d4715" providerId="ADAL" clId="{2091E683-9731-4755-8A0F-9EDA35081044}" dt="2025-12-15T11:06:47.561" v="100"/>
        <pc:sldMkLst>
          <pc:docMk/>
          <pc:sldMk cId="1236693847" sldId="279"/>
        </pc:sldMkLst>
        <pc:spChg chg="add mod">
          <ac:chgData name="Josef Remberger" userId="7497df3f-f8b8-4cfe-8089-9b4ad60d4715" providerId="ADAL" clId="{2091E683-9731-4755-8A0F-9EDA35081044}" dt="2025-12-15T11:06:47.561" v="100"/>
          <ac:spMkLst>
            <pc:docMk/>
            <pc:sldMk cId="1236693847" sldId="279"/>
            <ac:spMk id="2" creationId="{8356D667-D200-DB67-F89A-45E846019DE6}"/>
          </ac:spMkLst>
        </pc:spChg>
        <pc:spChg chg="mod">
          <ac:chgData name="Josef Remberger" userId="7497df3f-f8b8-4cfe-8089-9b4ad60d4715" providerId="ADAL" clId="{2091E683-9731-4755-8A0F-9EDA35081044}" dt="2025-12-15T11:05:23.644" v="3" actId="20577"/>
          <ac:spMkLst>
            <pc:docMk/>
            <pc:sldMk cId="1236693847" sldId="279"/>
            <ac:spMk id="6" creationId="{21833977-F30A-CA7B-4EAA-1C488E330C7C}"/>
          </ac:spMkLst>
        </pc:spChg>
      </pc:sldChg>
      <pc:sldMasterChg chg="delSp mod">
        <pc:chgData name="Josef Remberger" userId="7497df3f-f8b8-4cfe-8089-9b4ad60d4715" providerId="ADAL" clId="{2091E683-9731-4755-8A0F-9EDA35081044}" dt="2025-12-15T11:05:05.742" v="0" actId="478"/>
        <pc:sldMasterMkLst>
          <pc:docMk/>
          <pc:sldMasterMk cId="2653178425" sldId="2147483660"/>
        </pc:sldMasterMkLst>
        <pc:spChg chg="del">
          <ac:chgData name="Josef Remberger" userId="7497df3f-f8b8-4cfe-8089-9b4ad60d4715" providerId="ADAL" clId="{2091E683-9731-4755-8A0F-9EDA35081044}" dt="2025-12-15T11:05:05.742" v="0" actId="478"/>
          <ac:spMkLst>
            <pc:docMk/>
            <pc:sldMasterMk cId="2653178425" sldId="2147483660"/>
            <ac:spMk id="10" creationId="{29D1E917-6813-D282-C770-7DEAF2BEF5AE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el 5">
            <a:extLst>
              <a:ext uri="{FF2B5EF4-FFF2-40B4-BE49-F238E27FC236}">
                <a16:creationId xmlns:a16="http://schemas.microsoft.com/office/drawing/2014/main" id="{AB1D9243-8229-B9C4-A02A-5E63BE83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4BB005FA-39FA-12C8-DC2D-31A34076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9B9390C7-5C48-FF96-A176-8D62B689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1E447F1-4BB7-C0B9-2C90-8D55E0F3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3BFB0F-4CAD-8072-8ADC-EF6C3DD6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C9E1FA-B12A-4E64-A7FE-9F1D40FE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80E9DB-D8D6-DA40-1EB5-4B06D5A1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95B4E6-9537-C393-2824-68803935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65A59CEA-8229-C3ED-FBFD-CCD1C02C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124F5D1E-22CA-E4DD-FCEF-1893573E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938C9C93-276C-C0E0-AFDF-747E93327DC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2209E185-F596-9669-F702-B2893270DDC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7A61A0B5-1F7C-5B1E-20F7-A7C8176F2BF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F3CAB95-1F44-CAD3-DEA8-659A3642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6012D2-2050-E616-04BA-797D954E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A5647994-5BB7-1BCA-C59F-0492450D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9E45A9B0-40B3-EFC2-CB05-B97B489810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Josef Remberger / </a:t>
            </a:r>
            <a:r>
              <a:rPr lang="de-DE" sz="1200" dirty="0"/>
              <a:t>Vijay </a:t>
            </a:r>
            <a:r>
              <a:rPr lang="de-DE" sz="1200" dirty="0" err="1"/>
              <a:t>Simha</a:t>
            </a:r>
            <a:r>
              <a:rPr lang="de-DE" sz="1200" dirty="0"/>
              <a:t> Reddy </a:t>
            </a:r>
            <a:r>
              <a:rPr lang="de-DE" sz="1200" dirty="0" err="1"/>
              <a:t>Bogala</a:t>
            </a:r>
            <a:endParaRPr lang="de-DE" dirty="0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27F6A0BC-02A2-CB24-ADCD-401C7A1BFD3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40418C9-7AED-100D-419C-BBB50E260A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E3F55A80-916B-21A5-79EF-CD8D2A8465B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52DFF-4AD1-A52C-7641-43FDFE10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51579035-770D-D1E0-481F-7EC7808B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06C0D766-7156-7FFB-F366-587C2B63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4CD05D44-76D6-19C9-0A8C-F0CC29CE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4CBB5F11-BFCB-5A82-56D8-AE10EDD6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55F27C04-DA94-E49D-04AD-A0CFF6FA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B50C1D8-04E2-3F45-6CBA-77FD4E7E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C3D34F6A-4142-3632-2880-BD75E1EC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36E5149-F111-475F-F559-1243BB6A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EC6DC7B-0BF4-D23E-1CAE-9BF25160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22F1B93-DAED-25B4-688A-813C27CB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E5A38B90-6CF1-6378-301C-C521B76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FB5D0E-2AD2-E28A-9A21-04CC328B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06577CD-08F7-5720-DD92-E66C9DAE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5ADA321-F552-EF84-BBCA-5276BF5E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7ED8DAD-1C41-6A45-1981-E6949003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46E6D14-178F-CA24-0DC2-2367F8A7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C16A8A9D-45D2-FFEF-2144-D177479B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92027B-1712-E55F-EAC0-449C8038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F97A6E-B7EC-784A-0FAB-997AFAB4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6173F95-FB75-D38B-607D-9D080141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F582110-FBCF-A284-F7F3-5153108D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50A1E64-07A9-FF3E-75A3-E1507AE0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3ECC2B0-5444-541A-79FE-AFAFDD07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879B8D2-A613-93F1-ABC0-1661A58D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6A2BA56-9D07-DEBC-7468-34D8D03C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8643C59-8953-69F6-84A2-CBEC6317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935365-4DCE-29A2-A811-A676DF05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D7FCC3-9A60-9208-D0A8-4D74707A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1F12C05-B41A-F75E-6E17-2540906C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EF215B-2D49-F8EF-5C27-13A76648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6A5CA1-B3FC-B0E4-2865-E8B542EF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AAE0724-3D56-3DBB-40B5-077A4C02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761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Grid Code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6" r:id="rId2"/>
    <p:sldLayoutId id="2147483674" r:id="rId3"/>
    <p:sldLayoutId id="2147483685" r:id="rId4"/>
    <p:sldLayoutId id="2147483684" r:id="rId5"/>
    <p:sldLayoutId id="2147483688" r:id="rId6"/>
    <p:sldLayoutId id="2147483666" r:id="rId7"/>
    <p:sldLayoutId id="2147483689" r:id="rId8"/>
    <p:sldLayoutId id="2147483662" r:id="rId9"/>
    <p:sldLayoutId id="2147483690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399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de.gov.sy/sites/default/files/2025-07/Rules%20and%20Conditions%20for%20Connecting%20Renewable%20Energy%20Projects%20to%20the%20Transmission%20and%20Distribution%20Networks.pdf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524000" y="2492563"/>
            <a:ext cx="914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</a:t>
            </a:r>
            <a:r>
              <a:rPr lang="it-IT" sz="4000" dirty="0" err="1"/>
              <a:t>Grid</a:t>
            </a:r>
            <a:r>
              <a:rPr lang="it-IT" sz="4000" dirty="0"/>
              <a:t> Code Development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</a:t>
            </a:r>
            <a:r>
              <a:rPr lang="it-IT" sz="2000" dirty="0" err="1">
                <a:latin typeface="Aptos (Textkörper)"/>
              </a:rPr>
              <a:t>number</a:t>
            </a:r>
            <a:r>
              <a:rPr lang="it-IT" sz="2000" dirty="0">
                <a:latin typeface="Aptos (Textkörper)"/>
              </a:rPr>
              <a:t>: 12</a:t>
            </a:r>
          </a:p>
          <a:p>
            <a:pPr algn="ctr"/>
            <a:r>
              <a:rPr lang="it-IT" sz="2000" dirty="0">
                <a:latin typeface="Aptos (Textkörper)"/>
              </a:rPr>
              <a:t>Date: 16/12/2025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Dr.-Ing. </a:t>
            </a:r>
            <a:r>
              <a:rPr lang="it-IT" sz="2000" dirty="0" err="1"/>
              <a:t>Saiju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3C000AB-BF1C-5055-7B6C-B6CC03EBAE85}"/>
              </a:ext>
            </a:extLst>
          </p:cNvPr>
          <p:cNvSpPr txBox="1">
            <a:spLocks/>
          </p:cNvSpPr>
          <p:nvPr/>
        </p:nvSpPr>
        <p:spPr>
          <a:xfrm>
            <a:off x="3420429" y="4789634"/>
            <a:ext cx="5128821" cy="3317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sz="1400" dirty="0"/>
              <a:t>Vijay </a:t>
            </a:r>
            <a:r>
              <a:rPr lang="de-DE" sz="1400" dirty="0" err="1"/>
              <a:t>Simha</a:t>
            </a:r>
            <a:r>
              <a:rPr lang="de-DE" sz="1400" dirty="0"/>
              <a:t> Reddy </a:t>
            </a:r>
            <a:r>
              <a:rPr lang="de-DE" sz="1400" dirty="0" err="1"/>
              <a:t>Bogala</a:t>
            </a:r>
            <a:r>
              <a:rPr lang="de-DE" sz="1400" dirty="0"/>
              <a:t> / </a:t>
            </a:r>
            <a:r>
              <a:rPr lang="de-DE" dirty="0"/>
              <a:t>Josef Remberger 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8A5761-C58E-5FDF-F2C0-8788E28E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of results with </a:t>
            </a:r>
            <a:r>
              <a:rPr lang="en-US" dirty="0"/>
              <a:t>requirements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97233-25F0-AC70-89CB-32DC983F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F8E95-F853-D383-97C6-DACDAC8A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371BD-3289-37AA-010C-E60A7C4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5AD07-F640-5D0C-F7E5-7D452038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E1A2058-4380-3CA7-8F90-A22908A589DE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9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69788C-3D63-655C-B160-44D54064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Verification of results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98FF2E8-9003-14B1-C723-372819E3C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 turbine is connected to the grid at many situations of voltage drops and highs</a:t>
            </a:r>
          </a:p>
          <a:p>
            <a:pPr lvl="1"/>
            <a:r>
              <a:rPr lang="en-GB" dirty="0"/>
              <a:t>V = 0 x </a:t>
            </a:r>
            <a:r>
              <a:rPr lang="en-GB" dirty="0" err="1"/>
              <a:t>V_n</a:t>
            </a:r>
            <a:r>
              <a:rPr lang="en-GB" dirty="0"/>
              <a:t>, t = 100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0.20 x </a:t>
            </a:r>
            <a:r>
              <a:rPr lang="en-GB" dirty="0" err="1"/>
              <a:t>V_n</a:t>
            </a:r>
            <a:r>
              <a:rPr lang="en-GB" dirty="0"/>
              <a:t>, t = 500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0.8 x </a:t>
            </a:r>
            <a:r>
              <a:rPr lang="en-GB" dirty="0" err="1"/>
              <a:t>V_n</a:t>
            </a:r>
            <a:r>
              <a:rPr lang="en-GB" dirty="0"/>
              <a:t>, t = 1000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0.9 x </a:t>
            </a:r>
            <a:r>
              <a:rPr lang="en-GB" dirty="0" err="1"/>
              <a:t>V_n</a:t>
            </a:r>
            <a:r>
              <a:rPr lang="en-GB" dirty="0"/>
              <a:t>, t = 15,000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1.25 x </a:t>
            </a:r>
            <a:r>
              <a:rPr lang="en-GB" dirty="0" err="1"/>
              <a:t>V_n</a:t>
            </a:r>
            <a:r>
              <a:rPr lang="en-GB" dirty="0"/>
              <a:t>, t = 100 </a:t>
            </a:r>
            <a:r>
              <a:rPr lang="en-GB" dirty="0" err="1"/>
              <a:t>ms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1D73C-0798-D64A-65F8-347CE6F0278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34618D-9962-E5B2-2630-9F76D5D660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7B91BDE-CD1F-21C8-B76D-275F49DC50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30966" y="6216958"/>
            <a:ext cx="7014046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/>
              <a:t>Voltage and currents at 20% voltage drop, Source: own simulations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E64777-270B-BA9C-6314-17581151996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pic>
        <p:nvPicPr>
          <p:cNvPr id="11" name="Grafik 6">
            <a:extLst>
              <a:ext uri="{FF2B5EF4-FFF2-40B4-BE49-F238E27FC236}">
                <a16:creationId xmlns:a16="http://schemas.microsoft.com/office/drawing/2014/main" id="{A6101D2F-2396-9664-53EA-05F6725D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" b="67458"/>
          <a:stretch>
            <a:fillRect/>
          </a:stretch>
        </p:blipFill>
        <p:spPr>
          <a:xfrm>
            <a:off x="838200" y="4657550"/>
            <a:ext cx="5327228" cy="1230067"/>
          </a:xfrm>
          <a:prstGeom prst="rect">
            <a:avLst/>
          </a:prstGeom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5296755A-C5D0-AF01-7A15-AF876693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998" y="2250251"/>
            <a:ext cx="5327228" cy="3780000"/>
          </a:xfrm>
          <a:prstGeom prst="rect">
            <a:avLst/>
          </a:prstGeom>
        </p:spPr>
      </p:pic>
      <p:sp>
        <p:nvSpPr>
          <p:cNvPr id="2" name="Fußzeilenplatzhalter 7">
            <a:extLst>
              <a:ext uri="{FF2B5EF4-FFF2-40B4-BE49-F238E27FC236}">
                <a16:creationId xmlns:a16="http://schemas.microsoft.com/office/drawing/2014/main" id="{1109258C-3775-8003-1590-CB60644E6387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299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40-0564-D64A-B442-46757A57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47FD9D5-8E6D-86D3-7013-E9B50622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Verification of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75907A8-0C83-6B28-4A7E-238DE72CDE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>
                    <a:latin typeface="Aptos" panose="020B0004020202020204" pitchFamily="34" charset="0"/>
                    <a:sym typeface="Wingdings" panose="05000000000000000000" pitchFamily="2" charset="2"/>
                  </a:rPr>
                  <a:t>Short </a:t>
                </a:r>
                <a:r>
                  <a:rPr lang="de-DE" dirty="0" err="1">
                    <a:latin typeface="Aptos" panose="020B0004020202020204" pitchFamily="34" charset="0"/>
                    <a:sym typeface="Wingdings" panose="05000000000000000000" pitchFamily="2" charset="2"/>
                  </a:rPr>
                  <a:t>circuit</a:t>
                </a:r>
                <a:r>
                  <a:rPr lang="de-DE" dirty="0">
                    <a:latin typeface="Aptos" panose="020B0004020202020204" pitchFamily="34" charset="0"/>
                    <a:sym typeface="Wingdings" panose="05000000000000000000" pitchFamily="2" charset="2"/>
                  </a:rPr>
                  <a:t> power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</m:oMath>
                </a14:m>
                <a:endParaRPr lang="en-US" dirty="0">
                  <a:latin typeface="Aptos" panose="020B0004020202020204" pitchFamily="34" charset="0"/>
                  <a:sym typeface="Wingdings" panose="05000000000000000000" pitchFamily="2" charset="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([1] Syrian grid, 2012)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75907A8-0C83-6B28-4A7E-238DE72CD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3E73F0-578E-AE5E-9EF1-2239836CEDCB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64D554-76F9-1BE9-DF3B-E9E365CDB1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2E652ED-0774-846E-9591-C94A8F7451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Source: own simulations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4943F-CF8F-47C1-BE97-EF64C0C3914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pic>
        <p:nvPicPr>
          <p:cNvPr id="3" name="Grafik 9">
            <a:extLst>
              <a:ext uri="{FF2B5EF4-FFF2-40B4-BE49-F238E27FC236}">
                <a16:creationId xmlns:a16="http://schemas.microsoft.com/office/drawing/2014/main" id="{31C39C4F-B584-7E54-2755-9439E58B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33" b="69352"/>
          <a:stretch>
            <a:fillRect/>
          </a:stretch>
        </p:blipFill>
        <p:spPr>
          <a:xfrm>
            <a:off x="838200" y="3128925"/>
            <a:ext cx="5357327" cy="1158491"/>
          </a:xfrm>
          <a:prstGeom prst="rect">
            <a:avLst/>
          </a:prstGeom>
        </p:spPr>
      </p:pic>
      <p:pic>
        <p:nvPicPr>
          <p:cNvPr id="12" name="Grafik 13">
            <a:extLst>
              <a:ext uri="{FF2B5EF4-FFF2-40B4-BE49-F238E27FC236}">
                <a16:creationId xmlns:a16="http://schemas.microsoft.com/office/drawing/2014/main" id="{03FDCE34-D8BE-BE9F-810E-0BBC8417F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132" y="2186533"/>
            <a:ext cx="5355000" cy="3780000"/>
          </a:xfrm>
          <a:prstGeom prst="rect">
            <a:avLst/>
          </a:prstGeom>
        </p:spPr>
      </p:pic>
      <p:sp>
        <p:nvSpPr>
          <p:cNvPr id="2" name="Fußzeilenplatzhalter 7">
            <a:extLst>
              <a:ext uri="{FF2B5EF4-FFF2-40B4-BE49-F238E27FC236}">
                <a16:creationId xmlns:a16="http://schemas.microsoft.com/office/drawing/2014/main" id="{2938310E-1C78-3BE5-A657-0CDAAC535268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78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D2E0-A75E-B57A-B7DA-8BDE6FAB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AB045E5-58DC-29AF-471C-8FB5F76A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Verification of results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6F16D29-1F43-B31A-72F8-537F6B000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 turbine is connected to the grid at many situations of voltage drops and highs</a:t>
            </a:r>
          </a:p>
          <a:p>
            <a:pPr lvl="1"/>
            <a:r>
              <a:rPr lang="en-GB" dirty="0"/>
              <a:t>V = 0 x </a:t>
            </a:r>
            <a:r>
              <a:rPr lang="en-GB" dirty="0" err="1"/>
              <a:t>V_n</a:t>
            </a:r>
            <a:r>
              <a:rPr lang="en-GB" dirty="0"/>
              <a:t>, t = 100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0.20 x </a:t>
            </a:r>
            <a:r>
              <a:rPr lang="en-GB" dirty="0" err="1"/>
              <a:t>V_n</a:t>
            </a:r>
            <a:r>
              <a:rPr lang="en-GB" dirty="0"/>
              <a:t>, t = 500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0.8 x </a:t>
            </a:r>
            <a:r>
              <a:rPr lang="en-GB" dirty="0" err="1"/>
              <a:t>V_n</a:t>
            </a:r>
            <a:r>
              <a:rPr lang="en-GB" dirty="0"/>
              <a:t>, t = 1000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0.9 x </a:t>
            </a:r>
            <a:r>
              <a:rPr lang="en-GB" dirty="0" err="1"/>
              <a:t>V_n</a:t>
            </a:r>
            <a:r>
              <a:rPr lang="en-GB" dirty="0"/>
              <a:t>, t = 15,000 </a:t>
            </a:r>
            <a:r>
              <a:rPr lang="en-GB" dirty="0" err="1"/>
              <a:t>ms</a:t>
            </a:r>
            <a:endParaRPr lang="en-GB" dirty="0"/>
          </a:p>
          <a:p>
            <a:pPr lvl="1"/>
            <a:r>
              <a:rPr lang="en-GB" dirty="0"/>
              <a:t>V = 1.25 x </a:t>
            </a:r>
            <a:r>
              <a:rPr lang="en-GB" dirty="0" err="1"/>
              <a:t>V_n</a:t>
            </a:r>
            <a:r>
              <a:rPr lang="en-GB" dirty="0"/>
              <a:t>, t = 100 </a:t>
            </a:r>
            <a:r>
              <a:rPr lang="en-GB" dirty="0" err="1"/>
              <a:t>ms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3BCEFE-6101-2176-66AC-091637FBAC4A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6D45A3-AD75-B82F-2028-F440D8C770F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BD3EA2D-26FA-8980-E920-2015B3A0B2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Source: own simulations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833977-F30A-CA7B-4EAA-1C488E330C7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pic>
        <p:nvPicPr>
          <p:cNvPr id="11" name="Grafik 6">
            <a:extLst>
              <a:ext uri="{FF2B5EF4-FFF2-40B4-BE49-F238E27FC236}">
                <a16:creationId xmlns:a16="http://schemas.microsoft.com/office/drawing/2014/main" id="{BA7C77C9-A4BF-AC36-DB11-837F81E9E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" b="67458"/>
          <a:stretch>
            <a:fillRect/>
          </a:stretch>
        </p:blipFill>
        <p:spPr>
          <a:xfrm>
            <a:off x="838200" y="4657550"/>
            <a:ext cx="5327228" cy="1230067"/>
          </a:xfrm>
          <a:prstGeom prst="rect">
            <a:avLst/>
          </a:prstGeom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A8F396D3-3E31-4601-F94D-D8952CBD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998" y="2250251"/>
            <a:ext cx="5327228" cy="3780000"/>
          </a:xfrm>
          <a:prstGeom prst="rect">
            <a:avLst/>
          </a:prstGeom>
        </p:spPr>
      </p:pic>
      <p:sp>
        <p:nvSpPr>
          <p:cNvPr id="2" name="Fußzeilenplatzhalter 7">
            <a:extLst>
              <a:ext uri="{FF2B5EF4-FFF2-40B4-BE49-F238E27FC236}">
                <a16:creationId xmlns:a16="http://schemas.microsoft.com/office/drawing/2014/main" id="{8356D667-D200-DB67-F89A-45E846019DE6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69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Verification of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85DC6-2C04-8B1A-63C0-8A68E57F7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Frequency:  47.5 ≤ X ≥ 51.5 Hz</a:t>
            </a:r>
          </a:p>
          <a:p>
            <a:pPr marL="0" indent="0">
              <a:buNone/>
            </a:pPr>
            <a:r>
              <a:rPr lang="en-GB" dirty="0"/>
              <a:t>     </a:t>
            </a:r>
            <a:r>
              <a:rPr lang="en-GB" sz="1400" dirty="0"/>
              <a:t>([2] Syrian grid, 2014)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B33D075-9743-29B7-25AD-3FA080587CF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pic>
        <p:nvPicPr>
          <p:cNvPr id="6" name="Grafik 9">
            <a:extLst>
              <a:ext uri="{FF2B5EF4-FFF2-40B4-BE49-F238E27FC236}">
                <a16:creationId xmlns:a16="http://schemas.microsoft.com/office/drawing/2014/main" id="{C302A6F7-8048-E267-D2C4-583030DB2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48" r="-158" b="36646"/>
          <a:stretch>
            <a:fillRect/>
          </a:stretch>
        </p:blipFill>
        <p:spPr>
          <a:xfrm>
            <a:off x="838201" y="3428999"/>
            <a:ext cx="6114883" cy="1413590"/>
          </a:xfrm>
          <a:prstGeom prst="rect">
            <a:avLst/>
          </a:prstGeom>
        </p:spPr>
      </p:pic>
      <p:pic>
        <p:nvPicPr>
          <p:cNvPr id="9" name="Grafik 6">
            <a:extLst>
              <a:ext uri="{FF2B5EF4-FFF2-40B4-BE49-F238E27FC236}">
                <a16:creationId xmlns:a16="http://schemas.microsoft.com/office/drawing/2014/main" id="{8B30FB3C-C60E-2472-1393-C1AEF25F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26" r="1303" b="36568"/>
          <a:stretch>
            <a:fillRect/>
          </a:stretch>
        </p:blipFill>
        <p:spPr>
          <a:xfrm>
            <a:off x="5290732" y="1786810"/>
            <a:ext cx="6011749" cy="1413590"/>
          </a:xfrm>
          <a:prstGeom prst="rect">
            <a:avLst/>
          </a:prstGeom>
        </p:spPr>
      </p:pic>
      <p:pic>
        <p:nvPicPr>
          <p:cNvPr id="10" name="Grafik 6">
            <a:extLst>
              <a:ext uri="{FF2B5EF4-FFF2-40B4-BE49-F238E27FC236}">
                <a16:creationId xmlns:a16="http://schemas.microsoft.com/office/drawing/2014/main" id="{5236D50B-1666-C0F9-97AC-F1DBAFD2D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467" r="-666" b="35839"/>
          <a:stretch>
            <a:fillRect/>
          </a:stretch>
        </p:blipFill>
        <p:spPr>
          <a:xfrm>
            <a:off x="5615475" y="4865915"/>
            <a:ext cx="5394649" cy="1273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143735-E5C1-2876-5640-33E495B2A4F7}"/>
              </a:ext>
            </a:extLst>
          </p:cNvPr>
          <p:cNvSpPr txBox="1"/>
          <p:nvPr/>
        </p:nvSpPr>
        <p:spPr>
          <a:xfrm>
            <a:off x="838199" y="5073133"/>
            <a:ext cx="4676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Frequency graphs at different fault situations</a:t>
            </a:r>
          </a:p>
          <a:p>
            <a:r>
              <a:rPr lang="en-GB" sz="1400" dirty="0"/>
              <a:t>Source: own simulations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261EFD24-8327-4CD8-557D-1A7FA35F0B62}"/>
              </a:ext>
            </a:extLst>
          </p:cNvPr>
          <p:cNvSpPr txBox="1">
            <a:spLocks/>
          </p:cNvSpPr>
          <p:nvPr/>
        </p:nvSpPr>
        <p:spPr>
          <a:xfrm>
            <a:off x="749023" y="6216958"/>
            <a:ext cx="2248453" cy="309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[2]</a:t>
            </a:r>
          </a:p>
        </p:txBody>
      </p:sp>
      <p:sp>
        <p:nvSpPr>
          <p:cNvPr id="11" name="Fußzeilenplatzhalter 7">
            <a:extLst>
              <a:ext uri="{FF2B5EF4-FFF2-40B4-BE49-F238E27FC236}">
                <a16:creationId xmlns:a16="http://schemas.microsoft.com/office/drawing/2014/main" id="{C2E640AE-7891-D543-E65C-B574ADC4A45E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01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Verification of results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6B4E2CD-6889-FB6E-4E0F-16AF7E1D540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Code Development / Optimus Syria</a:t>
            </a:r>
          </a:p>
        </p:txBody>
      </p:sp>
      <p:pic>
        <p:nvPicPr>
          <p:cNvPr id="6" name="Grafik 9">
            <a:extLst>
              <a:ext uri="{FF2B5EF4-FFF2-40B4-BE49-F238E27FC236}">
                <a16:creationId xmlns:a16="http://schemas.microsoft.com/office/drawing/2014/main" id="{CC416758-2B9B-FB44-AAE1-F56574B21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687" y="1987419"/>
            <a:ext cx="4583748" cy="3206881"/>
          </a:xfrm>
          <a:prstGeom prst="rect">
            <a:avLst/>
          </a:prstGeom>
        </p:spPr>
      </p:pic>
      <p:pic>
        <p:nvPicPr>
          <p:cNvPr id="9" name="Grafik 7">
            <a:extLst>
              <a:ext uri="{FF2B5EF4-FFF2-40B4-BE49-F238E27FC236}">
                <a16:creationId xmlns:a16="http://schemas.microsoft.com/office/drawing/2014/main" id="{E30EC542-070A-50F4-1083-E89DCFBE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557" y="2407295"/>
            <a:ext cx="5029906" cy="3558720"/>
          </a:xfrm>
          <a:prstGeom prst="rect">
            <a:avLst/>
          </a:prstGeom>
        </p:spPr>
      </p:pic>
      <p:pic>
        <p:nvPicPr>
          <p:cNvPr id="10" name="Grafik 6">
            <a:extLst>
              <a:ext uri="{FF2B5EF4-FFF2-40B4-BE49-F238E27FC236}">
                <a16:creationId xmlns:a16="http://schemas.microsoft.com/office/drawing/2014/main" id="{14825027-5FF4-2649-3A55-CB39A59BEC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-253" r="-390" b="69274"/>
          <a:stretch>
            <a:fillRect/>
          </a:stretch>
        </p:blipFill>
        <p:spPr>
          <a:xfrm>
            <a:off x="5826985" y="1259146"/>
            <a:ext cx="5211715" cy="1141152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A67FB8FB-C4B1-8BFD-8B5F-F5EE73501B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22034" y="6011682"/>
            <a:ext cx="5211715" cy="309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/>
              <a:t>Reactive currents at 0 V, Source: own simulations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CFD13189-F109-996D-7265-7CD1C18FC7C2}"/>
              </a:ext>
            </a:extLst>
          </p:cNvPr>
          <p:cNvSpPr txBox="1">
            <a:spLocks/>
          </p:cNvSpPr>
          <p:nvPr/>
        </p:nvSpPr>
        <p:spPr>
          <a:xfrm>
            <a:off x="749023" y="6216958"/>
            <a:ext cx="2248453" cy="309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[2]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BCC365AB-E1F0-7009-30AD-043A5D6FF9EB}"/>
              </a:ext>
            </a:extLst>
          </p:cNvPr>
          <p:cNvSpPr txBox="1">
            <a:spLocks/>
          </p:cNvSpPr>
          <p:nvPr/>
        </p:nvSpPr>
        <p:spPr>
          <a:xfrm>
            <a:off x="1853147" y="5361650"/>
            <a:ext cx="2248453" cy="309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dirty="0"/>
              <a:t>[2] Syrian grid, 2014</a:t>
            </a:r>
          </a:p>
        </p:txBody>
      </p:sp>
      <p:sp>
        <p:nvSpPr>
          <p:cNvPr id="3" name="Fußzeilenplatzhalter 7">
            <a:extLst>
              <a:ext uri="{FF2B5EF4-FFF2-40B4-BE49-F238E27FC236}">
                <a16:creationId xmlns:a16="http://schemas.microsoft.com/office/drawing/2014/main" id="{1C49F879-1A0F-6E80-4593-AFD551ED594F}"/>
              </a:ext>
            </a:extLst>
          </p:cNvPr>
          <p:cNvSpPr txBox="1">
            <a:spLocks/>
          </p:cNvSpPr>
          <p:nvPr/>
        </p:nvSpPr>
        <p:spPr>
          <a:xfrm>
            <a:off x="4236977" y="6564112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Presented by: Vijay </a:t>
            </a:r>
            <a:r>
              <a:rPr lang="en-GB" dirty="0" err="1"/>
              <a:t>Bogala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39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Grid</a:t>
            </a:r>
            <a:r>
              <a:rPr lang="de-DE" dirty="0"/>
              <a:t> Code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>
              <a:defRPr/>
            </a:pPr>
            <a:r>
              <a:rPr lang="it-IT" dirty="0"/>
              <a:t>[1]</a:t>
            </a:r>
            <a:r>
              <a:rPr lang="en-US" dirty="0"/>
              <a:t> “Syrian Arab Republic Ministry of Electricity Public Establishment for Transmission &amp; Distribution of Electricity Interconnection Roles Rules and Conditions for Connecting Renewable Energy Projects to the Transmission and Distribution Networks,” 2022. Accessed: Oct. 27, 2025. [Online]. Available: </a:t>
            </a:r>
            <a:r>
              <a:rPr lang="en-US" dirty="0">
                <a:hlinkClick r:id="rId2"/>
              </a:rPr>
              <a:t>https://tde.gov.sy/sites/default/files/2025-07/Rules%20and%20Conditions%20for%20Connecting%20Renewable%20Energy%20Projects%20to%20the%20Transmission%20and%20Distribution%20Networks.pdf</a:t>
            </a:r>
            <a:endParaRPr lang="en-US" dirty="0"/>
          </a:p>
          <a:p>
            <a:pPr>
              <a:defRPr/>
            </a:pPr>
            <a:r>
              <a:rPr lang="it-IT" dirty="0"/>
              <a:t>[2] </a:t>
            </a:r>
            <a:r>
              <a:rPr lang="en-US" dirty="0"/>
              <a:t>SYRIAN ARAB REPUBLIC / Ministry of Electricity / PETE / Transmission Grid Code, 2014 (accessed Oct. 11, 2025)</a:t>
            </a:r>
            <a:endParaRPr lang="de-DE" dirty="0"/>
          </a:p>
          <a:p>
            <a:pPr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26D83DB4-11DF-4DC9-9AFB-FDB45DBDB9C4}" type="datetime1">
              <a:rPr lang="en-GB" smtClean="0"/>
              <a:t>15/12/2025</a:t>
            </a:fld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 dirty="0"/>
              <a:t>Grid 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CEFA"/>
        </a:solid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68A51B37-FCF8-4DA7-8EB2-E147F7651C42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82D5ED6C-B336-41F7-B28D-7D5A7A48C1A5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28E02D97-AE38-48C7-B7BB-E197184B716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Grid Code-Template Vijay Bogala</Template>
  <TotalTime>0</TotalTime>
  <Words>519</Words>
  <Application>Microsoft Office PowerPoint</Application>
  <PresentationFormat>Breitbild</PresentationFormat>
  <Paragraphs>70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8</vt:i4>
      </vt:variant>
    </vt:vector>
  </HeadingPairs>
  <TitlesOfParts>
    <vt:vector size="19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1_Office</vt:lpstr>
      <vt:lpstr>Benutzerdefiniertes Design</vt:lpstr>
      <vt:lpstr>PowerPoint-Präsentation</vt:lpstr>
      <vt:lpstr>List of contents</vt:lpstr>
      <vt:lpstr>1. Verification of results</vt:lpstr>
      <vt:lpstr>1. Verification of results</vt:lpstr>
      <vt:lpstr>1. Verification of results</vt:lpstr>
      <vt:lpstr>1. Verification of results</vt:lpstr>
      <vt:lpstr>1. Verification of results</vt:lpstr>
      <vt:lpstr>Bibliography – Grid Code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Vijay Bogala</dc:creator>
  <cp:lastModifiedBy>Josef Remberger</cp:lastModifiedBy>
  <cp:revision>1</cp:revision>
  <dcterms:created xsi:type="dcterms:W3CDTF">2025-12-15T00:20:41Z</dcterms:created>
  <dcterms:modified xsi:type="dcterms:W3CDTF">2025-12-15T11:06:59Z</dcterms:modified>
</cp:coreProperties>
</file>