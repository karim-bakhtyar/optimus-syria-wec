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3"/>
  </p:notesMasterIdLst>
  <p:sldIdLst>
    <p:sldId id="256" r:id="rId3"/>
    <p:sldId id="259" r:id="rId4"/>
    <p:sldId id="290" r:id="rId5"/>
    <p:sldId id="289" r:id="rId6"/>
    <p:sldId id="276" r:id="rId7"/>
    <p:sldId id="291" r:id="rId8"/>
    <p:sldId id="292" r:id="rId9"/>
    <p:sldId id="294" r:id="rId10"/>
    <p:sldId id="293" r:id="rId11"/>
    <p:sldId id="260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first slide" id="{EBA04D78-D1FF-49F4-BDD6-03EE135E606E}">
          <p14:sldIdLst>
            <p14:sldId id="256"/>
          </p14:sldIdLst>
        </p14:section>
        <p14:section name="text slide" id="{65043596-36B7-4360-BB5C-7A99EFAEC5C9}">
          <p14:sldIdLst>
            <p14:sldId id="259"/>
          </p14:sldIdLst>
        </p14:section>
        <p14:section name="graph slide" id="{B26F6679-C236-4D3D-BC2F-CAE5ED400718}">
          <p14:sldIdLst>
            <p14:sldId id="290"/>
            <p14:sldId id="289"/>
            <p14:sldId id="276"/>
            <p14:sldId id="291"/>
            <p14:sldId id="292"/>
            <p14:sldId id="294"/>
            <p14:sldId id="293"/>
          </p14:sldIdLst>
        </p14:section>
        <p14:section name="bibliography" id="{2ECB0A3B-7D16-4F98-AD6A-5308DF7BF078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AB6C1"/>
    <a:srgbClr val="FFFFFF"/>
    <a:srgbClr val="8ECEFA"/>
    <a:srgbClr val="92C6E6"/>
    <a:srgbClr val="80D2F7"/>
    <a:srgbClr val="7ED1F7"/>
    <a:srgbClr val="A1DFFD"/>
    <a:srgbClr val="C0F5FF"/>
    <a:srgbClr val="3C96FA"/>
    <a:srgbClr val="BDE5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4754" autoAdjust="0"/>
    <p:restoredTop sz="94660"/>
  </p:normalViewPr>
  <p:slideViewPr>
    <p:cSldViewPr snapToGrid="0">
      <p:cViewPr varScale="1">
        <p:scale>
          <a:sx n="78" d="100"/>
          <a:sy n="78" d="100"/>
        </p:scale>
        <p:origin x="1349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52B7C8-164C-4140-932B-122F288D33CD}" type="datetimeFigureOut">
              <a:rPr lang="en-GB" smtClean="0"/>
              <a:t>16/12/2025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23327E-A3FE-4279-B080-AD6DAF9EDC3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56791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23327E-A3FE-4279-B080-AD6DAF9EDC39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55244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23327E-A3FE-4279-B080-AD6DAF9EDC39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53386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60231E-5A67-3A7D-9899-E9C3D164C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556000-FC93-AF5B-725E-3B0F00E453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1AB7B2-B716-A1D9-3ECD-FE9CB36C25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1ED5D-D283-566F-3508-C5310D9541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23327E-A3FE-4279-B080-AD6DAF9EDC39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24730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4C545-ADA7-787D-6D7C-2C63B378A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B1A81B-C275-BE86-D6D6-F14BD32A9A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C1F224-9798-4EFB-9B22-9F6ED7FF88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9C80CE-72EA-0238-243D-FD70A6059B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23327E-A3FE-4279-B080-AD6DAF9EDC39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09168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8841A-68C1-E977-EF10-2F1370226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33C6E-A737-72C2-AA57-F437EC30BE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C0D82A-8C4C-1044-594E-580A10C113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BBD6B7-AC09-0DC6-468A-449328D325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A23327E-A3FE-4279-B080-AD6DAF9EDC39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31392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AF18C-5B6B-EA5D-C010-91984E5ED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5E1D18-8703-851A-1639-AA916C5B16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9A24A6-F7E9-A81D-A634-2DAF58546B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5958AC-9438-8EFC-CF34-2F2D4A328F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A23327E-A3FE-4279-B080-AD6DAF9EDC39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317725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D89E7-C996-FEB3-53F5-7AF1D7B2D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940169-1C5D-453E-6E44-29AA7A2706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6591B7-61AF-86A4-B24B-6835C028D4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FA4BB3-2DE1-835F-65D9-69EB5E298E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A23327E-A3FE-4279-B080-AD6DAF9EDC39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01923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5C1F2-6819-8207-675D-863180A69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CF6D5D-1820-EB52-2494-8D8B5D4DFB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CDDD9D-EB4F-4873-B7EB-9421A7E8F5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67A47F-55A1-4DDB-DA93-EBE8CC1ECD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A23327E-A3FE-4279-B080-AD6DAF9EDC39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98685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A7D5E-EC1D-CB17-ACD9-CA2152BEFF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7F400F-7385-6278-F6F6-84F834564E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AEF4A5-D8A5-17A3-72DC-35B22601BE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D058A6-FC44-A60A-BC34-8634FFA19B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A23327E-A3FE-4279-B080-AD6DAF9EDC39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042097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23327E-A3FE-4279-B080-AD6DAF9EDC39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4059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9CFF2-C4A0-C88B-1E9C-7E88513856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F93A8F-E2E3-B4BD-3B84-D178AF0ED9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D5BFD4-B46B-34FE-9A8B-9033E96DC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2582E-7652-4336-8F82-B8F78DEBE1E6}" type="datetime1">
              <a:rPr lang="en-GB" smtClean="0"/>
              <a:t>16/12/2025</a:t>
            </a:fld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F83137-53E8-FAAE-F427-32424D867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73579" y="6356350"/>
            <a:ext cx="403654" cy="365125"/>
          </a:xfrm>
        </p:spPr>
        <p:txBody>
          <a:bodyPr/>
          <a:lstStyle>
            <a:lvl1pPr>
              <a:defRPr sz="1600"/>
            </a:lvl1pPr>
          </a:lstStyle>
          <a:p>
            <a:fld id="{013F6232-4F06-48BA-8F69-BF531F607829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203395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93033-AA4A-D955-AE39-E7F2A40C8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38BDBB-4827-8B89-3EE0-5A3DD22172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EA4901-6338-2E30-CCE8-77FD13F59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1100E-89DB-4D21-B66A-B5E24FA59FB2}" type="datetime1">
              <a:rPr lang="en-GB" smtClean="0"/>
              <a:t>16/12/2025</a:t>
            </a:fld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6B5D97-094A-D8D8-0C4D-1DC08462E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9428" y="6349546"/>
            <a:ext cx="653143" cy="365125"/>
          </a:xfrm>
        </p:spPr>
        <p:txBody>
          <a:bodyPr/>
          <a:lstStyle/>
          <a:p>
            <a:fld id="{013F6232-4F06-48BA-8F69-BF531F60782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70134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90F5D-2977-B8B5-3FC5-DF3AE8740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47B5-0632-4013-2832-15D3D21A8C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1A4BC1-6A36-94FE-17CE-DFAD0BF1A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37878B-5315-4496-8D10-2F17543DB034}" type="datetime1">
              <a:rPr lang="en-GB" smtClean="0"/>
              <a:t>16/12/2025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D5FD8C-55CD-AD30-1E91-60750BCCD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5A2AD0-0D56-CC63-D932-D1C61C778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F6232-4F06-48BA-8F69-BF531F60782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9486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013920-E451-6E8D-B0CB-C3FB9C0F7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CFBA5-B73E-6B89-322D-7C32A35A12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BF8199-371A-141A-1CD7-D551EEEFDF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63C60A-FE48-2910-84A1-612B23A78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EA969-CEB0-4E87-8DDD-72161074DF01}" type="datetime1">
              <a:rPr lang="en-GB" smtClean="0"/>
              <a:t>16/12/2025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BC67CE-6F73-71D9-BF0B-18A7CD945C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580765-E2ED-A6A2-9401-8425BFA02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F6232-4F06-48BA-8F69-BF531F60782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57548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BF7B7-87CF-1A3E-E33E-44DC6E015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B21B8D-C5F5-5242-4069-B1546B4BC0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4D26CD-98BD-17E2-BE55-DBB74BBC64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3B8D60-279E-D76A-9222-12B704BAEB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1AF34B-F683-41AD-C71C-8E8C66CC4C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9696258-07C0-0BF2-CA2A-156B572B5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5A96A-71C8-435E-B03B-275B6E0D4AB2}" type="datetime1">
              <a:rPr lang="en-GB" smtClean="0"/>
              <a:t>16/12/2025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B07D047-C31B-4C8F-E0B3-75014FF62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84742A-6F5B-071B-E0EA-980402529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F6232-4F06-48BA-8F69-BF531F60782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81019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7C287-18A0-EB82-8A27-F94CA3880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2CDD78-FBCD-76B9-2CA1-031942F219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2E411-883A-45F0-8C4F-B0FE2C65FB28}" type="datetime1">
              <a:rPr lang="en-GB" smtClean="0"/>
              <a:t>16/12/2025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8218E7-E787-22C8-B531-FFEC9002A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876BDA-2FCA-9763-2EA1-4033A5600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F6232-4F06-48BA-8F69-BF531F60782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6705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F0FDB8F-73D7-2EBC-A62D-4DC737946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6F6F48-3B55-4945-B23D-B0C51AFE28E6}" type="datetime1">
              <a:rPr lang="en-GB" smtClean="0"/>
              <a:t>16/12/2025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D8D704-B4F5-F739-D1FA-65F2302BC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C7751D-0392-D26F-33B1-9B05704F8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F6232-4F06-48BA-8F69-BF531F60782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42798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4D20E-7D43-D4CD-1058-46300B8EE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6584A-B476-0EA1-C12B-07C273F70E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694232-1597-B186-D108-397BCF214D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3685DB-F13A-97BE-F448-1741607973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09ACC-63FA-4EE9-AE4D-ECCDA5B91432}" type="datetime1">
              <a:rPr lang="en-GB" smtClean="0"/>
              <a:t>16/12/2025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70ACE2-CF77-9AC4-52EF-82FBD40BB6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60D674-CAD3-59F8-9DF5-CA4D8E7A0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F6232-4F06-48BA-8F69-BF531F60782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79824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2DC87-27CE-5A07-9629-719DC91DE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F65E744-3606-1D16-E7B2-58DAFC3E88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A9C703-BF20-85AF-358A-01ADED33CF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4AE937-083F-51CA-E382-30FE9BEB0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8D1FE4-6F4F-4845-8022-15597911E7C2}" type="datetime1">
              <a:rPr lang="en-GB" smtClean="0"/>
              <a:t>16/12/2025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F255A-C1CC-7A32-A0B3-4283D85836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76C013-C03F-024A-D0F4-FF67E6709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F6232-4F06-48BA-8F69-BF531F60782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63175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F44B09-72C5-4D15-0E4C-46764EB8C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B470E9-1D3C-D5B3-7A54-66BD900997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516D05-728D-ACC9-D7EA-DC9D73300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4C014-E638-4D69-B7E7-9E0555AE7620}" type="datetime1">
              <a:rPr lang="en-GB" smtClean="0"/>
              <a:t>16/12/2025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74FC10-CEAF-B332-2960-AABF9CE254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6ED6E7-B58D-A523-935C-4B108C943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F6232-4F06-48BA-8F69-BF531F60782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87582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368A110-A33F-744D-89CB-FFCF49E08A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B6FACB-31E5-361F-D71D-18FCBA5503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A399A6-3C5A-016E-2F7E-AE842F8D7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5F2F9-D101-4F42-A846-5D94E4802AD7}" type="datetime1">
              <a:rPr lang="en-GB" smtClean="0"/>
              <a:t>16/12/2025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6242F9-DB70-E4F8-D075-6A9051875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EFAB33-4759-572E-2291-D19531D81F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F6232-4F06-48BA-8F69-BF531F60782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14601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EAEF21-84C8-586D-C38F-81DE3F931C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13036B-E08D-B4B8-69CB-C42176842B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93DB72-09E0-8BDF-14B4-4FA2820C1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D3EC99-01D5-4EE5-ACB1-C061987EA0AA}" type="datetimeFigureOut">
              <a:rPr lang="en-GB" smtClean="0"/>
              <a:t>16/12/2025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1F2740-59F3-8354-CF52-53337A807A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0C06A1-E2ED-D4C3-86B0-3C9724093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6457B-11B5-4397-9456-911FAE9FD3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85083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8E779-A5CF-33E3-89F5-B43337C27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9D232-4F34-AEFC-AFD0-741DABBA5F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F2E77-D5DF-1D17-C854-897B9DD3B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D3EC99-01D5-4EE5-ACB1-C061987EA0AA}" type="datetimeFigureOut">
              <a:rPr lang="en-GB" smtClean="0"/>
              <a:t>16/12/2025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3614D6-F2CE-1582-32E1-94A59C7A8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27D5C-0D68-9101-A36C-9187E79BB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6457B-11B5-4397-9456-911FAE9FD3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63929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58CC5-208E-4B47-6CAD-E29FCCC39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B79405-6B60-96C3-7F85-CE10C28770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ECBA10-7C40-29AA-A669-FC240702E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D3EC99-01D5-4EE5-ACB1-C061987EA0AA}" type="datetimeFigureOut">
              <a:rPr lang="en-GB" smtClean="0"/>
              <a:t>16/12/2025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999825-A403-E91C-FFA8-F874E991D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CCBFE7-28C4-5DF1-911F-E0B622EAA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6457B-11B5-4397-9456-911FAE9FD3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221988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9B7720-A6A0-DF50-E2F8-F9527E23D1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86D186-8E32-BEAD-C81B-DE65895FD5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E57542-2B68-1767-C023-57D111E4E8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85A417-9018-30E4-0A47-8170AD7D2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D3EC99-01D5-4EE5-ACB1-C061987EA0AA}" type="datetimeFigureOut">
              <a:rPr lang="en-GB" smtClean="0"/>
              <a:t>16/12/2025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7AF8F7-6A80-4F6A-4E5F-660537A251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AD3418-4BA9-CD34-AE32-0EF416780F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6457B-11B5-4397-9456-911FAE9FD3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0366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7908D8-A3B6-96B0-A29C-1B8262BE5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905487-0425-138F-F9A2-0872272282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3BCB02-5AB4-A5E9-0917-4B9DD049B7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A50C77-85F2-0754-8AD9-7A5A4AEF65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3DDF01-B6D2-31ED-A641-114B1A0ADB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1FCA1D-B4D0-56C6-A678-3E0624361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D3EC99-01D5-4EE5-ACB1-C061987EA0AA}" type="datetimeFigureOut">
              <a:rPr lang="en-GB" smtClean="0"/>
              <a:t>16/12/2025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0E1DB4-3501-792C-CAF9-4235B2E91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DD0757-7BFA-7895-D03C-767D64050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6457B-11B5-4397-9456-911FAE9FD3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731796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62EA9-258F-B5EB-624D-2EFA68C41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148340-45BA-0901-1551-9D9DAFF07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D3EC99-01D5-4EE5-ACB1-C061987EA0AA}" type="datetimeFigureOut">
              <a:rPr lang="en-GB" smtClean="0"/>
              <a:t>16/12/2025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42F2D2-B0BF-4202-0381-8243671BB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F6687B-3FE7-76CE-1134-2B3A5D187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6457B-11B5-4397-9456-911FAE9FD3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762813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B9E6C1-24CC-682A-8886-999E9A21F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D3EC99-01D5-4EE5-ACB1-C061987EA0AA}" type="datetimeFigureOut">
              <a:rPr lang="en-GB" smtClean="0"/>
              <a:t>16/12/2025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B275448-9567-EFBD-FC78-2B80C2BDF3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E95C70-5A8D-518E-49A4-1BE453853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6457B-11B5-4397-9456-911FAE9FD3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801574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520AB-BD7C-3FEC-DC53-91B047807E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EFA408-CFF5-5EB0-4399-BB87E6CF02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736F81-445C-5EF6-6E32-68D1E9C1C9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A08E69-7027-0F17-B524-CD221B586F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D3EC99-01D5-4EE5-ACB1-C061987EA0AA}" type="datetimeFigureOut">
              <a:rPr lang="en-GB" smtClean="0"/>
              <a:t>16/12/2025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145A00-EFDD-31BA-C55F-26A6CC902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1ACCAF-2E21-16F5-1C68-06D177E12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6457B-11B5-4397-9456-911FAE9FD3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47333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EA28B-29EC-E505-5884-CB4B1C6FD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425986-DCF9-FBB5-39AD-D04792C653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1AEB0E-C7EC-4F26-009D-409178E43F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4AB446-5A6F-5112-F417-65A55A0DC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D3EC99-01D5-4EE5-ACB1-C061987EA0AA}" type="datetimeFigureOut">
              <a:rPr lang="en-GB" smtClean="0"/>
              <a:t>16/12/2025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42D12D-03AA-1A0A-4595-8E0638173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CB350E-16AC-3E65-1704-09F648ABB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6457B-11B5-4397-9456-911FAE9FD3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764417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C8C89-C725-395E-E708-BEF95E19C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1E4975-013E-CB40-86C9-4D346B73C9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A6C674-4D68-9DAC-8E93-7EB627FCC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D3EC99-01D5-4EE5-ACB1-C061987EA0AA}" type="datetimeFigureOut">
              <a:rPr lang="en-GB" smtClean="0"/>
              <a:t>16/12/2025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CC36B8-CAAE-BDC6-8DF5-9451A698F1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6750A4-9B92-8DB3-B407-A8A74CEA4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6457B-11B5-4397-9456-911FAE9FD3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780521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9A6511-7D12-4461-0A24-9B3134C2C7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5222EB-F23C-083B-09C9-48B924AC7F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A908F9-D1F7-F94A-CA98-198F714C5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D3EC99-01D5-4EE5-ACB1-C061987EA0AA}" type="datetimeFigureOut">
              <a:rPr lang="en-GB" smtClean="0"/>
              <a:t>16/12/2025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D1FCF1-AD09-ED98-9C1F-DDCABBE25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63C831-E5D1-B4E6-5F4E-FB9FFB5D9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6457B-11B5-4397-9456-911FAE9FD3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64253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A75E23-C68E-95B1-6539-4A187BBC4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6B4C36-B64B-F839-789E-0C40D5E60E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D593D3-E60D-CF97-AC8A-2B02D933B0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516A2C-1914-4EE9-9598-2A06F9BE67BF}" type="datetime1">
              <a:rPr lang="en-GB" smtClean="0"/>
              <a:t>16/12/2025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64827E-F028-4C94-EB63-600BCABCD1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B8DD39-3F07-862A-3C91-AC52452918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3F6232-4F06-48BA-8F69-BF531F60782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5077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324F72-DEC3-C328-E288-A7FC5B1D5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7096B6-F39D-5D3A-895A-1CE61CD3F6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0726E2-FBE9-5D75-A698-6FD0ED0970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D3EC99-01D5-4EE5-ACB1-C061987EA0AA}" type="datetimeFigureOut">
              <a:rPr lang="en-GB" smtClean="0"/>
              <a:t>16/12/2025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5CAFA2-68FA-9BA2-4F27-A8680F5079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A027B2-667B-4034-930B-AB076347AC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26457B-11B5-4397-9456-911FAE9FD3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4817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47672-3CC8-A3D9-5404-84F2B78B62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2841" y="2206093"/>
            <a:ext cx="9144000" cy="912598"/>
          </a:xfrm>
        </p:spPr>
        <p:txBody>
          <a:bodyPr>
            <a:noAutofit/>
          </a:bodyPr>
          <a:lstStyle/>
          <a:p>
            <a:r>
              <a:rPr lang="it-IT" sz="4400" dirty="0"/>
              <a:t>Weekly report: Load &amp; Dynamics</a:t>
            </a:r>
            <a:endParaRPr lang="en-GB" sz="4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7A63BB-08BE-619B-2533-3CC69CC19E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29000"/>
            <a:ext cx="9144000" cy="1795324"/>
          </a:xfrm>
        </p:spPr>
        <p:txBody>
          <a:bodyPr>
            <a:normAutofit/>
          </a:bodyPr>
          <a:lstStyle/>
          <a:p>
            <a:r>
              <a:rPr lang="it-IT" sz="2000" dirty="0"/>
              <a:t>Week number: 12</a:t>
            </a:r>
          </a:p>
          <a:p>
            <a:r>
              <a:rPr lang="it-IT" sz="2000" dirty="0"/>
              <a:t>Date: 16/12/2025</a:t>
            </a:r>
          </a:p>
          <a:p>
            <a:r>
              <a:rPr lang="it-IT" sz="2000" dirty="0"/>
              <a:t>Supervisor: Mr. </a:t>
            </a:r>
            <a:r>
              <a:rPr lang="en-US" sz="2000" dirty="0" err="1"/>
              <a:t>Manjock</a:t>
            </a:r>
            <a:endParaRPr lang="en-GB" sz="2000" dirty="0"/>
          </a:p>
        </p:txBody>
      </p:sp>
      <p:pic>
        <p:nvPicPr>
          <p:cNvPr id="8" name="Picture 8" descr="Hochschule Flensburg (Fachhochschule) – Wikipedia">
            <a:extLst>
              <a:ext uri="{FF2B5EF4-FFF2-40B4-BE49-F238E27FC236}">
                <a16:creationId xmlns:a16="http://schemas.microsoft.com/office/drawing/2014/main" id="{E88D30C2-B846-594F-69A8-55F5538046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70439" y="264131"/>
            <a:ext cx="2518129" cy="1672124"/>
          </a:xfrm>
          <a:custGeom>
            <a:avLst/>
            <a:gdLst/>
            <a:ahLst/>
            <a:cxnLst/>
            <a:rect l="l" t="t" r="r" b="b"/>
            <a:pathLst>
              <a:path w="2028107" h="1916009">
                <a:moveTo>
                  <a:pt x="35370" y="0"/>
                </a:moveTo>
                <a:lnTo>
                  <a:pt x="1992737" y="0"/>
                </a:lnTo>
                <a:cubicBezTo>
                  <a:pt x="2012271" y="0"/>
                  <a:pt x="2028107" y="15836"/>
                  <a:pt x="2028107" y="35370"/>
                </a:cubicBezTo>
                <a:lnTo>
                  <a:pt x="2028107" y="1880639"/>
                </a:lnTo>
                <a:cubicBezTo>
                  <a:pt x="2028107" y="1900173"/>
                  <a:pt x="2012271" y="1916009"/>
                  <a:pt x="1992737" y="1916009"/>
                </a:cubicBezTo>
                <a:lnTo>
                  <a:pt x="35370" y="1916009"/>
                </a:lnTo>
                <a:cubicBezTo>
                  <a:pt x="15836" y="1916009"/>
                  <a:pt x="0" y="1900173"/>
                  <a:pt x="0" y="1880639"/>
                </a:cubicBezTo>
                <a:lnTo>
                  <a:pt x="0" y="35370"/>
                </a:lnTo>
                <a:cubicBezTo>
                  <a:pt x="0" y="15836"/>
                  <a:pt x="15836" y="0"/>
                  <a:pt x="35370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4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EE7EEC8C-633A-AEB3-3E8A-978E3C75A1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445647" y="719916"/>
            <a:ext cx="3586922" cy="1040207"/>
          </a:xfrm>
          <a:custGeom>
            <a:avLst/>
            <a:gdLst/>
            <a:ahLst/>
            <a:cxnLst/>
            <a:rect l="l" t="t" r="r" b="b"/>
            <a:pathLst>
              <a:path w="2028107" h="1916009">
                <a:moveTo>
                  <a:pt x="35370" y="0"/>
                </a:moveTo>
                <a:lnTo>
                  <a:pt x="1992737" y="0"/>
                </a:lnTo>
                <a:cubicBezTo>
                  <a:pt x="2012271" y="0"/>
                  <a:pt x="2028107" y="15836"/>
                  <a:pt x="2028107" y="35370"/>
                </a:cubicBezTo>
                <a:lnTo>
                  <a:pt x="2028107" y="1880639"/>
                </a:lnTo>
                <a:cubicBezTo>
                  <a:pt x="2028107" y="1900173"/>
                  <a:pt x="2012271" y="1916009"/>
                  <a:pt x="1992737" y="1916009"/>
                </a:cubicBezTo>
                <a:lnTo>
                  <a:pt x="35370" y="1916009"/>
                </a:lnTo>
                <a:cubicBezTo>
                  <a:pt x="15836" y="1916009"/>
                  <a:pt x="0" y="1900173"/>
                  <a:pt x="0" y="1880639"/>
                </a:cubicBezTo>
                <a:lnTo>
                  <a:pt x="0" y="35370"/>
                </a:lnTo>
                <a:cubicBezTo>
                  <a:pt x="0" y="15836"/>
                  <a:pt x="15836" y="0"/>
                  <a:pt x="35370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D13120F1-DE8B-A6AA-A1D5-19926A98F0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25103" y="243054"/>
            <a:ext cx="3684008" cy="1703223"/>
          </a:xfrm>
          <a:prstGeom prst="rect">
            <a:avLst/>
          </a:prstGeom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132D16E5-6BE7-8FC8-CFB3-81C918BB45F1}"/>
              </a:ext>
            </a:extLst>
          </p:cNvPr>
          <p:cNvSpPr txBox="1"/>
          <p:nvPr/>
        </p:nvSpPr>
        <p:spPr>
          <a:xfrm>
            <a:off x="2172911" y="4701104"/>
            <a:ext cx="737067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/>
              <a:t>Group members:  </a:t>
            </a:r>
            <a:r>
              <a:rPr lang="en-US" sz="1400" dirty="0"/>
              <a:t>Md Aman, Arham Memon, Paresh </a:t>
            </a:r>
            <a:r>
              <a:rPr lang="en-US" sz="1400" dirty="0" err="1"/>
              <a:t>Nakum</a:t>
            </a:r>
            <a:endParaRPr lang="en-US" sz="1400" dirty="0"/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Presenter  – Arham Memon</a:t>
            </a:r>
          </a:p>
          <a:p>
            <a:pPr algn="ctr"/>
            <a:endParaRPr lang="en-US" sz="1400" dirty="0"/>
          </a:p>
        </p:txBody>
      </p:sp>
      <p:sp>
        <p:nvSpPr>
          <p:cNvPr id="34" name="Free-form: Shape 13">
            <a:extLst>
              <a:ext uri="{FF2B5EF4-FFF2-40B4-BE49-F238E27FC236}">
                <a16:creationId xmlns:a16="http://schemas.microsoft.com/office/drawing/2014/main" id="{44C88E41-E5B3-0D11-A4D3-711DA18380C9}"/>
              </a:ext>
            </a:extLst>
          </p:cNvPr>
          <p:cNvSpPr/>
          <p:nvPr/>
        </p:nvSpPr>
        <p:spPr>
          <a:xfrm>
            <a:off x="0" y="5526425"/>
            <a:ext cx="12218376" cy="728256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8414099 w 9478107"/>
              <a:gd name="connsiteY4" fmla="*/ 797823 h 1273677"/>
              <a:gd name="connsiteX5" fmla="*/ 9478107 w 9478107"/>
              <a:gd name="connsiteY5" fmla="*/ 350485 h 1273677"/>
              <a:gd name="connsiteX6" fmla="*/ 9469315 w 9478107"/>
              <a:gd name="connsiteY6" fmla="*/ 1256093 h 1273677"/>
              <a:gd name="connsiteX7" fmla="*/ 7253653 w 9478107"/>
              <a:gd name="connsiteY7" fmla="*/ 1247300 h 1273677"/>
              <a:gd name="connsiteX8" fmla="*/ 4826976 w 9478107"/>
              <a:gd name="connsiteY8" fmla="*/ 1273677 h 1273677"/>
              <a:gd name="connsiteX9" fmla="*/ 2751992 w 9478107"/>
              <a:gd name="connsiteY9" fmla="*/ 1264885 h 1273677"/>
              <a:gd name="connsiteX10" fmla="*/ 0 w 9478107"/>
              <a:gd name="connsiteY10" fmla="*/ 1212131 h 1273677"/>
              <a:gd name="connsiteX11" fmla="*/ 8792 w 9478107"/>
              <a:gd name="connsiteY11" fmla="*/ 350485 h 1273677"/>
              <a:gd name="connsiteX0" fmla="*/ 8792 w 9478107"/>
              <a:gd name="connsiteY0" fmla="*/ 463370 h 1386562"/>
              <a:gd name="connsiteX1" fmla="*/ 2057399 w 9478107"/>
              <a:gd name="connsiteY1" fmla="*/ 419408 h 1386562"/>
              <a:gd name="connsiteX2" fmla="*/ 4457699 w 9478107"/>
              <a:gd name="connsiteY2" fmla="*/ 489747 h 1386562"/>
              <a:gd name="connsiteX3" fmla="*/ 7009426 w 9478107"/>
              <a:gd name="connsiteY3" fmla="*/ 98357 h 1386562"/>
              <a:gd name="connsiteX4" fmla="*/ 8414099 w 9478107"/>
              <a:gd name="connsiteY4" fmla="*/ 910708 h 1386562"/>
              <a:gd name="connsiteX5" fmla="*/ 9478107 w 9478107"/>
              <a:gd name="connsiteY5" fmla="*/ 463370 h 1386562"/>
              <a:gd name="connsiteX6" fmla="*/ 9469315 w 9478107"/>
              <a:gd name="connsiteY6" fmla="*/ 1368978 h 1386562"/>
              <a:gd name="connsiteX7" fmla="*/ 7253653 w 9478107"/>
              <a:gd name="connsiteY7" fmla="*/ 1360185 h 1386562"/>
              <a:gd name="connsiteX8" fmla="*/ 4826976 w 9478107"/>
              <a:gd name="connsiteY8" fmla="*/ 1386562 h 1386562"/>
              <a:gd name="connsiteX9" fmla="*/ 2751992 w 9478107"/>
              <a:gd name="connsiteY9" fmla="*/ 1377770 h 1386562"/>
              <a:gd name="connsiteX10" fmla="*/ 0 w 9478107"/>
              <a:gd name="connsiteY10" fmla="*/ 1325016 h 1386562"/>
              <a:gd name="connsiteX11" fmla="*/ 8792 w 9478107"/>
              <a:gd name="connsiteY11" fmla="*/ 463370 h 1386562"/>
              <a:gd name="connsiteX0" fmla="*/ 8792 w 9478107"/>
              <a:gd name="connsiteY0" fmla="*/ 463370 h 1386562"/>
              <a:gd name="connsiteX1" fmla="*/ 2057399 w 9478107"/>
              <a:gd name="connsiteY1" fmla="*/ 419408 h 1386562"/>
              <a:gd name="connsiteX2" fmla="*/ 4457699 w 9478107"/>
              <a:gd name="connsiteY2" fmla="*/ 489747 h 1386562"/>
              <a:gd name="connsiteX3" fmla="*/ 7009426 w 9478107"/>
              <a:gd name="connsiteY3" fmla="*/ 98357 h 1386562"/>
              <a:gd name="connsiteX4" fmla="*/ 8414099 w 9478107"/>
              <a:gd name="connsiteY4" fmla="*/ 910708 h 1386562"/>
              <a:gd name="connsiteX5" fmla="*/ 9478107 w 9478107"/>
              <a:gd name="connsiteY5" fmla="*/ 463370 h 1386562"/>
              <a:gd name="connsiteX6" fmla="*/ 9469315 w 9478107"/>
              <a:gd name="connsiteY6" fmla="*/ 1368978 h 1386562"/>
              <a:gd name="connsiteX7" fmla="*/ 7253653 w 9478107"/>
              <a:gd name="connsiteY7" fmla="*/ 1360185 h 1386562"/>
              <a:gd name="connsiteX8" fmla="*/ 4826976 w 9478107"/>
              <a:gd name="connsiteY8" fmla="*/ 1386562 h 1386562"/>
              <a:gd name="connsiteX9" fmla="*/ 2751992 w 9478107"/>
              <a:gd name="connsiteY9" fmla="*/ 1377770 h 1386562"/>
              <a:gd name="connsiteX10" fmla="*/ 0 w 9478107"/>
              <a:gd name="connsiteY10" fmla="*/ 1325016 h 1386562"/>
              <a:gd name="connsiteX11" fmla="*/ 8792 w 9478107"/>
              <a:gd name="connsiteY11" fmla="*/ 463370 h 1386562"/>
              <a:gd name="connsiteX0" fmla="*/ 8792 w 9498612"/>
              <a:gd name="connsiteY0" fmla="*/ 463370 h 1386562"/>
              <a:gd name="connsiteX1" fmla="*/ 2057399 w 9498612"/>
              <a:gd name="connsiteY1" fmla="*/ 419408 h 1386562"/>
              <a:gd name="connsiteX2" fmla="*/ 4457699 w 9498612"/>
              <a:gd name="connsiteY2" fmla="*/ 489747 h 1386562"/>
              <a:gd name="connsiteX3" fmla="*/ 7009426 w 9498612"/>
              <a:gd name="connsiteY3" fmla="*/ 98357 h 1386562"/>
              <a:gd name="connsiteX4" fmla="*/ 8414099 w 9498612"/>
              <a:gd name="connsiteY4" fmla="*/ 910708 h 1386562"/>
              <a:gd name="connsiteX5" fmla="*/ 9498612 w 9498612"/>
              <a:gd name="connsiteY5" fmla="*/ 200892 h 1386562"/>
              <a:gd name="connsiteX6" fmla="*/ 9469315 w 9498612"/>
              <a:gd name="connsiteY6" fmla="*/ 1368978 h 1386562"/>
              <a:gd name="connsiteX7" fmla="*/ 7253653 w 9498612"/>
              <a:gd name="connsiteY7" fmla="*/ 1360185 h 1386562"/>
              <a:gd name="connsiteX8" fmla="*/ 4826976 w 9498612"/>
              <a:gd name="connsiteY8" fmla="*/ 1386562 h 1386562"/>
              <a:gd name="connsiteX9" fmla="*/ 2751992 w 9498612"/>
              <a:gd name="connsiteY9" fmla="*/ 1377770 h 1386562"/>
              <a:gd name="connsiteX10" fmla="*/ 0 w 9498612"/>
              <a:gd name="connsiteY10" fmla="*/ 1325016 h 1386562"/>
              <a:gd name="connsiteX11" fmla="*/ 8792 w 9498612"/>
              <a:gd name="connsiteY11" fmla="*/ 463370 h 1386562"/>
              <a:gd name="connsiteX0" fmla="*/ 8792 w 9498612"/>
              <a:gd name="connsiteY0" fmla="*/ 444298 h 1367490"/>
              <a:gd name="connsiteX1" fmla="*/ 2057399 w 9498612"/>
              <a:gd name="connsiteY1" fmla="*/ 400336 h 1367490"/>
              <a:gd name="connsiteX2" fmla="*/ 4320995 w 9498612"/>
              <a:gd name="connsiteY2" fmla="*/ 695656 h 1367490"/>
              <a:gd name="connsiteX3" fmla="*/ 7009426 w 9498612"/>
              <a:gd name="connsiteY3" fmla="*/ 79285 h 1367490"/>
              <a:gd name="connsiteX4" fmla="*/ 8414099 w 9498612"/>
              <a:gd name="connsiteY4" fmla="*/ 891636 h 1367490"/>
              <a:gd name="connsiteX5" fmla="*/ 9498612 w 9498612"/>
              <a:gd name="connsiteY5" fmla="*/ 181820 h 1367490"/>
              <a:gd name="connsiteX6" fmla="*/ 9469315 w 9498612"/>
              <a:gd name="connsiteY6" fmla="*/ 1349906 h 1367490"/>
              <a:gd name="connsiteX7" fmla="*/ 7253653 w 9498612"/>
              <a:gd name="connsiteY7" fmla="*/ 1341113 h 1367490"/>
              <a:gd name="connsiteX8" fmla="*/ 4826976 w 9498612"/>
              <a:gd name="connsiteY8" fmla="*/ 1367490 h 1367490"/>
              <a:gd name="connsiteX9" fmla="*/ 2751992 w 9498612"/>
              <a:gd name="connsiteY9" fmla="*/ 1358698 h 1367490"/>
              <a:gd name="connsiteX10" fmla="*/ 0 w 9498612"/>
              <a:gd name="connsiteY10" fmla="*/ 1305944 h 1367490"/>
              <a:gd name="connsiteX11" fmla="*/ 8792 w 9498612"/>
              <a:gd name="connsiteY11" fmla="*/ 444298 h 1367490"/>
              <a:gd name="connsiteX0" fmla="*/ 8792 w 9498612"/>
              <a:gd name="connsiteY0" fmla="*/ 428789 h 1351981"/>
              <a:gd name="connsiteX1" fmla="*/ 2057399 w 9498612"/>
              <a:gd name="connsiteY1" fmla="*/ 384827 h 1351981"/>
              <a:gd name="connsiteX2" fmla="*/ 3698995 w 9498612"/>
              <a:gd name="connsiteY2" fmla="*/ 961374 h 1351981"/>
              <a:gd name="connsiteX3" fmla="*/ 7009426 w 9498612"/>
              <a:gd name="connsiteY3" fmla="*/ 63776 h 1351981"/>
              <a:gd name="connsiteX4" fmla="*/ 8414099 w 9498612"/>
              <a:gd name="connsiteY4" fmla="*/ 876127 h 1351981"/>
              <a:gd name="connsiteX5" fmla="*/ 9498612 w 9498612"/>
              <a:gd name="connsiteY5" fmla="*/ 166311 h 1351981"/>
              <a:gd name="connsiteX6" fmla="*/ 9469315 w 9498612"/>
              <a:gd name="connsiteY6" fmla="*/ 1334397 h 1351981"/>
              <a:gd name="connsiteX7" fmla="*/ 7253653 w 9498612"/>
              <a:gd name="connsiteY7" fmla="*/ 1325604 h 1351981"/>
              <a:gd name="connsiteX8" fmla="*/ 4826976 w 9498612"/>
              <a:gd name="connsiteY8" fmla="*/ 1351981 h 1351981"/>
              <a:gd name="connsiteX9" fmla="*/ 2751992 w 9498612"/>
              <a:gd name="connsiteY9" fmla="*/ 1343189 h 1351981"/>
              <a:gd name="connsiteX10" fmla="*/ 0 w 9498612"/>
              <a:gd name="connsiteY10" fmla="*/ 1290435 h 1351981"/>
              <a:gd name="connsiteX11" fmla="*/ 8792 w 9498612"/>
              <a:gd name="connsiteY11" fmla="*/ 428789 h 1351981"/>
              <a:gd name="connsiteX0" fmla="*/ 8792 w 9498612"/>
              <a:gd name="connsiteY0" fmla="*/ 595005 h 1518197"/>
              <a:gd name="connsiteX1" fmla="*/ 2057399 w 9498612"/>
              <a:gd name="connsiteY1" fmla="*/ 551043 h 1518197"/>
              <a:gd name="connsiteX2" fmla="*/ 3698995 w 9498612"/>
              <a:gd name="connsiteY2" fmla="*/ 1127590 h 1518197"/>
              <a:gd name="connsiteX3" fmla="*/ 5386116 w 9498612"/>
              <a:gd name="connsiteY3" fmla="*/ 48678 h 1518197"/>
              <a:gd name="connsiteX4" fmla="*/ 7009426 w 9498612"/>
              <a:gd name="connsiteY4" fmla="*/ 229992 h 1518197"/>
              <a:gd name="connsiteX5" fmla="*/ 8414099 w 9498612"/>
              <a:gd name="connsiteY5" fmla="*/ 1042343 h 1518197"/>
              <a:gd name="connsiteX6" fmla="*/ 9498612 w 9498612"/>
              <a:gd name="connsiteY6" fmla="*/ 332527 h 1518197"/>
              <a:gd name="connsiteX7" fmla="*/ 9469315 w 9498612"/>
              <a:gd name="connsiteY7" fmla="*/ 1500613 h 1518197"/>
              <a:gd name="connsiteX8" fmla="*/ 7253653 w 9498612"/>
              <a:gd name="connsiteY8" fmla="*/ 1491820 h 1518197"/>
              <a:gd name="connsiteX9" fmla="*/ 4826976 w 9498612"/>
              <a:gd name="connsiteY9" fmla="*/ 1518197 h 1518197"/>
              <a:gd name="connsiteX10" fmla="*/ 2751992 w 9498612"/>
              <a:gd name="connsiteY10" fmla="*/ 1509405 h 1518197"/>
              <a:gd name="connsiteX11" fmla="*/ 0 w 9498612"/>
              <a:gd name="connsiteY11" fmla="*/ 1456651 h 1518197"/>
              <a:gd name="connsiteX12" fmla="*/ 8792 w 9498612"/>
              <a:gd name="connsiteY12" fmla="*/ 595005 h 1518197"/>
              <a:gd name="connsiteX0" fmla="*/ 8792 w 9498612"/>
              <a:gd name="connsiteY0" fmla="*/ 629716 h 1552908"/>
              <a:gd name="connsiteX1" fmla="*/ 2057399 w 9498612"/>
              <a:gd name="connsiteY1" fmla="*/ 585754 h 1552908"/>
              <a:gd name="connsiteX2" fmla="*/ 3698995 w 9498612"/>
              <a:gd name="connsiteY2" fmla="*/ 1162301 h 1552908"/>
              <a:gd name="connsiteX3" fmla="*/ 5386116 w 9498612"/>
              <a:gd name="connsiteY3" fmla="*/ 83389 h 1552908"/>
              <a:gd name="connsiteX4" fmla="*/ 7009426 w 9498612"/>
              <a:gd name="connsiteY4" fmla="*/ 264703 h 1552908"/>
              <a:gd name="connsiteX5" fmla="*/ 8414099 w 9498612"/>
              <a:gd name="connsiteY5" fmla="*/ 1077054 h 1552908"/>
              <a:gd name="connsiteX6" fmla="*/ 9498612 w 9498612"/>
              <a:gd name="connsiteY6" fmla="*/ 367238 h 1552908"/>
              <a:gd name="connsiteX7" fmla="*/ 9469315 w 9498612"/>
              <a:gd name="connsiteY7" fmla="*/ 1535324 h 1552908"/>
              <a:gd name="connsiteX8" fmla="*/ 7253653 w 9498612"/>
              <a:gd name="connsiteY8" fmla="*/ 1526531 h 1552908"/>
              <a:gd name="connsiteX9" fmla="*/ 4826976 w 9498612"/>
              <a:gd name="connsiteY9" fmla="*/ 1552908 h 1552908"/>
              <a:gd name="connsiteX10" fmla="*/ 2751992 w 9498612"/>
              <a:gd name="connsiteY10" fmla="*/ 1544116 h 1552908"/>
              <a:gd name="connsiteX11" fmla="*/ 0 w 9498612"/>
              <a:gd name="connsiteY11" fmla="*/ 1491362 h 1552908"/>
              <a:gd name="connsiteX12" fmla="*/ 8792 w 9498612"/>
              <a:gd name="connsiteY12" fmla="*/ 629716 h 1552908"/>
              <a:gd name="connsiteX0" fmla="*/ 8792 w 9498612"/>
              <a:gd name="connsiteY0" fmla="*/ 629716 h 1552908"/>
              <a:gd name="connsiteX1" fmla="*/ 2057399 w 9498612"/>
              <a:gd name="connsiteY1" fmla="*/ 585754 h 1552908"/>
              <a:gd name="connsiteX2" fmla="*/ 3698995 w 9498612"/>
              <a:gd name="connsiteY2" fmla="*/ 1162301 h 1552908"/>
              <a:gd name="connsiteX3" fmla="*/ 5386116 w 9498612"/>
              <a:gd name="connsiteY3" fmla="*/ 83389 h 1552908"/>
              <a:gd name="connsiteX4" fmla="*/ 7009426 w 9498612"/>
              <a:gd name="connsiteY4" fmla="*/ 264703 h 1552908"/>
              <a:gd name="connsiteX5" fmla="*/ 8414099 w 9498612"/>
              <a:gd name="connsiteY5" fmla="*/ 1077054 h 1552908"/>
              <a:gd name="connsiteX6" fmla="*/ 9498612 w 9498612"/>
              <a:gd name="connsiteY6" fmla="*/ 367238 h 1552908"/>
              <a:gd name="connsiteX7" fmla="*/ 9469315 w 9498612"/>
              <a:gd name="connsiteY7" fmla="*/ 1535324 h 1552908"/>
              <a:gd name="connsiteX8" fmla="*/ 7253653 w 9498612"/>
              <a:gd name="connsiteY8" fmla="*/ 1526531 h 1552908"/>
              <a:gd name="connsiteX9" fmla="*/ 4826976 w 9498612"/>
              <a:gd name="connsiteY9" fmla="*/ 1552908 h 1552908"/>
              <a:gd name="connsiteX10" fmla="*/ 2751992 w 9498612"/>
              <a:gd name="connsiteY10" fmla="*/ 1544116 h 1552908"/>
              <a:gd name="connsiteX11" fmla="*/ 0 w 9498612"/>
              <a:gd name="connsiteY11" fmla="*/ 1491362 h 1552908"/>
              <a:gd name="connsiteX12" fmla="*/ 8792 w 9498612"/>
              <a:gd name="connsiteY12" fmla="*/ 629716 h 1552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9498612" h="1552908">
                <a:moveTo>
                  <a:pt x="8792" y="629716"/>
                </a:moveTo>
                <a:cubicBezTo>
                  <a:pt x="671146" y="635577"/>
                  <a:pt x="973014" y="-123492"/>
                  <a:pt x="2057399" y="585754"/>
                </a:cubicBezTo>
                <a:cubicBezTo>
                  <a:pt x="3282459" y="1283277"/>
                  <a:pt x="3144209" y="1246028"/>
                  <a:pt x="3698995" y="1162301"/>
                </a:cubicBezTo>
                <a:cubicBezTo>
                  <a:pt x="4253781" y="1078574"/>
                  <a:pt x="4834377" y="232989"/>
                  <a:pt x="5386116" y="83389"/>
                </a:cubicBezTo>
                <a:cubicBezTo>
                  <a:pt x="5937855" y="-66211"/>
                  <a:pt x="6463751" y="-19649"/>
                  <a:pt x="7009426" y="264703"/>
                </a:cubicBezTo>
                <a:cubicBezTo>
                  <a:pt x="7646042" y="612966"/>
                  <a:pt x="8003791" y="1075589"/>
                  <a:pt x="8414099" y="1077054"/>
                </a:cubicBezTo>
                <a:cubicBezTo>
                  <a:pt x="8824407" y="1078519"/>
                  <a:pt x="9320464" y="250238"/>
                  <a:pt x="9498612" y="367238"/>
                </a:cubicBezTo>
                <a:cubicBezTo>
                  <a:pt x="9495681" y="669107"/>
                  <a:pt x="9472246" y="1233455"/>
                  <a:pt x="9469315" y="1535324"/>
                </a:cubicBezTo>
                <a:lnTo>
                  <a:pt x="7253653" y="1526531"/>
                </a:lnTo>
                <a:lnTo>
                  <a:pt x="4826976" y="1552908"/>
                </a:lnTo>
                <a:lnTo>
                  <a:pt x="2751992" y="1544116"/>
                </a:lnTo>
                <a:lnTo>
                  <a:pt x="0" y="1491362"/>
                </a:lnTo>
                <a:cubicBezTo>
                  <a:pt x="2931" y="1207077"/>
                  <a:pt x="-2932" y="931585"/>
                  <a:pt x="8792" y="629716"/>
                </a:cubicBezTo>
                <a:close/>
              </a:path>
            </a:pathLst>
          </a:custGeom>
          <a:gradFill>
            <a:gsLst>
              <a:gs pos="0">
                <a:srgbClr val="EFFCFF"/>
              </a:gs>
              <a:gs pos="50000">
                <a:schemeClr val="accent4">
                  <a:lumMod val="40000"/>
                  <a:lumOff val="6000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solidFill>
              <a:schemeClr val="bg1"/>
            </a:solidFill>
          </a:ln>
          <a:effectLst>
            <a:glow>
              <a:srgbClr val="FFFF00"/>
            </a:glow>
            <a:outerShdw algn="ctr" rotWithShape="0">
              <a:schemeClr val="tx1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Free-form: Shape 13">
            <a:extLst>
              <a:ext uri="{FF2B5EF4-FFF2-40B4-BE49-F238E27FC236}">
                <a16:creationId xmlns:a16="http://schemas.microsoft.com/office/drawing/2014/main" id="{C26B78DF-71CA-5509-F4C5-6276C7251B89}"/>
              </a:ext>
            </a:extLst>
          </p:cNvPr>
          <p:cNvSpPr/>
          <p:nvPr/>
        </p:nvSpPr>
        <p:spPr>
          <a:xfrm>
            <a:off x="0" y="5838824"/>
            <a:ext cx="12192000" cy="675673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478107" h="1273677">
                <a:moveTo>
                  <a:pt x="8792" y="350485"/>
                </a:moveTo>
                <a:cubicBezTo>
                  <a:pt x="671146" y="356346"/>
                  <a:pt x="973014" y="-402723"/>
                  <a:pt x="2057399" y="306523"/>
                </a:cubicBezTo>
                <a:cubicBezTo>
                  <a:pt x="3282459" y="1004046"/>
                  <a:pt x="3979984" y="611323"/>
                  <a:pt x="4457699" y="376862"/>
                </a:cubicBezTo>
                <a:cubicBezTo>
                  <a:pt x="5723792" y="-223945"/>
                  <a:pt x="6216161" y="-7069"/>
                  <a:pt x="7016261" y="341693"/>
                </a:cubicBezTo>
                <a:cubicBezTo>
                  <a:pt x="8672145" y="977671"/>
                  <a:pt x="8657492" y="347554"/>
                  <a:pt x="9478107" y="350485"/>
                </a:cubicBezTo>
                <a:cubicBezTo>
                  <a:pt x="9475176" y="652354"/>
                  <a:pt x="9472246" y="954224"/>
                  <a:pt x="9469315" y="1256093"/>
                </a:cubicBezTo>
                <a:lnTo>
                  <a:pt x="7253653" y="1247300"/>
                </a:lnTo>
                <a:lnTo>
                  <a:pt x="4826976" y="1273677"/>
                </a:lnTo>
                <a:lnTo>
                  <a:pt x="2751992" y="1264885"/>
                </a:lnTo>
                <a:lnTo>
                  <a:pt x="0" y="1212131"/>
                </a:lnTo>
                <a:cubicBezTo>
                  <a:pt x="2931" y="927846"/>
                  <a:pt x="-2932" y="652354"/>
                  <a:pt x="8792" y="350485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  <a:effectLst>
            <a:glow>
              <a:srgbClr val="FFFF00"/>
            </a:glow>
            <a:outerShdw algn="ctr" rotWithShape="0">
              <a:schemeClr val="tx1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Free-form: Shape 13">
            <a:extLst>
              <a:ext uri="{FF2B5EF4-FFF2-40B4-BE49-F238E27FC236}">
                <a16:creationId xmlns:a16="http://schemas.microsoft.com/office/drawing/2014/main" id="{2AC7F7CE-A165-18C0-6918-B9EA07638042}"/>
              </a:ext>
            </a:extLst>
          </p:cNvPr>
          <p:cNvSpPr/>
          <p:nvPr/>
        </p:nvSpPr>
        <p:spPr>
          <a:xfrm>
            <a:off x="31399" y="5928072"/>
            <a:ext cx="12216286" cy="898824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4457699 w 9478107"/>
              <a:gd name="connsiteY2" fmla="*/ 373331 h 1270146"/>
              <a:gd name="connsiteX3" fmla="*/ 7016261 w 9478107"/>
              <a:gd name="connsiteY3" fmla="*/ 33816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16261 w 9478107"/>
              <a:gd name="connsiteY3" fmla="*/ 33816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72464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8755857 w 9478107"/>
              <a:gd name="connsiteY4" fmla="*/ 446231 h 1270146"/>
              <a:gd name="connsiteX5" fmla="*/ 9478107 w 9478107"/>
              <a:gd name="connsiteY5" fmla="*/ 346954 h 1270146"/>
              <a:gd name="connsiteX6" fmla="*/ 9469315 w 9478107"/>
              <a:gd name="connsiteY6" fmla="*/ 1252562 h 1270146"/>
              <a:gd name="connsiteX7" fmla="*/ 7253653 w 9478107"/>
              <a:gd name="connsiteY7" fmla="*/ 1243769 h 1270146"/>
              <a:gd name="connsiteX8" fmla="*/ 4826976 w 9478107"/>
              <a:gd name="connsiteY8" fmla="*/ 1270146 h 1270146"/>
              <a:gd name="connsiteX9" fmla="*/ 2751992 w 9478107"/>
              <a:gd name="connsiteY9" fmla="*/ 1261354 h 1270146"/>
              <a:gd name="connsiteX10" fmla="*/ 0 w 9478107"/>
              <a:gd name="connsiteY10" fmla="*/ 1208600 h 1270146"/>
              <a:gd name="connsiteX11" fmla="*/ 8792 w 9478107"/>
              <a:gd name="connsiteY11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8557637 w 9478107"/>
              <a:gd name="connsiteY4" fmla="*/ 716768 h 1270146"/>
              <a:gd name="connsiteX5" fmla="*/ 9478107 w 9478107"/>
              <a:gd name="connsiteY5" fmla="*/ 346954 h 1270146"/>
              <a:gd name="connsiteX6" fmla="*/ 9469315 w 9478107"/>
              <a:gd name="connsiteY6" fmla="*/ 1252562 h 1270146"/>
              <a:gd name="connsiteX7" fmla="*/ 7253653 w 9478107"/>
              <a:gd name="connsiteY7" fmla="*/ 1243769 h 1270146"/>
              <a:gd name="connsiteX8" fmla="*/ 4826976 w 9478107"/>
              <a:gd name="connsiteY8" fmla="*/ 1270146 h 1270146"/>
              <a:gd name="connsiteX9" fmla="*/ 2751992 w 9478107"/>
              <a:gd name="connsiteY9" fmla="*/ 1261354 h 1270146"/>
              <a:gd name="connsiteX10" fmla="*/ 0 w 9478107"/>
              <a:gd name="connsiteY10" fmla="*/ 1208600 h 1270146"/>
              <a:gd name="connsiteX11" fmla="*/ 8792 w 9478107"/>
              <a:gd name="connsiteY11" fmla="*/ 346954 h 1270146"/>
              <a:gd name="connsiteX0" fmla="*/ 15627 w 9484942"/>
              <a:gd name="connsiteY0" fmla="*/ 346954 h 1277035"/>
              <a:gd name="connsiteX1" fmla="*/ 2364982 w 9484942"/>
              <a:gd name="connsiteY1" fmla="*/ 302992 h 1277035"/>
              <a:gd name="connsiteX2" fmla="*/ 5134381 w 9484942"/>
              <a:gd name="connsiteY2" fmla="*/ 115678 h 1277035"/>
              <a:gd name="connsiteX3" fmla="*/ 7091448 w 9484942"/>
              <a:gd name="connsiteY3" fmla="*/ 647346 h 1277035"/>
              <a:gd name="connsiteX4" fmla="*/ 8564472 w 9484942"/>
              <a:gd name="connsiteY4" fmla="*/ 716768 h 1277035"/>
              <a:gd name="connsiteX5" fmla="*/ 9484942 w 9484942"/>
              <a:gd name="connsiteY5" fmla="*/ 346954 h 1277035"/>
              <a:gd name="connsiteX6" fmla="*/ 9476150 w 9484942"/>
              <a:gd name="connsiteY6" fmla="*/ 1252562 h 1277035"/>
              <a:gd name="connsiteX7" fmla="*/ 7260488 w 9484942"/>
              <a:gd name="connsiteY7" fmla="*/ 1243769 h 1277035"/>
              <a:gd name="connsiteX8" fmla="*/ 4833811 w 9484942"/>
              <a:gd name="connsiteY8" fmla="*/ 1270146 h 1277035"/>
              <a:gd name="connsiteX9" fmla="*/ 2758827 w 9484942"/>
              <a:gd name="connsiteY9" fmla="*/ 1261354 h 1277035"/>
              <a:gd name="connsiteX10" fmla="*/ 0 w 9484942"/>
              <a:gd name="connsiteY10" fmla="*/ 1273013 h 1277035"/>
              <a:gd name="connsiteX11" fmla="*/ 15627 w 9484942"/>
              <a:gd name="connsiteY11" fmla="*/ 346954 h 1277035"/>
              <a:gd name="connsiteX0" fmla="*/ 15627 w 9484942"/>
              <a:gd name="connsiteY0" fmla="*/ 346954 h 1300002"/>
              <a:gd name="connsiteX1" fmla="*/ 2364982 w 9484942"/>
              <a:gd name="connsiteY1" fmla="*/ 302992 h 1300002"/>
              <a:gd name="connsiteX2" fmla="*/ 5134381 w 9484942"/>
              <a:gd name="connsiteY2" fmla="*/ 115678 h 1300002"/>
              <a:gd name="connsiteX3" fmla="*/ 7091448 w 9484942"/>
              <a:gd name="connsiteY3" fmla="*/ 647346 h 1300002"/>
              <a:gd name="connsiteX4" fmla="*/ 8564472 w 9484942"/>
              <a:gd name="connsiteY4" fmla="*/ 716768 h 1300002"/>
              <a:gd name="connsiteX5" fmla="*/ 9484942 w 9484942"/>
              <a:gd name="connsiteY5" fmla="*/ 346954 h 1300002"/>
              <a:gd name="connsiteX6" fmla="*/ 9476150 w 9484942"/>
              <a:gd name="connsiteY6" fmla="*/ 1252562 h 1300002"/>
              <a:gd name="connsiteX7" fmla="*/ 7260488 w 9484942"/>
              <a:gd name="connsiteY7" fmla="*/ 1243769 h 1300002"/>
              <a:gd name="connsiteX8" fmla="*/ 4833811 w 9484942"/>
              <a:gd name="connsiteY8" fmla="*/ 1270146 h 1300002"/>
              <a:gd name="connsiteX9" fmla="*/ 2779333 w 9484942"/>
              <a:gd name="connsiteY9" fmla="*/ 1300002 h 1300002"/>
              <a:gd name="connsiteX10" fmla="*/ 0 w 9484942"/>
              <a:gd name="connsiteY10" fmla="*/ 1273013 h 1300002"/>
              <a:gd name="connsiteX11" fmla="*/ 15627 w 9484942"/>
              <a:gd name="connsiteY11" fmla="*/ 346954 h 1300002"/>
              <a:gd name="connsiteX0" fmla="*/ 15627 w 9484942"/>
              <a:gd name="connsiteY0" fmla="*/ 346954 h 1346830"/>
              <a:gd name="connsiteX1" fmla="*/ 2364982 w 9484942"/>
              <a:gd name="connsiteY1" fmla="*/ 302992 h 1346830"/>
              <a:gd name="connsiteX2" fmla="*/ 5134381 w 9484942"/>
              <a:gd name="connsiteY2" fmla="*/ 115678 h 1346830"/>
              <a:gd name="connsiteX3" fmla="*/ 7091448 w 9484942"/>
              <a:gd name="connsiteY3" fmla="*/ 647346 h 1346830"/>
              <a:gd name="connsiteX4" fmla="*/ 8564472 w 9484942"/>
              <a:gd name="connsiteY4" fmla="*/ 716768 h 1346830"/>
              <a:gd name="connsiteX5" fmla="*/ 9484942 w 9484942"/>
              <a:gd name="connsiteY5" fmla="*/ 346954 h 1346830"/>
              <a:gd name="connsiteX6" fmla="*/ 9476150 w 9484942"/>
              <a:gd name="connsiteY6" fmla="*/ 1252562 h 1346830"/>
              <a:gd name="connsiteX7" fmla="*/ 7267323 w 9484942"/>
              <a:gd name="connsiteY7" fmla="*/ 1346830 h 1346830"/>
              <a:gd name="connsiteX8" fmla="*/ 4833811 w 9484942"/>
              <a:gd name="connsiteY8" fmla="*/ 1270146 h 1346830"/>
              <a:gd name="connsiteX9" fmla="*/ 2779333 w 9484942"/>
              <a:gd name="connsiteY9" fmla="*/ 1300002 h 1346830"/>
              <a:gd name="connsiteX10" fmla="*/ 0 w 9484942"/>
              <a:gd name="connsiteY10" fmla="*/ 1273013 h 1346830"/>
              <a:gd name="connsiteX11" fmla="*/ 15627 w 9484942"/>
              <a:gd name="connsiteY11" fmla="*/ 346954 h 1346830"/>
              <a:gd name="connsiteX0" fmla="*/ 15627 w 9484942"/>
              <a:gd name="connsiteY0" fmla="*/ 346954 h 1308182"/>
              <a:gd name="connsiteX1" fmla="*/ 2364982 w 9484942"/>
              <a:gd name="connsiteY1" fmla="*/ 302992 h 1308182"/>
              <a:gd name="connsiteX2" fmla="*/ 5134381 w 9484942"/>
              <a:gd name="connsiteY2" fmla="*/ 115678 h 1308182"/>
              <a:gd name="connsiteX3" fmla="*/ 7091448 w 9484942"/>
              <a:gd name="connsiteY3" fmla="*/ 647346 h 1308182"/>
              <a:gd name="connsiteX4" fmla="*/ 8564472 w 9484942"/>
              <a:gd name="connsiteY4" fmla="*/ 716768 h 1308182"/>
              <a:gd name="connsiteX5" fmla="*/ 9484942 w 9484942"/>
              <a:gd name="connsiteY5" fmla="*/ 346954 h 1308182"/>
              <a:gd name="connsiteX6" fmla="*/ 9476150 w 9484942"/>
              <a:gd name="connsiteY6" fmla="*/ 1252562 h 1308182"/>
              <a:gd name="connsiteX7" fmla="*/ 7246817 w 9484942"/>
              <a:gd name="connsiteY7" fmla="*/ 1308182 h 1308182"/>
              <a:gd name="connsiteX8" fmla="*/ 4833811 w 9484942"/>
              <a:gd name="connsiteY8" fmla="*/ 1270146 h 1308182"/>
              <a:gd name="connsiteX9" fmla="*/ 2779333 w 9484942"/>
              <a:gd name="connsiteY9" fmla="*/ 1300002 h 1308182"/>
              <a:gd name="connsiteX10" fmla="*/ 0 w 9484942"/>
              <a:gd name="connsiteY10" fmla="*/ 1273013 h 1308182"/>
              <a:gd name="connsiteX11" fmla="*/ 15627 w 9484942"/>
              <a:gd name="connsiteY11" fmla="*/ 346954 h 1308182"/>
              <a:gd name="connsiteX0" fmla="*/ 15627 w 9496987"/>
              <a:gd name="connsiteY0" fmla="*/ 346954 h 1316976"/>
              <a:gd name="connsiteX1" fmla="*/ 2364982 w 9496987"/>
              <a:gd name="connsiteY1" fmla="*/ 302992 h 1316976"/>
              <a:gd name="connsiteX2" fmla="*/ 5134381 w 9496987"/>
              <a:gd name="connsiteY2" fmla="*/ 115678 h 1316976"/>
              <a:gd name="connsiteX3" fmla="*/ 7091448 w 9496987"/>
              <a:gd name="connsiteY3" fmla="*/ 647346 h 1316976"/>
              <a:gd name="connsiteX4" fmla="*/ 8564472 w 9496987"/>
              <a:gd name="connsiteY4" fmla="*/ 716768 h 1316976"/>
              <a:gd name="connsiteX5" fmla="*/ 9484942 w 9496987"/>
              <a:gd name="connsiteY5" fmla="*/ 346954 h 1316976"/>
              <a:gd name="connsiteX6" fmla="*/ 9496656 w 9496987"/>
              <a:gd name="connsiteY6" fmla="*/ 1316976 h 1316976"/>
              <a:gd name="connsiteX7" fmla="*/ 7246817 w 9496987"/>
              <a:gd name="connsiteY7" fmla="*/ 1308182 h 1316976"/>
              <a:gd name="connsiteX8" fmla="*/ 4833811 w 9496987"/>
              <a:gd name="connsiteY8" fmla="*/ 1270146 h 1316976"/>
              <a:gd name="connsiteX9" fmla="*/ 2779333 w 9496987"/>
              <a:gd name="connsiteY9" fmla="*/ 1300002 h 1316976"/>
              <a:gd name="connsiteX10" fmla="*/ 0 w 9496987"/>
              <a:gd name="connsiteY10" fmla="*/ 1273013 h 1316976"/>
              <a:gd name="connsiteX11" fmla="*/ 15627 w 9496987"/>
              <a:gd name="connsiteY11" fmla="*/ 346954 h 13169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9496987" h="1316976">
                <a:moveTo>
                  <a:pt x="15627" y="346954"/>
                </a:moveTo>
                <a:cubicBezTo>
                  <a:pt x="677981" y="352815"/>
                  <a:pt x="1280597" y="-406254"/>
                  <a:pt x="2364982" y="302992"/>
                </a:cubicBezTo>
                <a:cubicBezTo>
                  <a:pt x="3590042" y="1000515"/>
                  <a:pt x="4346637" y="58286"/>
                  <a:pt x="5134381" y="115678"/>
                </a:cubicBezTo>
                <a:cubicBezTo>
                  <a:pt x="5922125" y="173070"/>
                  <a:pt x="6479894" y="562194"/>
                  <a:pt x="7091448" y="647346"/>
                </a:cubicBezTo>
                <a:cubicBezTo>
                  <a:pt x="7703002" y="732498"/>
                  <a:pt x="8165556" y="766833"/>
                  <a:pt x="8564472" y="716768"/>
                </a:cubicBezTo>
                <a:cubicBezTo>
                  <a:pt x="8963388" y="666703"/>
                  <a:pt x="9372868" y="242625"/>
                  <a:pt x="9484942" y="346954"/>
                </a:cubicBezTo>
                <a:cubicBezTo>
                  <a:pt x="9482011" y="648823"/>
                  <a:pt x="9499587" y="1015107"/>
                  <a:pt x="9496656" y="1316976"/>
                </a:cubicBezTo>
                <a:lnTo>
                  <a:pt x="7246817" y="1308182"/>
                </a:lnTo>
                <a:lnTo>
                  <a:pt x="4833811" y="1270146"/>
                </a:lnTo>
                <a:lnTo>
                  <a:pt x="2779333" y="1300002"/>
                </a:lnTo>
                <a:lnTo>
                  <a:pt x="0" y="1273013"/>
                </a:lnTo>
                <a:cubicBezTo>
                  <a:pt x="2931" y="988728"/>
                  <a:pt x="3903" y="648823"/>
                  <a:pt x="15627" y="346954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>
                  <a:lumMod val="20000"/>
                  <a:lumOff val="80000"/>
                </a:schemeClr>
              </a:gs>
              <a:gs pos="50000">
                <a:schemeClr val="bg1"/>
              </a:gs>
              <a:gs pos="100000">
                <a:schemeClr val="accent4">
                  <a:lumMod val="20000"/>
                  <a:lumOff val="80000"/>
                </a:schemeClr>
              </a:gs>
            </a:gsLst>
            <a:lin ang="0" scaled="1"/>
            <a:tileRect/>
          </a:gradFill>
          <a:ln w="15875">
            <a:solidFill>
              <a:schemeClr val="accent1">
                <a:alpha val="0"/>
              </a:schemeClr>
            </a:solidFill>
          </a:ln>
          <a:effectLst>
            <a:glow>
              <a:srgbClr val="FFFF00"/>
            </a:glow>
            <a:outerShdw algn="ctr" rotWithShape="0">
              <a:schemeClr val="tx1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hteck 17">
            <a:extLst>
              <a:ext uri="{FF2B5EF4-FFF2-40B4-BE49-F238E27FC236}">
                <a16:creationId xmlns:a16="http://schemas.microsoft.com/office/drawing/2014/main" id="{735E7E19-AD9A-2739-2D13-BC73EA4C7596}"/>
              </a:ext>
            </a:extLst>
          </p:cNvPr>
          <p:cNvSpPr/>
          <p:nvPr/>
        </p:nvSpPr>
        <p:spPr>
          <a:xfrm>
            <a:off x="-7747" y="6538183"/>
            <a:ext cx="12207494" cy="319817"/>
          </a:xfrm>
          <a:prstGeom prst="rect">
            <a:avLst/>
          </a:prstGeom>
          <a:solidFill>
            <a:srgbClr val="8ECEFA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19" name="Picture 18" descr="A white windmill with clouds in the background&#10;&#10;AI-generated content may be incorrect.">
            <a:extLst>
              <a:ext uri="{FF2B5EF4-FFF2-40B4-BE49-F238E27FC236}">
                <a16:creationId xmlns:a16="http://schemas.microsoft.com/office/drawing/2014/main" id="{2FD2ECB6-38EA-E857-A881-0C8E141A489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9950" y="5377946"/>
            <a:ext cx="1753782" cy="1313633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14389E-5559-8492-2D9E-AFA299DB9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794158" y="6528076"/>
            <a:ext cx="433176" cy="365125"/>
          </a:xfrm>
        </p:spPr>
        <p:txBody>
          <a:bodyPr/>
          <a:lstStyle/>
          <a:p>
            <a:pPr algn="ctr"/>
            <a:fld id="{013F6232-4F06-48BA-8F69-BF531F607829}" type="slidenum">
              <a:rPr lang="en-GB" sz="1400" smtClean="0">
                <a:solidFill>
                  <a:schemeClr val="bg1"/>
                </a:solidFill>
              </a:rPr>
              <a:pPr algn="ctr"/>
              <a:t>1</a:t>
            </a:fld>
            <a:endParaRPr lang="en-GB" sz="1400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85FE85-99F3-27E8-5CBF-44E0008EEEDF}"/>
              </a:ext>
            </a:extLst>
          </p:cNvPr>
          <p:cNvSpPr txBox="1"/>
          <p:nvPr/>
        </p:nvSpPr>
        <p:spPr>
          <a:xfrm>
            <a:off x="412716" y="6565449"/>
            <a:ext cx="10001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16/12/2025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C3F47E-3A0A-ECB9-FD0E-ABA07059CAA3}"/>
              </a:ext>
            </a:extLst>
          </p:cNvPr>
          <p:cNvSpPr txBox="1"/>
          <p:nvPr/>
        </p:nvSpPr>
        <p:spPr>
          <a:xfrm>
            <a:off x="5372759" y="6597317"/>
            <a:ext cx="14764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Arham Memon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AC26A0-56D2-A25C-6223-88C5F72E508E}"/>
              </a:ext>
            </a:extLst>
          </p:cNvPr>
          <p:cNvSpPr txBox="1"/>
          <p:nvPr/>
        </p:nvSpPr>
        <p:spPr>
          <a:xfrm>
            <a:off x="10533589" y="6549897"/>
            <a:ext cx="12456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Optimus Syria</a:t>
            </a:r>
          </a:p>
        </p:txBody>
      </p:sp>
    </p:spTree>
    <p:extLst>
      <p:ext uri="{BB962C8B-B14F-4D97-AF65-F5344CB8AC3E}">
        <p14:creationId xmlns:p14="http://schemas.microsoft.com/office/powerpoint/2010/main" val="7364081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-form: Shape 13">
            <a:extLst>
              <a:ext uri="{FF2B5EF4-FFF2-40B4-BE49-F238E27FC236}">
                <a16:creationId xmlns:a16="http://schemas.microsoft.com/office/drawing/2014/main" id="{727BC127-4545-D3CD-4862-C320531ABA9D}"/>
              </a:ext>
            </a:extLst>
          </p:cNvPr>
          <p:cNvSpPr/>
          <p:nvPr/>
        </p:nvSpPr>
        <p:spPr>
          <a:xfrm rot="10800000">
            <a:off x="-35168" y="277945"/>
            <a:ext cx="12216286" cy="898824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4457699 w 9478107"/>
              <a:gd name="connsiteY2" fmla="*/ 373331 h 1270146"/>
              <a:gd name="connsiteX3" fmla="*/ 7016261 w 9478107"/>
              <a:gd name="connsiteY3" fmla="*/ 33816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16261 w 9478107"/>
              <a:gd name="connsiteY3" fmla="*/ 33816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72464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8755857 w 9478107"/>
              <a:gd name="connsiteY4" fmla="*/ 446231 h 1270146"/>
              <a:gd name="connsiteX5" fmla="*/ 9478107 w 9478107"/>
              <a:gd name="connsiteY5" fmla="*/ 346954 h 1270146"/>
              <a:gd name="connsiteX6" fmla="*/ 9469315 w 9478107"/>
              <a:gd name="connsiteY6" fmla="*/ 1252562 h 1270146"/>
              <a:gd name="connsiteX7" fmla="*/ 7253653 w 9478107"/>
              <a:gd name="connsiteY7" fmla="*/ 1243769 h 1270146"/>
              <a:gd name="connsiteX8" fmla="*/ 4826976 w 9478107"/>
              <a:gd name="connsiteY8" fmla="*/ 1270146 h 1270146"/>
              <a:gd name="connsiteX9" fmla="*/ 2751992 w 9478107"/>
              <a:gd name="connsiteY9" fmla="*/ 1261354 h 1270146"/>
              <a:gd name="connsiteX10" fmla="*/ 0 w 9478107"/>
              <a:gd name="connsiteY10" fmla="*/ 1208600 h 1270146"/>
              <a:gd name="connsiteX11" fmla="*/ 8792 w 9478107"/>
              <a:gd name="connsiteY11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8557637 w 9478107"/>
              <a:gd name="connsiteY4" fmla="*/ 716768 h 1270146"/>
              <a:gd name="connsiteX5" fmla="*/ 9478107 w 9478107"/>
              <a:gd name="connsiteY5" fmla="*/ 346954 h 1270146"/>
              <a:gd name="connsiteX6" fmla="*/ 9469315 w 9478107"/>
              <a:gd name="connsiteY6" fmla="*/ 1252562 h 1270146"/>
              <a:gd name="connsiteX7" fmla="*/ 7253653 w 9478107"/>
              <a:gd name="connsiteY7" fmla="*/ 1243769 h 1270146"/>
              <a:gd name="connsiteX8" fmla="*/ 4826976 w 9478107"/>
              <a:gd name="connsiteY8" fmla="*/ 1270146 h 1270146"/>
              <a:gd name="connsiteX9" fmla="*/ 2751992 w 9478107"/>
              <a:gd name="connsiteY9" fmla="*/ 1261354 h 1270146"/>
              <a:gd name="connsiteX10" fmla="*/ 0 w 9478107"/>
              <a:gd name="connsiteY10" fmla="*/ 1208600 h 1270146"/>
              <a:gd name="connsiteX11" fmla="*/ 8792 w 9478107"/>
              <a:gd name="connsiteY11" fmla="*/ 346954 h 1270146"/>
              <a:gd name="connsiteX0" fmla="*/ 15627 w 9484942"/>
              <a:gd name="connsiteY0" fmla="*/ 346954 h 1277035"/>
              <a:gd name="connsiteX1" fmla="*/ 2364982 w 9484942"/>
              <a:gd name="connsiteY1" fmla="*/ 302992 h 1277035"/>
              <a:gd name="connsiteX2" fmla="*/ 5134381 w 9484942"/>
              <a:gd name="connsiteY2" fmla="*/ 115678 h 1277035"/>
              <a:gd name="connsiteX3" fmla="*/ 7091448 w 9484942"/>
              <a:gd name="connsiteY3" fmla="*/ 647346 h 1277035"/>
              <a:gd name="connsiteX4" fmla="*/ 8564472 w 9484942"/>
              <a:gd name="connsiteY4" fmla="*/ 716768 h 1277035"/>
              <a:gd name="connsiteX5" fmla="*/ 9484942 w 9484942"/>
              <a:gd name="connsiteY5" fmla="*/ 346954 h 1277035"/>
              <a:gd name="connsiteX6" fmla="*/ 9476150 w 9484942"/>
              <a:gd name="connsiteY6" fmla="*/ 1252562 h 1277035"/>
              <a:gd name="connsiteX7" fmla="*/ 7260488 w 9484942"/>
              <a:gd name="connsiteY7" fmla="*/ 1243769 h 1277035"/>
              <a:gd name="connsiteX8" fmla="*/ 4833811 w 9484942"/>
              <a:gd name="connsiteY8" fmla="*/ 1270146 h 1277035"/>
              <a:gd name="connsiteX9" fmla="*/ 2758827 w 9484942"/>
              <a:gd name="connsiteY9" fmla="*/ 1261354 h 1277035"/>
              <a:gd name="connsiteX10" fmla="*/ 0 w 9484942"/>
              <a:gd name="connsiteY10" fmla="*/ 1273013 h 1277035"/>
              <a:gd name="connsiteX11" fmla="*/ 15627 w 9484942"/>
              <a:gd name="connsiteY11" fmla="*/ 346954 h 1277035"/>
              <a:gd name="connsiteX0" fmla="*/ 15627 w 9484942"/>
              <a:gd name="connsiteY0" fmla="*/ 346954 h 1300002"/>
              <a:gd name="connsiteX1" fmla="*/ 2364982 w 9484942"/>
              <a:gd name="connsiteY1" fmla="*/ 302992 h 1300002"/>
              <a:gd name="connsiteX2" fmla="*/ 5134381 w 9484942"/>
              <a:gd name="connsiteY2" fmla="*/ 115678 h 1300002"/>
              <a:gd name="connsiteX3" fmla="*/ 7091448 w 9484942"/>
              <a:gd name="connsiteY3" fmla="*/ 647346 h 1300002"/>
              <a:gd name="connsiteX4" fmla="*/ 8564472 w 9484942"/>
              <a:gd name="connsiteY4" fmla="*/ 716768 h 1300002"/>
              <a:gd name="connsiteX5" fmla="*/ 9484942 w 9484942"/>
              <a:gd name="connsiteY5" fmla="*/ 346954 h 1300002"/>
              <a:gd name="connsiteX6" fmla="*/ 9476150 w 9484942"/>
              <a:gd name="connsiteY6" fmla="*/ 1252562 h 1300002"/>
              <a:gd name="connsiteX7" fmla="*/ 7260488 w 9484942"/>
              <a:gd name="connsiteY7" fmla="*/ 1243769 h 1300002"/>
              <a:gd name="connsiteX8" fmla="*/ 4833811 w 9484942"/>
              <a:gd name="connsiteY8" fmla="*/ 1270146 h 1300002"/>
              <a:gd name="connsiteX9" fmla="*/ 2779333 w 9484942"/>
              <a:gd name="connsiteY9" fmla="*/ 1300002 h 1300002"/>
              <a:gd name="connsiteX10" fmla="*/ 0 w 9484942"/>
              <a:gd name="connsiteY10" fmla="*/ 1273013 h 1300002"/>
              <a:gd name="connsiteX11" fmla="*/ 15627 w 9484942"/>
              <a:gd name="connsiteY11" fmla="*/ 346954 h 1300002"/>
              <a:gd name="connsiteX0" fmla="*/ 15627 w 9484942"/>
              <a:gd name="connsiteY0" fmla="*/ 346954 h 1346830"/>
              <a:gd name="connsiteX1" fmla="*/ 2364982 w 9484942"/>
              <a:gd name="connsiteY1" fmla="*/ 302992 h 1346830"/>
              <a:gd name="connsiteX2" fmla="*/ 5134381 w 9484942"/>
              <a:gd name="connsiteY2" fmla="*/ 115678 h 1346830"/>
              <a:gd name="connsiteX3" fmla="*/ 7091448 w 9484942"/>
              <a:gd name="connsiteY3" fmla="*/ 647346 h 1346830"/>
              <a:gd name="connsiteX4" fmla="*/ 8564472 w 9484942"/>
              <a:gd name="connsiteY4" fmla="*/ 716768 h 1346830"/>
              <a:gd name="connsiteX5" fmla="*/ 9484942 w 9484942"/>
              <a:gd name="connsiteY5" fmla="*/ 346954 h 1346830"/>
              <a:gd name="connsiteX6" fmla="*/ 9476150 w 9484942"/>
              <a:gd name="connsiteY6" fmla="*/ 1252562 h 1346830"/>
              <a:gd name="connsiteX7" fmla="*/ 7267323 w 9484942"/>
              <a:gd name="connsiteY7" fmla="*/ 1346830 h 1346830"/>
              <a:gd name="connsiteX8" fmla="*/ 4833811 w 9484942"/>
              <a:gd name="connsiteY8" fmla="*/ 1270146 h 1346830"/>
              <a:gd name="connsiteX9" fmla="*/ 2779333 w 9484942"/>
              <a:gd name="connsiteY9" fmla="*/ 1300002 h 1346830"/>
              <a:gd name="connsiteX10" fmla="*/ 0 w 9484942"/>
              <a:gd name="connsiteY10" fmla="*/ 1273013 h 1346830"/>
              <a:gd name="connsiteX11" fmla="*/ 15627 w 9484942"/>
              <a:gd name="connsiteY11" fmla="*/ 346954 h 1346830"/>
              <a:gd name="connsiteX0" fmla="*/ 15627 w 9484942"/>
              <a:gd name="connsiteY0" fmla="*/ 346954 h 1308182"/>
              <a:gd name="connsiteX1" fmla="*/ 2364982 w 9484942"/>
              <a:gd name="connsiteY1" fmla="*/ 302992 h 1308182"/>
              <a:gd name="connsiteX2" fmla="*/ 5134381 w 9484942"/>
              <a:gd name="connsiteY2" fmla="*/ 115678 h 1308182"/>
              <a:gd name="connsiteX3" fmla="*/ 7091448 w 9484942"/>
              <a:gd name="connsiteY3" fmla="*/ 647346 h 1308182"/>
              <a:gd name="connsiteX4" fmla="*/ 8564472 w 9484942"/>
              <a:gd name="connsiteY4" fmla="*/ 716768 h 1308182"/>
              <a:gd name="connsiteX5" fmla="*/ 9484942 w 9484942"/>
              <a:gd name="connsiteY5" fmla="*/ 346954 h 1308182"/>
              <a:gd name="connsiteX6" fmla="*/ 9476150 w 9484942"/>
              <a:gd name="connsiteY6" fmla="*/ 1252562 h 1308182"/>
              <a:gd name="connsiteX7" fmla="*/ 7246817 w 9484942"/>
              <a:gd name="connsiteY7" fmla="*/ 1308182 h 1308182"/>
              <a:gd name="connsiteX8" fmla="*/ 4833811 w 9484942"/>
              <a:gd name="connsiteY8" fmla="*/ 1270146 h 1308182"/>
              <a:gd name="connsiteX9" fmla="*/ 2779333 w 9484942"/>
              <a:gd name="connsiteY9" fmla="*/ 1300002 h 1308182"/>
              <a:gd name="connsiteX10" fmla="*/ 0 w 9484942"/>
              <a:gd name="connsiteY10" fmla="*/ 1273013 h 1308182"/>
              <a:gd name="connsiteX11" fmla="*/ 15627 w 9484942"/>
              <a:gd name="connsiteY11" fmla="*/ 346954 h 1308182"/>
              <a:gd name="connsiteX0" fmla="*/ 15627 w 9496987"/>
              <a:gd name="connsiteY0" fmla="*/ 346954 h 1316976"/>
              <a:gd name="connsiteX1" fmla="*/ 2364982 w 9496987"/>
              <a:gd name="connsiteY1" fmla="*/ 302992 h 1316976"/>
              <a:gd name="connsiteX2" fmla="*/ 5134381 w 9496987"/>
              <a:gd name="connsiteY2" fmla="*/ 115678 h 1316976"/>
              <a:gd name="connsiteX3" fmla="*/ 7091448 w 9496987"/>
              <a:gd name="connsiteY3" fmla="*/ 647346 h 1316976"/>
              <a:gd name="connsiteX4" fmla="*/ 8564472 w 9496987"/>
              <a:gd name="connsiteY4" fmla="*/ 716768 h 1316976"/>
              <a:gd name="connsiteX5" fmla="*/ 9484942 w 9496987"/>
              <a:gd name="connsiteY5" fmla="*/ 346954 h 1316976"/>
              <a:gd name="connsiteX6" fmla="*/ 9496656 w 9496987"/>
              <a:gd name="connsiteY6" fmla="*/ 1316976 h 1316976"/>
              <a:gd name="connsiteX7" fmla="*/ 7246817 w 9496987"/>
              <a:gd name="connsiteY7" fmla="*/ 1308182 h 1316976"/>
              <a:gd name="connsiteX8" fmla="*/ 4833811 w 9496987"/>
              <a:gd name="connsiteY8" fmla="*/ 1270146 h 1316976"/>
              <a:gd name="connsiteX9" fmla="*/ 2779333 w 9496987"/>
              <a:gd name="connsiteY9" fmla="*/ 1300002 h 1316976"/>
              <a:gd name="connsiteX10" fmla="*/ 0 w 9496987"/>
              <a:gd name="connsiteY10" fmla="*/ 1273013 h 1316976"/>
              <a:gd name="connsiteX11" fmla="*/ 15627 w 9496987"/>
              <a:gd name="connsiteY11" fmla="*/ 346954 h 13169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9496987" h="1316976">
                <a:moveTo>
                  <a:pt x="15627" y="346954"/>
                </a:moveTo>
                <a:cubicBezTo>
                  <a:pt x="677981" y="352815"/>
                  <a:pt x="1280597" y="-406254"/>
                  <a:pt x="2364982" y="302992"/>
                </a:cubicBezTo>
                <a:cubicBezTo>
                  <a:pt x="3590042" y="1000515"/>
                  <a:pt x="4346637" y="58286"/>
                  <a:pt x="5134381" y="115678"/>
                </a:cubicBezTo>
                <a:cubicBezTo>
                  <a:pt x="5922125" y="173070"/>
                  <a:pt x="6479894" y="562194"/>
                  <a:pt x="7091448" y="647346"/>
                </a:cubicBezTo>
                <a:cubicBezTo>
                  <a:pt x="7703002" y="732498"/>
                  <a:pt x="8165556" y="766833"/>
                  <a:pt x="8564472" y="716768"/>
                </a:cubicBezTo>
                <a:cubicBezTo>
                  <a:pt x="8963388" y="666703"/>
                  <a:pt x="9372868" y="242625"/>
                  <a:pt x="9484942" y="346954"/>
                </a:cubicBezTo>
                <a:cubicBezTo>
                  <a:pt x="9482011" y="648823"/>
                  <a:pt x="9499587" y="1015107"/>
                  <a:pt x="9496656" y="1316976"/>
                </a:cubicBezTo>
                <a:lnTo>
                  <a:pt x="7246817" y="1308182"/>
                </a:lnTo>
                <a:lnTo>
                  <a:pt x="4833811" y="1270146"/>
                </a:lnTo>
                <a:lnTo>
                  <a:pt x="2779333" y="1300002"/>
                </a:lnTo>
                <a:lnTo>
                  <a:pt x="0" y="1273013"/>
                </a:lnTo>
                <a:cubicBezTo>
                  <a:pt x="2931" y="988728"/>
                  <a:pt x="3903" y="648823"/>
                  <a:pt x="15627" y="346954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>
                  <a:lumMod val="20000"/>
                  <a:lumOff val="80000"/>
                </a:schemeClr>
              </a:gs>
              <a:gs pos="50000">
                <a:schemeClr val="bg1"/>
              </a:gs>
              <a:gs pos="100000">
                <a:schemeClr val="accent4">
                  <a:lumMod val="20000"/>
                  <a:lumOff val="80000"/>
                </a:schemeClr>
              </a:gs>
            </a:gsLst>
            <a:lin ang="0" scaled="1"/>
            <a:tileRect/>
          </a:gradFill>
          <a:ln w="15875">
            <a:solidFill>
              <a:schemeClr val="accent1">
                <a:alpha val="0"/>
              </a:schemeClr>
            </a:solidFill>
          </a:ln>
          <a:effectLst>
            <a:glow>
              <a:srgbClr val="FFFF00"/>
            </a:glow>
            <a:outerShdw algn="ctr" rotWithShape="0">
              <a:schemeClr val="tx1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Free-form: Shape 13">
            <a:extLst>
              <a:ext uri="{FF2B5EF4-FFF2-40B4-BE49-F238E27FC236}">
                <a16:creationId xmlns:a16="http://schemas.microsoft.com/office/drawing/2014/main" id="{5F9413CA-8E0D-B250-B31E-4AA68BA7D014}"/>
              </a:ext>
            </a:extLst>
          </p:cNvPr>
          <p:cNvSpPr/>
          <p:nvPr/>
        </p:nvSpPr>
        <p:spPr>
          <a:xfrm rot="10800000">
            <a:off x="-2090" y="-10376"/>
            <a:ext cx="12192000" cy="898826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478107" h="1273677">
                <a:moveTo>
                  <a:pt x="8792" y="350485"/>
                </a:moveTo>
                <a:cubicBezTo>
                  <a:pt x="671146" y="356346"/>
                  <a:pt x="973014" y="-402723"/>
                  <a:pt x="2057399" y="306523"/>
                </a:cubicBezTo>
                <a:cubicBezTo>
                  <a:pt x="3282459" y="1004046"/>
                  <a:pt x="3979984" y="611323"/>
                  <a:pt x="4457699" y="376862"/>
                </a:cubicBezTo>
                <a:cubicBezTo>
                  <a:pt x="5723792" y="-223945"/>
                  <a:pt x="6216161" y="-7069"/>
                  <a:pt x="7016261" y="341693"/>
                </a:cubicBezTo>
                <a:cubicBezTo>
                  <a:pt x="8672145" y="977671"/>
                  <a:pt x="8657492" y="347554"/>
                  <a:pt x="9478107" y="350485"/>
                </a:cubicBezTo>
                <a:cubicBezTo>
                  <a:pt x="9475176" y="652354"/>
                  <a:pt x="9472246" y="954224"/>
                  <a:pt x="9469315" y="1256093"/>
                </a:cubicBezTo>
                <a:lnTo>
                  <a:pt x="7253653" y="1247300"/>
                </a:lnTo>
                <a:lnTo>
                  <a:pt x="4826976" y="1273677"/>
                </a:lnTo>
                <a:lnTo>
                  <a:pt x="2751992" y="1264885"/>
                </a:lnTo>
                <a:lnTo>
                  <a:pt x="0" y="1212131"/>
                </a:lnTo>
                <a:cubicBezTo>
                  <a:pt x="2931" y="927846"/>
                  <a:pt x="-2932" y="652354"/>
                  <a:pt x="8792" y="350485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  <a:effectLst>
            <a:glow>
              <a:srgbClr val="FFFF00"/>
            </a:glow>
            <a:outerShdw algn="ctr" rotWithShape="0">
              <a:schemeClr val="tx1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Free-form: Shape 13">
            <a:extLst>
              <a:ext uri="{FF2B5EF4-FFF2-40B4-BE49-F238E27FC236}">
                <a16:creationId xmlns:a16="http://schemas.microsoft.com/office/drawing/2014/main" id="{87E5E9A3-5B8C-CBB5-88F6-FB4E956A66F7}"/>
              </a:ext>
            </a:extLst>
          </p:cNvPr>
          <p:cNvSpPr/>
          <p:nvPr/>
        </p:nvSpPr>
        <p:spPr>
          <a:xfrm rot="10800000">
            <a:off x="-26376" y="-237830"/>
            <a:ext cx="12218376" cy="965187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8414099 w 9478107"/>
              <a:gd name="connsiteY4" fmla="*/ 797823 h 1273677"/>
              <a:gd name="connsiteX5" fmla="*/ 9478107 w 9478107"/>
              <a:gd name="connsiteY5" fmla="*/ 350485 h 1273677"/>
              <a:gd name="connsiteX6" fmla="*/ 9469315 w 9478107"/>
              <a:gd name="connsiteY6" fmla="*/ 1256093 h 1273677"/>
              <a:gd name="connsiteX7" fmla="*/ 7253653 w 9478107"/>
              <a:gd name="connsiteY7" fmla="*/ 1247300 h 1273677"/>
              <a:gd name="connsiteX8" fmla="*/ 4826976 w 9478107"/>
              <a:gd name="connsiteY8" fmla="*/ 1273677 h 1273677"/>
              <a:gd name="connsiteX9" fmla="*/ 2751992 w 9478107"/>
              <a:gd name="connsiteY9" fmla="*/ 1264885 h 1273677"/>
              <a:gd name="connsiteX10" fmla="*/ 0 w 9478107"/>
              <a:gd name="connsiteY10" fmla="*/ 1212131 h 1273677"/>
              <a:gd name="connsiteX11" fmla="*/ 8792 w 9478107"/>
              <a:gd name="connsiteY11" fmla="*/ 350485 h 1273677"/>
              <a:gd name="connsiteX0" fmla="*/ 8792 w 9478107"/>
              <a:gd name="connsiteY0" fmla="*/ 463370 h 1386562"/>
              <a:gd name="connsiteX1" fmla="*/ 2057399 w 9478107"/>
              <a:gd name="connsiteY1" fmla="*/ 419408 h 1386562"/>
              <a:gd name="connsiteX2" fmla="*/ 4457699 w 9478107"/>
              <a:gd name="connsiteY2" fmla="*/ 489747 h 1386562"/>
              <a:gd name="connsiteX3" fmla="*/ 7009426 w 9478107"/>
              <a:gd name="connsiteY3" fmla="*/ 98357 h 1386562"/>
              <a:gd name="connsiteX4" fmla="*/ 8414099 w 9478107"/>
              <a:gd name="connsiteY4" fmla="*/ 910708 h 1386562"/>
              <a:gd name="connsiteX5" fmla="*/ 9478107 w 9478107"/>
              <a:gd name="connsiteY5" fmla="*/ 463370 h 1386562"/>
              <a:gd name="connsiteX6" fmla="*/ 9469315 w 9478107"/>
              <a:gd name="connsiteY6" fmla="*/ 1368978 h 1386562"/>
              <a:gd name="connsiteX7" fmla="*/ 7253653 w 9478107"/>
              <a:gd name="connsiteY7" fmla="*/ 1360185 h 1386562"/>
              <a:gd name="connsiteX8" fmla="*/ 4826976 w 9478107"/>
              <a:gd name="connsiteY8" fmla="*/ 1386562 h 1386562"/>
              <a:gd name="connsiteX9" fmla="*/ 2751992 w 9478107"/>
              <a:gd name="connsiteY9" fmla="*/ 1377770 h 1386562"/>
              <a:gd name="connsiteX10" fmla="*/ 0 w 9478107"/>
              <a:gd name="connsiteY10" fmla="*/ 1325016 h 1386562"/>
              <a:gd name="connsiteX11" fmla="*/ 8792 w 9478107"/>
              <a:gd name="connsiteY11" fmla="*/ 463370 h 1386562"/>
              <a:gd name="connsiteX0" fmla="*/ 8792 w 9478107"/>
              <a:gd name="connsiteY0" fmla="*/ 463370 h 1386562"/>
              <a:gd name="connsiteX1" fmla="*/ 2057399 w 9478107"/>
              <a:gd name="connsiteY1" fmla="*/ 419408 h 1386562"/>
              <a:gd name="connsiteX2" fmla="*/ 4457699 w 9478107"/>
              <a:gd name="connsiteY2" fmla="*/ 489747 h 1386562"/>
              <a:gd name="connsiteX3" fmla="*/ 7009426 w 9478107"/>
              <a:gd name="connsiteY3" fmla="*/ 98357 h 1386562"/>
              <a:gd name="connsiteX4" fmla="*/ 8414099 w 9478107"/>
              <a:gd name="connsiteY4" fmla="*/ 910708 h 1386562"/>
              <a:gd name="connsiteX5" fmla="*/ 9478107 w 9478107"/>
              <a:gd name="connsiteY5" fmla="*/ 463370 h 1386562"/>
              <a:gd name="connsiteX6" fmla="*/ 9469315 w 9478107"/>
              <a:gd name="connsiteY6" fmla="*/ 1368978 h 1386562"/>
              <a:gd name="connsiteX7" fmla="*/ 7253653 w 9478107"/>
              <a:gd name="connsiteY7" fmla="*/ 1360185 h 1386562"/>
              <a:gd name="connsiteX8" fmla="*/ 4826976 w 9478107"/>
              <a:gd name="connsiteY8" fmla="*/ 1386562 h 1386562"/>
              <a:gd name="connsiteX9" fmla="*/ 2751992 w 9478107"/>
              <a:gd name="connsiteY9" fmla="*/ 1377770 h 1386562"/>
              <a:gd name="connsiteX10" fmla="*/ 0 w 9478107"/>
              <a:gd name="connsiteY10" fmla="*/ 1325016 h 1386562"/>
              <a:gd name="connsiteX11" fmla="*/ 8792 w 9478107"/>
              <a:gd name="connsiteY11" fmla="*/ 463370 h 1386562"/>
              <a:gd name="connsiteX0" fmla="*/ 8792 w 9498612"/>
              <a:gd name="connsiteY0" fmla="*/ 463370 h 1386562"/>
              <a:gd name="connsiteX1" fmla="*/ 2057399 w 9498612"/>
              <a:gd name="connsiteY1" fmla="*/ 419408 h 1386562"/>
              <a:gd name="connsiteX2" fmla="*/ 4457699 w 9498612"/>
              <a:gd name="connsiteY2" fmla="*/ 489747 h 1386562"/>
              <a:gd name="connsiteX3" fmla="*/ 7009426 w 9498612"/>
              <a:gd name="connsiteY3" fmla="*/ 98357 h 1386562"/>
              <a:gd name="connsiteX4" fmla="*/ 8414099 w 9498612"/>
              <a:gd name="connsiteY4" fmla="*/ 910708 h 1386562"/>
              <a:gd name="connsiteX5" fmla="*/ 9498612 w 9498612"/>
              <a:gd name="connsiteY5" fmla="*/ 200892 h 1386562"/>
              <a:gd name="connsiteX6" fmla="*/ 9469315 w 9498612"/>
              <a:gd name="connsiteY6" fmla="*/ 1368978 h 1386562"/>
              <a:gd name="connsiteX7" fmla="*/ 7253653 w 9498612"/>
              <a:gd name="connsiteY7" fmla="*/ 1360185 h 1386562"/>
              <a:gd name="connsiteX8" fmla="*/ 4826976 w 9498612"/>
              <a:gd name="connsiteY8" fmla="*/ 1386562 h 1386562"/>
              <a:gd name="connsiteX9" fmla="*/ 2751992 w 9498612"/>
              <a:gd name="connsiteY9" fmla="*/ 1377770 h 1386562"/>
              <a:gd name="connsiteX10" fmla="*/ 0 w 9498612"/>
              <a:gd name="connsiteY10" fmla="*/ 1325016 h 1386562"/>
              <a:gd name="connsiteX11" fmla="*/ 8792 w 9498612"/>
              <a:gd name="connsiteY11" fmla="*/ 463370 h 1386562"/>
              <a:gd name="connsiteX0" fmla="*/ 8792 w 9498612"/>
              <a:gd name="connsiteY0" fmla="*/ 444298 h 1367490"/>
              <a:gd name="connsiteX1" fmla="*/ 2057399 w 9498612"/>
              <a:gd name="connsiteY1" fmla="*/ 400336 h 1367490"/>
              <a:gd name="connsiteX2" fmla="*/ 4320995 w 9498612"/>
              <a:gd name="connsiteY2" fmla="*/ 695656 h 1367490"/>
              <a:gd name="connsiteX3" fmla="*/ 7009426 w 9498612"/>
              <a:gd name="connsiteY3" fmla="*/ 79285 h 1367490"/>
              <a:gd name="connsiteX4" fmla="*/ 8414099 w 9498612"/>
              <a:gd name="connsiteY4" fmla="*/ 891636 h 1367490"/>
              <a:gd name="connsiteX5" fmla="*/ 9498612 w 9498612"/>
              <a:gd name="connsiteY5" fmla="*/ 181820 h 1367490"/>
              <a:gd name="connsiteX6" fmla="*/ 9469315 w 9498612"/>
              <a:gd name="connsiteY6" fmla="*/ 1349906 h 1367490"/>
              <a:gd name="connsiteX7" fmla="*/ 7253653 w 9498612"/>
              <a:gd name="connsiteY7" fmla="*/ 1341113 h 1367490"/>
              <a:gd name="connsiteX8" fmla="*/ 4826976 w 9498612"/>
              <a:gd name="connsiteY8" fmla="*/ 1367490 h 1367490"/>
              <a:gd name="connsiteX9" fmla="*/ 2751992 w 9498612"/>
              <a:gd name="connsiteY9" fmla="*/ 1358698 h 1367490"/>
              <a:gd name="connsiteX10" fmla="*/ 0 w 9498612"/>
              <a:gd name="connsiteY10" fmla="*/ 1305944 h 1367490"/>
              <a:gd name="connsiteX11" fmla="*/ 8792 w 9498612"/>
              <a:gd name="connsiteY11" fmla="*/ 444298 h 1367490"/>
              <a:gd name="connsiteX0" fmla="*/ 8792 w 9498612"/>
              <a:gd name="connsiteY0" fmla="*/ 428789 h 1351981"/>
              <a:gd name="connsiteX1" fmla="*/ 2057399 w 9498612"/>
              <a:gd name="connsiteY1" fmla="*/ 384827 h 1351981"/>
              <a:gd name="connsiteX2" fmla="*/ 3698995 w 9498612"/>
              <a:gd name="connsiteY2" fmla="*/ 961374 h 1351981"/>
              <a:gd name="connsiteX3" fmla="*/ 7009426 w 9498612"/>
              <a:gd name="connsiteY3" fmla="*/ 63776 h 1351981"/>
              <a:gd name="connsiteX4" fmla="*/ 8414099 w 9498612"/>
              <a:gd name="connsiteY4" fmla="*/ 876127 h 1351981"/>
              <a:gd name="connsiteX5" fmla="*/ 9498612 w 9498612"/>
              <a:gd name="connsiteY5" fmla="*/ 166311 h 1351981"/>
              <a:gd name="connsiteX6" fmla="*/ 9469315 w 9498612"/>
              <a:gd name="connsiteY6" fmla="*/ 1334397 h 1351981"/>
              <a:gd name="connsiteX7" fmla="*/ 7253653 w 9498612"/>
              <a:gd name="connsiteY7" fmla="*/ 1325604 h 1351981"/>
              <a:gd name="connsiteX8" fmla="*/ 4826976 w 9498612"/>
              <a:gd name="connsiteY8" fmla="*/ 1351981 h 1351981"/>
              <a:gd name="connsiteX9" fmla="*/ 2751992 w 9498612"/>
              <a:gd name="connsiteY9" fmla="*/ 1343189 h 1351981"/>
              <a:gd name="connsiteX10" fmla="*/ 0 w 9498612"/>
              <a:gd name="connsiteY10" fmla="*/ 1290435 h 1351981"/>
              <a:gd name="connsiteX11" fmla="*/ 8792 w 9498612"/>
              <a:gd name="connsiteY11" fmla="*/ 428789 h 1351981"/>
              <a:gd name="connsiteX0" fmla="*/ 8792 w 9498612"/>
              <a:gd name="connsiteY0" fmla="*/ 595005 h 1518197"/>
              <a:gd name="connsiteX1" fmla="*/ 2057399 w 9498612"/>
              <a:gd name="connsiteY1" fmla="*/ 551043 h 1518197"/>
              <a:gd name="connsiteX2" fmla="*/ 3698995 w 9498612"/>
              <a:gd name="connsiteY2" fmla="*/ 1127590 h 1518197"/>
              <a:gd name="connsiteX3" fmla="*/ 5386116 w 9498612"/>
              <a:gd name="connsiteY3" fmla="*/ 48678 h 1518197"/>
              <a:gd name="connsiteX4" fmla="*/ 7009426 w 9498612"/>
              <a:gd name="connsiteY4" fmla="*/ 229992 h 1518197"/>
              <a:gd name="connsiteX5" fmla="*/ 8414099 w 9498612"/>
              <a:gd name="connsiteY5" fmla="*/ 1042343 h 1518197"/>
              <a:gd name="connsiteX6" fmla="*/ 9498612 w 9498612"/>
              <a:gd name="connsiteY6" fmla="*/ 332527 h 1518197"/>
              <a:gd name="connsiteX7" fmla="*/ 9469315 w 9498612"/>
              <a:gd name="connsiteY7" fmla="*/ 1500613 h 1518197"/>
              <a:gd name="connsiteX8" fmla="*/ 7253653 w 9498612"/>
              <a:gd name="connsiteY8" fmla="*/ 1491820 h 1518197"/>
              <a:gd name="connsiteX9" fmla="*/ 4826976 w 9498612"/>
              <a:gd name="connsiteY9" fmla="*/ 1518197 h 1518197"/>
              <a:gd name="connsiteX10" fmla="*/ 2751992 w 9498612"/>
              <a:gd name="connsiteY10" fmla="*/ 1509405 h 1518197"/>
              <a:gd name="connsiteX11" fmla="*/ 0 w 9498612"/>
              <a:gd name="connsiteY11" fmla="*/ 1456651 h 1518197"/>
              <a:gd name="connsiteX12" fmla="*/ 8792 w 9498612"/>
              <a:gd name="connsiteY12" fmla="*/ 595005 h 1518197"/>
              <a:gd name="connsiteX0" fmla="*/ 8792 w 9498612"/>
              <a:gd name="connsiteY0" fmla="*/ 629716 h 1552908"/>
              <a:gd name="connsiteX1" fmla="*/ 2057399 w 9498612"/>
              <a:gd name="connsiteY1" fmla="*/ 585754 h 1552908"/>
              <a:gd name="connsiteX2" fmla="*/ 3698995 w 9498612"/>
              <a:gd name="connsiteY2" fmla="*/ 1162301 h 1552908"/>
              <a:gd name="connsiteX3" fmla="*/ 5386116 w 9498612"/>
              <a:gd name="connsiteY3" fmla="*/ 83389 h 1552908"/>
              <a:gd name="connsiteX4" fmla="*/ 7009426 w 9498612"/>
              <a:gd name="connsiteY4" fmla="*/ 264703 h 1552908"/>
              <a:gd name="connsiteX5" fmla="*/ 8414099 w 9498612"/>
              <a:gd name="connsiteY5" fmla="*/ 1077054 h 1552908"/>
              <a:gd name="connsiteX6" fmla="*/ 9498612 w 9498612"/>
              <a:gd name="connsiteY6" fmla="*/ 367238 h 1552908"/>
              <a:gd name="connsiteX7" fmla="*/ 9469315 w 9498612"/>
              <a:gd name="connsiteY7" fmla="*/ 1535324 h 1552908"/>
              <a:gd name="connsiteX8" fmla="*/ 7253653 w 9498612"/>
              <a:gd name="connsiteY8" fmla="*/ 1526531 h 1552908"/>
              <a:gd name="connsiteX9" fmla="*/ 4826976 w 9498612"/>
              <a:gd name="connsiteY9" fmla="*/ 1552908 h 1552908"/>
              <a:gd name="connsiteX10" fmla="*/ 2751992 w 9498612"/>
              <a:gd name="connsiteY10" fmla="*/ 1544116 h 1552908"/>
              <a:gd name="connsiteX11" fmla="*/ 0 w 9498612"/>
              <a:gd name="connsiteY11" fmla="*/ 1491362 h 1552908"/>
              <a:gd name="connsiteX12" fmla="*/ 8792 w 9498612"/>
              <a:gd name="connsiteY12" fmla="*/ 629716 h 1552908"/>
              <a:gd name="connsiteX0" fmla="*/ 8792 w 9498612"/>
              <a:gd name="connsiteY0" fmla="*/ 629716 h 1552908"/>
              <a:gd name="connsiteX1" fmla="*/ 2057399 w 9498612"/>
              <a:gd name="connsiteY1" fmla="*/ 585754 h 1552908"/>
              <a:gd name="connsiteX2" fmla="*/ 3698995 w 9498612"/>
              <a:gd name="connsiteY2" fmla="*/ 1162301 h 1552908"/>
              <a:gd name="connsiteX3" fmla="*/ 5386116 w 9498612"/>
              <a:gd name="connsiteY3" fmla="*/ 83389 h 1552908"/>
              <a:gd name="connsiteX4" fmla="*/ 7009426 w 9498612"/>
              <a:gd name="connsiteY4" fmla="*/ 264703 h 1552908"/>
              <a:gd name="connsiteX5" fmla="*/ 8414099 w 9498612"/>
              <a:gd name="connsiteY5" fmla="*/ 1077054 h 1552908"/>
              <a:gd name="connsiteX6" fmla="*/ 9498612 w 9498612"/>
              <a:gd name="connsiteY6" fmla="*/ 367238 h 1552908"/>
              <a:gd name="connsiteX7" fmla="*/ 9469315 w 9498612"/>
              <a:gd name="connsiteY7" fmla="*/ 1535324 h 1552908"/>
              <a:gd name="connsiteX8" fmla="*/ 7253653 w 9498612"/>
              <a:gd name="connsiteY8" fmla="*/ 1526531 h 1552908"/>
              <a:gd name="connsiteX9" fmla="*/ 4826976 w 9498612"/>
              <a:gd name="connsiteY9" fmla="*/ 1552908 h 1552908"/>
              <a:gd name="connsiteX10" fmla="*/ 2751992 w 9498612"/>
              <a:gd name="connsiteY10" fmla="*/ 1544116 h 1552908"/>
              <a:gd name="connsiteX11" fmla="*/ 0 w 9498612"/>
              <a:gd name="connsiteY11" fmla="*/ 1491362 h 1552908"/>
              <a:gd name="connsiteX12" fmla="*/ 8792 w 9498612"/>
              <a:gd name="connsiteY12" fmla="*/ 629716 h 1552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9498612" h="1552908">
                <a:moveTo>
                  <a:pt x="8792" y="629716"/>
                </a:moveTo>
                <a:cubicBezTo>
                  <a:pt x="671146" y="635577"/>
                  <a:pt x="973014" y="-123492"/>
                  <a:pt x="2057399" y="585754"/>
                </a:cubicBezTo>
                <a:cubicBezTo>
                  <a:pt x="3282459" y="1283277"/>
                  <a:pt x="3144209" y="1246028"/>
                  <a:pt x="3698995" y="1162301"/>
                </a:cubicBezTo>
                <a:cubicBezTo>
                  <a:pt x="4253781" y="1078574"/>
                  <a:pt x="4834377" y="232989"/>
                  <a:pt x="5386116" y="83389"/>
                </a:cubicBezTo>
                <a:cubicBezTo>
                  <a:pt x="5937855" y="-66211"/>
                  <a:pt x="6463751" y="-19649"/>
                  <a:pt x="7009426" y="264703"/>
                </a:cubicBezTo>
                <a:cubicBezTo>
                  <a:pt x="7646042" y="612966"/>
                  <a:pt x="8003791" y="1075589"/>
                  <a:pt x="8414099" y="1077054"/>
                </a:cubicBezTo>
                <a:cubicBezTo>
                  <a:pt x="8824407" y="1078519"/>
                  <a:pt x="9320464" y="250238"/>
                  <a:pt x="9498612" y="367238"/>
                </a:cubicBezTo>
                <a:cubicBezTo>
                  <a:pt x="9495681" y="669107"/>
                  <a:pt x="9472246" y="1233455"/>
                  <a:pt x="9469315" y="1535324"/>
                </a:cubicBezTo>
                <a:lnTo>
                  <a:pt x="7253653" y="1526531"/>
                </a:lnTo>
                <a:lnTo>
                  <a:pt x="4826976" y="1552908"/>
                </a:lnTo>
                <a:lnTo>
                  <a:pt x="2751992" y="1544116"/>
                </a:lnTo>
                <a:lnTo>
                  <a:pt x="0" y="1491362"/>
                </a:lnTo>
                <a:cubicBezTo>
                  <a:pt x="2931" y="1207077"/>
                  <a:pt x="-2932" y="931585"/>
                  <a:pt x="8792" y="629716"/>
                </a:cubicBezTo>
                <a:close/>
              </a:path>
            </a:pathLst>
          </a:custGeom>
          <a:gradFill>
            <a:gsLst>
              <a:gs pos="0">
                <a:srgbClr val="EFFCFF"/>
              </a:gs>
              <a:gs pos="50000">
                <a:schemeClr val="accent4">
                  <a:lumMod val="40000"/>
                  <a:lumOff val="6000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ffectLst>
            <a:glow>
              <a:srgbClr val="FFFF00"/>
            </a:glow>
            <a:outerShdw algn="ctr" rotWithShape="0">
              <a:schemeClr val="tx1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837C855E-F70E-F97A-5061-29D00BA11349}"/>
              </a:ext>
            </a:extLst>
          </p:cNvPr>
          <p:cNvSpPr/>
          <p:nvPr/>
        </p:nvSpPr>
        <p:spPr>
          <a:xfrm>
            <a:off x="-7747" y="6538183"/>
            <a:ext cx="12207494" cy="319817"/>
          </a:xfrm>
          <a:prstGeom prst="rect">
            <a:avLst/>
          </a:prstGeom>
          <a:solidFill>
            <a:srgbClr val="8ECEFA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6533BD2-7016-D99B-8D14-5716721F009D}"/>
              </a:ext>
            </a:extLst>
          </p:cNvPr>
          <p:cNvSpPr txBox="1"/>
          <p:nvPr/>
        </p:nvSpPr>
        <p:spPr>
          <a:xfrm>
            <a:off x="342900" y="1465091"/>
            <a:ext cx="1121898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it-IT" dirty="0"/>
          </a:p>
          <a:p>
            <a:endParaRPr lang="it-IT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cs typeface="Times New Roman" panose="02020603050405020304" pitchFamily="18" charset="0"/>
              </a:rPr>
              <a:t>Final Procedure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cs typeface="Times New Roman" panose="02020603050405020304" pitchFamily="18" charset="0"/>
              </a:rPr>
              <a:t>Working Directory of </a:t>
            </a:r>
            <a:r>
              <a:rPr lang="en-US" sz="2400" dirty="0" err="1">
                <a:cs typeface="Times New Roman" panose="02020603050405020304" pitchFamily="18" charset="0"/>
              </a:rPr>
              <a:t>MExtremes</a:t>
            </a:r>
            <a:endParaRPr lang="en-US" sz="2400" dirty="0"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>
                <a:cs typeface="Times New Roman" panose="02020603050405020304" pitchFamily="18" charset="0"/>
              </a:rPr>
              <a:t>MExtremes</a:t>
            </a:r>
            <a:r>
              <a:rPr lang="en-US" sz="2400" dirty="0">
                <a:cs typeface="Times New Roman" panose="02020603050405020304" pitchFamily="18" charset="0"/>
              </a:rPr>
              <a:t> Tables and Extracted Values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cs typeface="Times New Roman" panose="02020603050405020304" pitchFamily="18" charset="0"/>
              </a:rPr>
              <a:t>Bibliography</a:t>
            </a:r>
          </a:p>
          <a:p>
            <a:endParaRPr lang="en-US" dirty="0"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dirty="0">
              <a:cs typeface="Times New Roman" panose="02020603050405020304" pitchFamily="18" charset="0"/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9E0AA001-DA32-5B78-E7F7-573800334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833304" y="6536048"/>
            <a:ext cx="287215" cy="365125"/>
          </a:xfrm>
        </p:spPr>
        <p:txBody>
          <a:bodyPr/>
          <a:lstStyle/>
          <a:p>
            <a:fld id="{013F6232-4F06-48BA-8F69-BF531F607829}" type="slidenum">
              <a:rPr lang="en-GB" sz="1400" smtClean="0">
                <a:solidFill>
                  <a:schemeClr val="bg1"/>
                </a:solidFill>
              </a:rPr>
              <a:t>2</a:t>
            </a:fld>
            <a:endParaRPr lang="en-GB" sz="1400" dirty="0">
              <a:solidFill>
                <a:schemeClr val="bg1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EBE381E-3397-D2E2-45A9-C6F7EAF78A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418" y="502853"/>
            <a:ext cx="7982574" cy="712728"/>
          </a:xfrm>
        </p:spPr>
        <p:txBody>
          <a:bodyPr>
            <a:normAutofit/>
          </a:bodyPr>
          <a:lstStyle/>
          <a:p>
            <a:r>
              <a:rPr lang="en-US" sz="4400" dirty="0"/>
              <a:t>Agenda For </a:t>
            </a:r>
            <a:r>
              <a:rPr lang="it-IT" dirty="0"/>
              <a:t>Loads &amp; Dynamics</a:t>
            </a:r>
            <a:endParaRPr lang="en-US" sz="44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873AD17-49A9-1372-BEA3-994BB76CBDE8}"/>
              </a:ext>
            </a:extLst>
          </p:cNvPr>
          <p:cNvCxnSpPr/>
          <p:nvPr/>
        </p:nvCxnSpPr>
        <p:spPr>
          <a:xfrm>
            <a:off x="484418" y="1171879"/>
            <a:ext cx="11218984" cy="0"/>
          </a:xfrm>
          <a:prstGeom prst="line">
            <a:avLst/>
          </a:prstGeom>
          <a:ln w="38100">
            <a:solidFill>
              <a:srgbClr val="8ECE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C1CE810C-6C17-B4BE-B68E-E8F18C7174DF}"/>
              </a:ext>
            </a:extLst>
          </p:cNvPr>
          <p:cNvSpPr txBox="1"/>
          <p:nvPr/>
        </p:nvSpPr>
        <p:spPr>
          <a:xfrm>
            <a:off x="9172575" y="6542216"/>
            <a:ext cx="27876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Load &amp; Dynamics Team/ Optimus Syria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F5526F-EA1E-29F5-D36D-9C6FF00049B8}"/>
              </a:ext>
            </a:extLst>
          </p:cNvPr>
          <p:cNvSpPr txBox="1"/>
          <p:nvPr/>
        </p:nvSpPr>
        <p:spPr>
          <a:xfrm>
            <a:off x="412716" y="6565449"/>
            <a:ext cx="10001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16/12/2025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CAD75A-36E6-FD8F-351F-B11CB9C8C4BB}"/>
              </a:ext>
            </a:extLst>
          </p:cNvPr>
          <p:cNvSpPr txBox="1"/>
          <p:nvPr/>
        </p:nvSpPr>
        <p:spPr>
          <a:xfrm>
            <a:off x="5372759" y="6597317"/>
            <a:ext cx="14764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Arham Memon</a:t>
            </a:r>
          </a:p>
        </p:txBody>
      </p:sp>
    </p:spTree>
    <p:extLst>
      <p:ext uri="{BB962C8B-B14F-4D97-AF65-F5344CB8AC3E}">
        <p14:creationId xmlns:p14="http://schemas.microsoft.com/office/powerpoint/2010/main" val="11065537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BD06B-41C3-447D-33BA-0D0956516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-form: Shape 13">
            <a:extLst>
              <a:ext uri="{FF2B5EF4-FFF2-40B4-BE49-F238E27FC236}">
                <a16:creationId xmlns:a16="http://schemas.microsoft.com/office/drawing/2014/main" id="{6B126A9F-06B4-29D1-C004-78EB4398FCB1}"/>
              </a:ext>
            </a:extLst>
          </p:cNvPr>
          <p:cNvSpPr/>
          <p:nvPr/>
        </p:nvSpPr>
        <p:spPr>
          <a:xfrm rot="10800000">
            <a:off x="-35168" y="277945"/>
            <a:ext cx="12216286" cy="898824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4457699 w 9478107"/>
              <a:gd name="connsiteY2" fmla="*/ 373331 h 1270146"/>
              <a:gd name="connsiteX3" fmla="*/ 7016261 w 9478107"/>
              <a:gd name="connsiteY3" fmla="*/ 33816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16261 w 9478107"/>
              <a:gd name="connsiteY3" fmla="*/ 33816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72464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8755857 w 9478107"/>
              <a:gd name="connsiteY4" fmla="*/ 446231 h 1270146"/>
              <a:gd name="connsiteX5" fmla="*/ 9478107 w 9478107"/>
              <a:gd name="connsiteY5" fmla="*/ 346954 h 1270146"/>
              <a:gd name="connsiteX6" fmla="*/ 9469315 w 9478107"/>
              <a:gd name="connsiteY6" fmla="*/ 1252562 h 1270146"/>
              <a:gd name="connsiteX7" fmla="*/ 7253653 w 9478107"/>
              <a:gd name="connsiteY7" fmla="*/ 1243769 h 1270146"/>
              <a:gd name="connsiteX8" fmla="*/ 4826976 w 9478107"/>
              <a:gd name="connsiteY8" fmla="*/ 1270146 h 1270146"/>
              <a:gd name="connsiteX9" fmla="*/ 2751992 w 9478107"/>
              <a:gd name="connsiteY9" fmla="*/ 1261354 h 1270146"/>
              <a:gd name="connsiteX10" fmla="*/ 0 w 9478107"/>
              <a:gd name="connsiteY10" fmla="*/ 1208600 h 1270146"/>
              <a:gd name="connsiteX11" fmla="*/ 8792 w 9478107"/>
              <a:gd name="connsiteY11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8557637 w 9478107"/>
              <a:gd name="connsiteY4" fmla="*/ 716768 h 1270146"/>
              <a:gd name="connsiteX5" fmla="*/ 9478107 w 9478107"/>
              <a:gd name="connsiteY5" fmla="*/ 346954 h 1270146"/>
              <a:gd name="connsiteX6" fmla="*/ 9469315 w 9478107"/>
              <a:gd name="connsiteY6" fmla="*/ 1252562 h 1270146"/>
              <a:gd name="connsiteX7" fmla="*/ 7253653 w 9478107"/>
              <a:gd name="connsiteY7" fmla="*/ 1243769 h 1270146"/>
              <a:gd name="connsiteX8" fmla="*/ 4826976 w 9478107"/>
              <a:gd name="connsiteY8" fmla="*/ 1270146 h 1270146"/>
              <a:gd name="connsiteX9" fmla="*/ 2751992 w 9478107"/>
              <a:gd name="connsiteY9" fmla="*/ 1261354 h 1270146"/>
              <a:gd name="connsiteX10" fmla="*/ 0 w 9478107"/>
              <a:gd name="connsiteY10" fmla="*/ 1208600 h 1270146"/>
              <a:gd name="connsiteX11" fmla="*/ 8792 w 9478107"/>
              <a:gd name="connsiteY11" fmla="*/ 346954 h 1270146"/>
              <a:gd name="connsiteX0" fmla="*/ 15627 w 9484942"/>
              <a:gd name="connsiteY0" fmla="*/ 346954 h 1277035"/>
              <a:gd name="connsiteX1" fmla="*/ 2364982 w 9484942"/>
              <a:gd name="connsiteY1" fmla="*/ 302992 h 1277035"/>
              <a:gd name="connsiteX2" fmla="*/ 5134381 w 9484942"/>
              <a:gd name="connsiteY2" fmla="*/ 115678 h 1277035"/>
              <a:gd name="connsiteX3" fmla="*/ 7091448 w 9484942"/>
              <a:gd name="connsiteY3" fmla="*/ 647346 h 1277035"/>
              <a:gd name="connsiteX4" fmla="*/ 8564472 w 9484942"/>
              <a:gd name="connsiteY4" fmla="*/ 716768 h 1277035"/>
              <a:gd name="connsiteX5" fmla="*/ 9484942 w 9484942"/>
              <a:gd name="connsiteY5" fmla="*/ 346954 h 1277035"/>
              <a:gd name="connsiteX6" fmla="*/ 9476150 w 9484942"/>
              <a:gd name="connsiteY6" fmla="*/ 1252562 h 1277035"/>
              <a:gd name="connsiteX7" fmla="*/ 7260488 w 9484942"/>
              <a:gd name="connsiteY7" fmla="*/ 1243769 h 1277035"/>
              <a:gd name="connsiteX8" fmla="*/ 4833811 w 9484942"/>
              <a:gd name="connsiteY8" fmla="*/ 1270146 h 1277035"/>
              <a:gd name="connsiteX9" fmla="*/ 2758827 w 9484942"/>
              <a:gd name="connsiteY9" fmla="*/ 1261354 h 1277035"/>
              <a:gd name="connsiteX10" fmla="*/ 0 w 9484942"/>
              <a:gd name="connsiteY10" fmla="*/ 1273013 h 1277035"/>
              <a:gd name="connsiteX11" fmla="*/ 15627 w 9484942"/>
              <a:gd name="connsiteY11" fmla="*/ 346954 h 1277035"/>
              <a:gd name="connsiteX0" fmla="*/ 15627 w 9484942"/>
              <a:gd name="connsiteY0" fmla="*/ 346954 h 1300002"/>
              <a:gd name="connsiteX1" fmla="*/ 2364982 w 9484942"/>
              <a:gd name="connsiteY1" fmla="*/ 302992 h 1300002"/>
              <a:gd name="connsiteX2" fmla="*/ 5134381 w 9484942"/>
              <a:gd name="connsiteY2" fmla="*/ 115678 h 1300002"/>
              <a:gd name="connsiteX3" fmla="*/ 7091448 w 9484942"/>
              <a:gd name="connsiteY3" fmla="*/ 647346 h 1300002"/>
              <a:gd name="connsiteX4" fmla="*/ 8564472 w 9484942"/>
              <a:gd name="connsiteY4" fmla="*/ 716768 h 1300002"/>
              <a:gd name="connsiteX5" fmla="*/ 9484942 w 9484942"/>
              <a:gd name="connsiteY5" fmla="*/ 346954 h 1300002"/>
              <a:gd name="connsiteX6" fmla="*/ 9476150 w 9484942"/>
              <a:gd name="connsiteY6" fmla="*/ 1252562 h 1300002"/>
              <a:gd name="connsiteX7" fmla="*/ 7260488 w 9484942"/>
              <a:gd name="connsiteY7" fmla="*/ 1243769 h 1300002"/>
              <a:gd name="connsiteX8" fmla="*/ 4833811 w 9484942"/>
              <a:gd name="connsiteY8" fmla="*/ 1270146 h 1300002"/>
              <a:gd name="connsiteX9" fmla="*/ 2779333 w 9484942"/>
              <a:gd name="connsiteY9" fmla="*/ 1300002 h 1300002"/>
              <a:gd name="connsiteX10" fmla="*/ 0 w 9484942"/>
              <a:gd name="connsiteY10" fmla="*/ 1273013 h 1300002"/>
              <a:gd name="connsiteX11" fmla="*/ 15627 w 9484942"/>
              <a:gd name="connsiteY11" fmla="*/ 346954 h 1300002"/>
              <a:gd name="connsiteX0" fmla="*/ 15627 w 9484942"/>
              <a:gd name="connsiteY0" fmla="*/ 346954 h 1346830"/>
              <a:gd name="connsiteX1" fmla="*/ 2364982 w 9484942"/>
              <a:gd name="connsiteY1" fmla="*/ 302992 h 1346830"/>
              <a:gd name="connsiteX2" fmla="*/ 5134381 w 9484942"/>
              <a:gd name="connsiteY2" fmla="*/ 115678 h 1346830"/>
              <a:gd name="connsiteX3" fmla="*/ 7091448 w 9484942"/>
              <a:gd name="connsiteY3" fmla="*/ 647346 h 1346830"/>
              <a:gd name="connsiteX4" fmla="*/ 8564472 w 9484942"/>
              <a:gd name="connsiteY4" fmla="*/ 716768 h 1346830"/>
              <a:gd name="connsiteX5" fmla="*/ 9484942 w 9484942"/>
              <a:gd name="connsiteY5" fmla="*/ 346954 h 1346830"/>
              <a:gd name="connsiteX6" fmla="*/ 9476150 w 9484942"/>
              <a:gd name="connsiteY6" fmla="*/ 1252562 h 1346830"/>
              <a:gd name="connsiteX7" fmla="*/ 7267323 w 9484942"/>
              <a:gd name="connsiteY7" fmla="*/ 1346830 h 1346830"/>
              <a:gd name="connsiteX8" fmla="*/ 4833811 w 9484942"/>
              <a:gd name="connsiteY8" fmla="*/ 1270146 h 1346830"/>
              <a:gd name="connsiteX9" fmla="*/ 2779333 w 9484942"/>
              <a:gd name="connsiteY9" fmla="*/ 1300002 h 1346830"/>
              <a:gd name="connsiteX10" fmla="*/ 0 w 9484942"/>
              <a:gd name="connsiteY10" fmla="*/ 1273013 h 1346830"/>
              <a:gd name="connsiteX11" fmla="*/ 15627 w 9484942"/>
              <a:gd name="connsiteY11" fmla="*/ 346954 h 1346830"/>
              <a:gd name="connsiteX0" fmla="*/ 15627 w 9484942"/>
              <a:gd name="connsiteY0" fmla="*/ 346954 h 1308182"/>
              <a:gd name="connsiteX1" fmla="*/ 2364982 w 9484942"/>
              <a:gd name="connsiteY1" fmla="*/ 302992 h 1308182"/>
              <a:gd name="connsiteX2" fmla="*/ 5134381 w 9484942"/>
              <a:gd name="connsiteY2" fmla="*/ 115678 h 1308182"/>
              <a:gd name="connsiteX3" fmla="*/ 7091448 w 9484942"/>
              <a:gd name="connsiteY3" fmla="*/ 647346 h 1308182"/>
              <a:gd name="connsiteX4" fmla="*/ 8564472 w 9484942"/>
              <a:gd name="connsiteY4" fmla="*/ 716768 h 1308182"/>
              <a:gd name="connsiteX5" fmla="*/ 9484942 w 9484942"/>
              <a:gd name="connsiteY5" fmla="*/ 346954 h 1308182"/>
              <a:gd name="connsiteX6" fmla="*/ 9476150 w 9484942"/>
              <a:gd name="connsiteY6" fmla="*/ 1252562 h 1308182"/>
              <a:gd name="connsiteX7" fmla="*/ 7246817 w 9484942"/>
              <a:gd name="connsiteY7" fmla="*/ 1308182 h 1308182"/>
              <a:gd name="connsiteX8" fmla="*/ 4833811 w 9484942"/>
              <a:gd name="connsiteY8" fmla="*/ 1270146 h 1308182"/>
              <a:gd name="connsiteX9" fmla="*/ 2779333 w 9484942"/>
              <a:gd name="connsiteY9" fmla="*/ 1300002 h 1308182"/>
              <a:gd name="connsiteX10" fmla="*/ 0 w 9484942"/>
              <a:gd name="connsiteY10" fmla="*/ 1273013 h 1308182"/>
              <a:gd name="connsiteX11" fmla="*/ 15627 w 9484942"/>
              <a:gd name="connsiteY11" fmla="*/ 346954 h 1308182"/>
              <a:gd name="connsiteX0" fmla="*/ 15627 w 9496987"/>
              <a:gd name="connsiteY0" fmla="*/ 346954 h 1316976"/>
              <a:gd name="connsiteX1" fmla="*/ 2364982 w 9496987"/>
              <a:gd name="connsiteY1" fmla="*/ 302992 h 1316976"/>
              <a:gd name="connsiteX2" fmla="*/ 5134381 w 9496987"/>
              <a:gd name="connsiteY2" fmla="*/ 115678 h 1316976"/>
              <a:gd name="connsiteX3" fmla="*/ 7091448 w 9496987"/>
              <a:gd name="connsiteY3" fmla="*/ 647346 h 1316976"/>
              <a:gd name="connsiteX4" fmla="*/ 8564472 w 9496987"/>
              <a:gd name="connsiteY4" fmla="*/ 716768 h 1316976"/>
              <a:gd name="connsiteX5" fmla="*/ 9484942 w 9496987"/>
              <a:gd name="connsiteY5" fmla="*/ 346954 h 1316976"/>
              <a:gd name="connsiteX6" fmla="*/ 9496656 w 9496987"/>
              <a:gd name="connsiteY6" fmla="*/ 1316976 h 1316976"/>
              <a:gd name="connsiteX7" fmla="*/ 7246817 w 9496987"/>
              <a:gd name="connsiteY7" fmla="*/ 1308182 h 1316976"/>
              <a:gd name="connsiteX8" fmla="*/ 4833811 w 9496987"/>
              <a:gd name="connsiteY8" fmla="*/ 1270146 h 1316976"/>
              <a:gd name="connsiteX9" fmla="*/ 2779333 w 9496987"/>
              <a:gd name="connsiteY9" fmla="*/ 1300002 h 1316976"/>
              <a:gd name="connsiteX10" fmla="*/ 0 w 9496987"/>
              <a:gd name="connsiteY10" fmla="*/ 1273013 h 1316976"/>
              <a:gd name="connsiteX11" fmla="*/ 15627 w 9496987"/>
              <a:gd name="connsiteY11" fmla="*/ 346954 h 13169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9496987" h="1316976">
                <a:moveTo>
                  <a:pt x="15627" y="346954"/>
                </a:moveTo>
                <a:cubicBezTo>
                  <a:pt x="677981" y="352815"/>
                  <a:pt x="1280597" y="-406254"/>
                  <a:pt x="2364982" y="302992"/>
                </a:cubicBezTo>
                <a:cubicBezTo>
                  <a:pt x="3590042" y="1000515"/>
                  <a:pt x="4346637" y="58286"/>
                  <a:pt x="5134381" y="115678"/>
                </a:cubicBezTo>
                <a:cubicBezTo>
                  <a:pt x="5922125" y="173070"/>
                  <a:pt x="6479894" y="562194"/>
                  <a:pt x="7091448" y="647346"/>
                </a:cubicBezTo>
                <a:cubicBezTo>
                  <a:pt x="7703002" y="732498"/>
                  <a:pt x="8165556" y="766833"/>
                  <a:pt x="8564472" y="716768"/>
                </a:cubicBezTo>
                <a:cubicBezTo>
                  <a:pt x="8963388" y="666703"/>
                  <a:pt x="9372868" y="242625"/>
                  <a:pt x="9484942" y="346954"/>
                </a:cubicBezTo>
                <a:cubicBezTo>
                  <a:pt x="9482011" y="648823"/>
                  <a:pt x="9499587" y="1015107"/>
                  <a:pt x="9496656" y="1316976"/>
                </a:cubicBezTo>
                <a:lnTo>
                  <a:pt x="7246817" y="1308182"/>
                </a:lnTo>
                <a:lnTo>
                  <a:pt x="4833811" y="1270146"/>
                </a:lnTo>
                <a:lnTo>
                  <a:pt x="2779333" y="1300002"/>
                </a:lnTo>
                <a:lnTo>
                  <a:pt x="0" y="1273013"/>
                </a:lnTo>
                <a:cubicBezTo>
                  <a:pt x="2931" y="988728"/>
                  <a:pt x="3903" y="648823"/>
                  <a:pt x="15627" y="346954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>
                  <a:lumMod val="20000"/>
                  <a:lumOff val="80000"/>
                </a:schemeClr>
              </a:gs>
              <a:gs pos="50000">
                <a:schemeClr val="bg1"/>
              </a:gs>
              <a:gs pos="100000">
                <a:schemeClr val="accent4">
                  <a:lumMod val="20000"/>
                  <a:lumOff val="80000"/>
                </a:schemeClr>
              </a:gs>
            </a:gsLst>
            <a:lin ang="0" scaled="1"/>
            <a:tileRect/>
          </a:gradFill>
          <a:ln w="15875">
            <a:solidFill>
              <a:schemeClr val="accent1">
                <a:alpha val="0"/>
              </a:schemeClr>
            </a:solidFill>
          </a:ln>
          <a:effectLst>
            <a:glow>
              <a:srgbClr val="FFFF00"/>
            </a:glow>
            <a:outerShdw algn="ctr" rotWithShape="0">
              <a:schemeClr val="tx1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Free-form: Shape 13">
            <a:extLst>
              <a:ext uri="{FF2B5EF4-FFF2-40B4-BE49-F238E27FC236}">
                <a16:creationId xmlns:a16="http://schemas.microsoft.com/office/drawing/2014/main" id="{08160115-CB47-939B-646F-5DF9D9A5CD79}"/>
              </a:ext>
            </a:extLst>
          </p:cNvPr>
          <p:cNvSpPr/>
          <p:nvPr/>
        </p:nvSpPr>
        <p:spPr>
          <a:xfrm rot="10800000">
            <a:off x="-2090" y="-10376"/>
            <a:ext cx="12192000" cy="898826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478107" h="1273677">
                <a:moveTo>
                  <a:pt x="8792" y="350485"/>
                </a:moveTo>
                <a:cubicBezTo>
                  <a:pt x="671146" y="356346"/>
                  <a:pt x="973014" y="-402723"/>
                  <a:pt x="2057399" y="306523"/>
                </a:cubicBezTo>
                <a:cubicBezTo>
                  <a:pt x="3282459" y="1004046"/>
                  <a:pt x="3979984" y="611323"/>
                  <a:pt x="4457699" y="376862"/>
                </a:cubicBezTo>
                <a:cubicBezTo>
                  <a:pt x="5723792" y="-223945"/>
                  <a:pt x="6216161" y="-7069"/>
                  <a:pt x="7016261" y="341693"/>
                </a:cubicBezTo>
                <a:cubicBezTo>
                  <a:pt x="8672145" y="977671"/>
                  <a:pt x="8657492" y="347554"/>
                  <a:pt x="9478107" y="350485"/>
                </a:cubicBezTo>
                <a:cubicBezTo>
                  <a:pt x="9475176" y="652354"/>
                  <a:pt x="9472246" y="954224"/>
                  <a:pt x="9469315" y="1256093"/>
                </a:cubicBezTo>
                <a:lnTo>
                  <a:pt x="7253653" y="1247300"/>
                </a:lnTo>
                <a:lnTo>
                  <a:pt x="4826976" y="1273677"/>
                </a:lnTo>
                <a:lnTo>
                  <a:pt x="2751992" y="1264885"/>
                </a:lnTo>
                <a:lnTo>
                  <a:pt x="0" y="1212131"/>
                </a:lnTo>
                <a:cubicBezTo>
                  <a:pt x="2931" y="927846"/>
                  <a:pt x="-2932" y="652354"/>
                  <a:pt x="8792" y="350485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  <a:effectLst>
            <a:glow>
              <a:srgbClr val="FFFF00"/>
            </a:glow>
            <a:outerShdw algn="ctr" rotWithShape="0">
              <a:schemeClr val="tx1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Free-form: Shape 13">
            <a:extLst>
              <a:ext uri="{FF2B5EF4-FFF2-40B4-BE49-F238E27FC236}">
                <a16:creationId xmlns:a16="http://schemas.microsoft.com/office/drawing/2014/main" id="{4475720C-15ED-C4E1-573A-2EAB3788DA36}"/>
              </a:ext>
            </a:extLst>
          </p:cNvPr>
          <p:cNvSpPr/>
          <p:nvPr/>
        </p:nvSpPr>
        <p:spPr>
          <a:xfrm rot="10800000">
            <a:off x="-26376" y="-237830"/>
            <a:ext cx="12218376" cy="965187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8414099 w 9478107"/>
              <a:gd name="connsiteY4" fmla="*/ 797823 h 1273677"/>
              <a:gd name="connsiteX5" fmla="*/ 9478107 w 9478107"/>
              <a:gd name="connsiteY5" fmla="*/ 350485 h 1273677"/>
              <a:gd name="connsiteX6" fmla="*/ 9469315 w 9478107"/>
              <a:gd name="connsiteY6" fmla="*/ 1256093 h 1273677"/>
              <a:gd name="connsiteX7" fmla="*/ 7253653 w 9478107"/>
              <a:gd name="connsiteY7" fmla="*/ 1247300 h 1273677"/>
              <a:gd name="connsiteX8" fmla="*/ 4826976 w 9478107"/>
              <a:gd name="connsiteY8" fmla="*/ 1273677 h 1273677"/>
              <a:gd name="connsiteX9" fmla="*/ 2751992 w 9478107"/>
              <a:gd name="connsiteY9" fmla="*/ 1264885 h 1273677"/>
              <a:gd name="connsiteX10" fmla="*/ 0 w 9478107"/>
              <a:gd name="connsiteY10" fmla="*/ 1212131 h 1273677"/>
              <a:gd name="connsiteX11" fmla="*/ 8792 w 9478107"/>
              <a:gd name="connsiteY11" fmla="*/ 350485 h 1273677"/>
              <a:gd name="connsiteX0" fmla="*/ 8792 w 9478107"/>
              <a:gd name="connsiteY0" fmla="*/ 463370 h 1386562"/>
              <a:gd name="connsiteX1" fmla="*/ 2057399 w 9478107"/>
              <a:gd name="connsiteY1" fmla="*/ 419408 h 1386562"/>
              <a:gd name="connsiteX2" fmla="*/ 4457699 w 9478107"/>
              <a:gd name="connsiteY2" fmla="*/ 489747 h 1386562"/>
              <a:gd name="connsiteX3" fmla="*/ 7009426 w 9478107"/>
              <a:gd name="connsiteY3" fmla="*/ 98357 h 1386562"/>
              <a:gd name="connsiteX4" fmla="*/ 8414099 w 9478107"/>
              <a:gd name="connsiteY4" fmla="*/ 910708 h 1386562"/>
              <a:gd name="connsiteX5" fmla="*/ 9478107 w 9478107"/>
              <a:gd name="connsiteY5" fmla="*/ 463370 h 1386562"/>
              <a:gd name="connsiteX6" fmla="*/ 9469315 w 9478107"/>
              <a:gd name="connsiteY6" fmla="*/ 1368978 h 1386562"/>
              <a:gd name="connsiteX7" fmla="*/ 7253653 w 9478107"/>
              <a:gd name="connsiteY7" fmla="*/ 1360185 h 1386562"/>
              <a:gd name="connsiteX8" fmla="*/ 4826976 w 9478107"/>
              <a:gd name="connsiteY8" fmla="*/ 1386562 h 1386562"/>
              <a:gd name="connsiteX9" fmla="*/ 2751992 w 9478107"/>
              <a:gd name="connsiteY9" fmla="*/ 1377770 h 1386562"/>
              <a:gd name="connsiteX10" fmla="*/ 0 w 9478107"/>
              <a:gd name="connsiteY10" fmla="*/ 1325016 h 1386562"/>
              <a:gd name="connsiteX11" fmla="*/ 8792 w 9478107"/>
              <a:gd name="connsiteY11" fmla="*/ 463370 h 1386562"/>
              <a:gd name="connsiteX0" fmla="*/ 8792 w 9478107"/>
              <a:gd name="connsiteY0" fmla="*/ 463370 h 1386562"/>
              <a:gd name="connsiteX1" fmla="*/ 2057399 w 9478107"/>
              <a:gd name="connsiteY1" fmla="*/ 419408 h 1386562"/>
              <a:gd name="connsiteX2" fmla="*/ 4457699 w 9478107"/>
              <a:gd name="connsiteY2" fmla="*/ 489747 h 1386562"/>
              <a:gd name="connsiteX3" fmla="*/ 7009426 w 9478107"/>
              <a:gd name="connsiteY3" fmla="*/ 98357 h 1386562"/>
              <a:gd name="connsiteX4" fmla="*/ 8414099 w 9478107"/>
              <a:gd name="connsiteY4" fmla="*/ 910708 h 1386562"/>
              <a:gd name="connsiteX5" fmla="*/ 9478107 w 9478107"/>
              <a:gd name="connsiteY5" fmla="*/ 463370 h 1386562"/>
              <a:gd name="connsiteX6" fmla="*/ 9469315 w 9478107"/>
              <a:gd name="connsiteY6" fmla="*/ 1368978 h 1386562"/>
              <a:gd name="connsiteX7" fmla="*/ 7253653 w 9478107"/>
              <a:gd name="connsiteY7" fmla="*/ 1360185 h 1386562"/>
              <a:gd name="connsiteX8" fmla="*/ 4826976 w 9478107"/>
              <a:gd name="connsiteY8" fmla="*/ 1386562 h 1386562"/>
              <a:gd name="connsiteX9" fmla="*/ 2751992 w 9478107"/>
              <a:gd name="connsiteY9" fmla="*/ 1377770 h 1386562"/>
              <a:gd name="connsiteX10" fmla="*/ 0 w 9478107"/>
              <a:gd name="connsiteY10" fmla="*/ 1325016 h 1386562"/>
              <a:gd name="connsiteX11" fmla="*/ 8792 w 9478107"/>
              <a:gd name="connsiteY11" fmla="*/ 463370 h 1386562"/>
              <a:gd name="connsiteX0" fmla="*/ 8792 w 9498612"/>
              <a:gd name="connsiteY0" fmla="*/ 463370 h 1386562"/>
              <a:gd name="connsiteX1" fmla="*/ 2057399 w 9498612"/>
              <a:gd name="connsiteY1" fmla="*/ 419408 h 1386562"/>
              <a:gd name="connsiteX2" fmla="*/ 4457699 w 9498612"/>
              <a:gd name="connsiteY2" fmla="*/ 489747 h 1386562"/>
              <a:gd name="connsiteX3" fmla="*/ 7009426 w 9498612"/>
              <a:gd name="connsiteY3" fmla="*/ 98357 h 1386562"/>
              <a:gd name="connsiteX4" fmla="*/ 8414099 w 9498612"/>
              <a:gd name="connsiteY4" fmla="*/ 910708 h 1386562"/>
              <a:gd name="connsiteX5" fmla="*/ 9498612 w 9498612"/>
              <a:gd name="connsiteY5" fmla="*/ 200892 h 1386562"/>
              <a:gd name="connsiteX6" fmla="*/ 9469315 w 9498612"/>
              <a:gd name="connsiteY6" fmla="*/ 1368978 h 1386562"/>
              <a:gd name="connsiteX7" fmla="*/ 7253653 w 9498612"/>
              <a:gd name="connsiteY7" fmla="*/ 1360185 h 1386562"/>
              <a:gd name="connsiteX8" fmla="*/ 4826976 w 9498612"/>
              <a:gd name="connsiteY8" fmla="*/ 1386562 h 1386562"/>
              <a:gd name="connsiteX9" fmla="*/ 2751992 w 9498612"/>
              <a:gd name="connsiteY9" fmla="*/ 1377770 h 1386562"/>
              <a:gd name="connsiteX10" fmla="*/ 0 w 9498612"/>
              <a:gd name="connsiteY10" fmla="*/ 1325016 h 1386562"/>
              <a:gd name="connsiteX11" fmla="*/ 8792 w 9498612"/>
              <a:gd name="connsiteY11" fmla="*/ 463370 h 1386562"/>
              <a:gd name="connsiteX0" fmla="*/ 8792 w 9498612"/>
              <a:gd name="connsiteY0" fmla="*/ 444298 h 1367490"/>
              <a:gd name="connsiteX1" fmla="*/ 2057399 w 9498612"/>
              <a:gd name="connsiteY1" fmla="*/ 400336 h 1367490"/>
              <a:gd name="connsiteX2" fmla="*/ 4320995 w 9498612"/>
              <a:gd name="connsiteY2" fmla="*/ 695656 h 1367490"/>
              <a:gd name="connsiteX3" fmla="*/ 7009426 w 9498612"/>
              <a:gd name="connsiteY3" fmla="*/ 79285 h 1367490"/>
              <a:gd name="connsiteX4" fmla="*/ 8414099 w 9498612"/>
              <a:gd name="connsiteY4" fmla="*/ 891636 h 1367490"/>
              <a:gd name="connsiteX5" fmla="*/ 9498612 w 9498612"/>
              <a:gd name="connsiteY5" fmla="*/ 181820 h 1367490"/>
              <a:gd name="connsiteX6" fmla="*/ 9469315 w 9498612"/>
              <a:gd name="connsiteY6" fmla="*/ 1349906 h 1367490"/>
              <a:gd name="connsiteX7" fmla="*/ 7253653 w 9498612"/>
              <a:gd name="connsiteY7" fmla="*/ 1341113 h 1367490"/>
              <a:gd name="connsiteX8" fmla="*/ 4826976 w 9498612"/>
              <a:gd name="connsiteY8" fmla="*/ 1367490 h 1367490"/>
              <a:gd name="connsiteX9" fmla="*/ 2751992 w 9498612"/>
              <a:gd name="connsiteY9" fmla="*/ 1358698 h 1367490"/>
              <a:gd name="connsiteX10" fmla="*/ 0 w 9498612"/>
              <a:gd name="connsiteY10" fmla="*/ 1305944 h 1367490"/>
              <a:gd name="connsiteX11" fmla="*/ 8792 w 9498612"/>
              <a:gd name="connsiteY11" fmla="*/ 444298 h 1367490"/>
              <a:gd name="connsiteX0" fmla="*/ 8792 w 9498612"/>
              <a:gd name="connsiteY0" fmla="*/ 428789 h 1351981"/>
              <a:gd name="connsiteX1" fmla="*/ 2057399 w 9498612"/>
              <a:gd name="connsiteY1" fmla="*/ 384827 h 1351981"/>
              <a:gd name="connsiteX2" fmla="*/ 3698995 w 9498612"/>
              <a:gd name="connsiteY2" fmla="*/ 961374 h 1351981"/>
              <a:gd name="connsiteX3" fmla="*/ 7009426 w 9498612"/>
              <a:gd name="connsiteY3" fmla="*/ 63776 h 1351981"/>
              <a:gd name="connsiteX4" fmla="*/ 8414099 w 9498612"/>
              <a:gd name="connsiteY4" fmla="*/ 876127 h 1351981"/>
              <a:gd name="connsiteX5" fmla="*/ 9498612 w 9498612"/>
              <a:gd name="connsiteY5" fmla="*/ 166311 h 1351981"/>
              <a:gd name="connsiteX6" fmla="*/ 9469315 w 9498612"/>
              <a:gd name="connsiteY6" fmla="*/ 1334397 h 1351981"/>
              <a:gd name="connsiteX7" fmla="*/ 7253653 w 9498612"/>
              <a:gd name="connsiteY7" fmla="*/ 1325604 h 1351981"/>
              <a:gd name="connsiteX8" fmla="*/ 4826976 w 9498612"/>
              <a:gd name="connsiteY8" fmla="*/ 1351981 h 1351981"/>
              <a:gd name="connsiteX9" fmla="*/ 2751992 w 9498612"/>
              <a:gd name="connsiteY9" fmla="*/ 1343189 h 1351981"/>
              <a:gd name="connsiteX10" fmla="*/ 0 w 9498612"/>
              <a:gd name="connsiteY10" fmla="*/ 1290435 h 1351981"/>
              <a:gd name="connsiteX11" fmla="*/ 8792 w 9498612"/>
              <a:gd name="connsiteY11" fmla="*/ 428789 h 1351981"/>
              <a:gd name="connsiteX0" fmla="*/ 8792 w 9498612"/>
              <a:gd name="connsiteY0" fmla="*/ 595005 h 1518197"/>
              <a:gd name="connsiteX1" fmla="*/ 2057399 w 9498612"/>
              <a:gd name="connsiteY1" fmla="*/ 551043 h 1518197"/>
              <a:gd name="connsiteX2" fmla="*/ 3698995 w 9498612"/>
              <a:gd name="connsiteY2" fmla="*/ 1127590 h 1518197"/>
              <a:gd name="connsiteX3" fmla="*/ 5386116 w 9498612"/>
              <a:gd name="connsiteY3" fmla="*/ 48678 h 1518197"/>
              <a:gd name="connsiteX4" fmla="*/ 7009426 w 9498612"/>
              <a:gd name="connsiteY4" fmla="*/ 229992 h 1518197"/>
              <a:gd name="connsiteX5" fmla="*/ 8414099 w 9498612"/>
              <a:gd name="connsiteY5" fmla="*/ 1042343 h 1518197"/>
              <a:gd name="connsiteX6" fmla="*/ 9498612 w 9498612"/>
              <a:gd name="connsiteY6" fmla="*/ 332527 h 1518197"/>
              <a:gd name="connsiteX7" fmla="*/ 9469315 w 9498612"/>
              <a:gd name="connsiteY7" fmla="*/ 1500613 h 1518197"/>
              <a:gd name="connsiteX8" fmla="*/ 7253653 w 9498612"/>
              <a:gd name="connsiteY8" fmla="*/ 1491820 h 1518197"/>
              <a:gd name="connsiteX9" fmla="*/ 4826976 w 9498612"/>
              <a:gd name="connsiteY9" fmla="*/ 1518197 h 1518197"/>
              <a:gd name="connsiteX10" fmla="*/ 2751992 w 9498612"/>
              <a:gd name="connsiteY10" fmla="*/ 1509405 h 1518197"/>
              <a:gd name="connsiteX11" fmla="*/ 0 w 9498612"/>
              <a:gd name="connsiteY11" fmla="*/ 1456651 h 1518197"/>
              <a:gd name="connsiteX12" fmla="*/ 8792 w 9498612"/>
              <a:gd name="connsiteY12" fmla="*/ 595005 h 1518197"/>
              <a:gd name="connsiteX0" fmla="*/ 8792 w 9498612"/>
              <a:gd name="connsiteY0" fmla="*/ 629716 h 1552908"/>
              <a:gd name="connsiteX1" fmla="*/ 2057399 w 9498612"/>
              <a:gd name="connsiteY1" fmla="*/ 585754 h 1552908"/>
              <a:gd name="connsiteX2" fmla="*/ 3698995 w 9498612"/>
              <a:gd name="connsiteY2" fmla="*/ 1162301 h 1552908"/>
              <a:gd name="connsiteX3" fmla="*/ 5386116 w 9498612"/>
              <a:gd name="connsiteY3" fmla="*/ 83389 h 1552908"/>
              <a:gd name="connsiteX4" fmla="*/ 7009426 w 9498612"/>
              <a:gd name="connsiteY4" fmla="*/ 264703 h 1552908"/>
              <a:gd name="connsiteX5" fmla="*/ 8414099 w 9498612"/>
              <a:gd name="connsiteY5" fmla="*/ 1077054 h 1552908"/>
              <a:gd name="connsiteX6" fmla="*/ 9498612 w 9498612"/>
              <a:gd name="connsiteY6" fmla="*/ 367238 h 1552908"/>
              <a:gd name="connsiteX7" fmla="*/ 9469315 w 9498612"/>
              <a:gd name="connsiteY7" fmla="*/ 1535324 h 1552908"/>
              <a:gd name="connsiteX8" fmla="*/ 7253653 w 9498612"/>
              <a:gd name="connsiteY8" fmla="*/ 1526531 h 1552908"/>
              <a:gd name="connsiteX9" fmla="*/ 4826976 w 9498612"/>
              <a:gd name="connsiteY9" fmla="*/ 1552908 h 1552908"/>
              <a:gd name="connsiteX10" fmla="*/ 2751992 w 9498612"/>
              <a:gd name="connsiteY10" fmla="*/ 1544116 h 1552908"/>
              <a:gd name="connsiteX11" fmla="*/ 0 w 9498612"/>
              <a:gd name="connsiteY11" fmla="*/ 1491362 h 1552908"/>
              <a:gd name="connsiteX12" fmla="*/ 8792 w 9498612"/>
              <a:gd name="connsiteY12" fmla="*/ 629716 h 1552908"/>
              <a:gd name="connsiteX0" fmla="*/ 8792 w 9498612"/>
              <a:gd name="connsiteY0" fmla="*/ 629716 h 1552908"/>
              <a:gd name="connsiteX1" fmla="*/ 2057399 w 9498612"/>
              <a:gd name="connsiteY1" fmla="*/ 585754 h 1552908"/>
              <a:gd name="connsiteX2" fmla="*/ 3698995 w 9498612"/>
              <a:gd name="connsiteY2" fmla="*/ 1162301 h 1552908"/>
              <a:gd name="connsiteX3" fmla="*/ 5386116 w 9498612"/>
              <a:gd name="connsiteY3" fmla="*/ 83389 h 1552908"/>
              <a:gd name="connsiteX4" fmla="*/ 7009426 w 9498612"/>
              <a:gd name="connsiteY4" fmla="*/ 264703 h 1552908"/>
              <a:gd name="connsiteX5" fmla="*/ 8414099 w 9498612"/>
              <a:gd name="connsiteY5" fmla="*/ 1077054 h 1552908"/>
              <a:gd name="connsiteX6" fmla="*/ 9498612 w 9498612"/>
              <a:gd name="connsiteY6" fmla="*/ 367238 h 1552908"/>
              <a:gd name="connsiteX7" fmla="*/ 9469315 w 9498612"/>
              <a:gd name="connsiteY7" fmla="*/ 1535324 h 1552908"/>
              <a:gd name="connsiteX8" fmla="*/ 7253653 w 9498612"/>
              <a:gd name="connsiteY8" fmla="*/ 1526531 h 1552908"/>
              <a:gd name="connsiteX9" fmla="*/ 4826976 w 9498612"/>
              <a:gd name="connsiteY9" fmla="*/ 1552908 h 1552908"/>
              <a:gd name="connsiteX10" fmla="*/ 2751992 w 9498612"/>
              <a:gd name="connsiteY10" fmla="*/ 1544116 h 1552908"/>
              <a:gd name="connsiteX11" fmla="*/ 0 w 9498612"/>
              <a:gd name="connsiteY11" fmla="*/ 1491362 h 1552908"/>
              <a:gd name="connsiteX12" fmla="*/ 8792 w 9498612"/>
              <a:gd name="connsiteY12" fmla="*/ 629716 h 1552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9498612" h="1552908">
                <a:moveTo>
                  <a:pt x="8792" y="629716"/>
                </a:moveTo>
                <a:cubicBezTo>
                  <a:pt x="671146" y="635577"/>
                  <a:pt x="973014" y="-123492"/>
                  <a:pt x="2057399" y="585754"/>
                </a:cubicBezTo>
                <a:cubicBezTo>
                  <a:pt x="3282459" y="1283277"/>
                  <a:pt x="3144209" y="1246028"/>
                  <a:pt x="3698995" y="1162301"/>
                </a:cubicBezTo>
                <a:cubicBezTo>
                  <a:pt x="4253781" y="1078574"/>
                  <a:pt x="4834377" y="232989"/>
                  <a:pt x="5386116" y="83389"/>
                </a:cubicBezTo>
                <a:cubicBezTo>
                  <a:pt x="5937855" y="-66211"/>
                  <a:pt x="6463751" y="-19649"/>
                  <a:pt x="7009426" y="264703"/>
                </a:cubicBezTo>
                <a:cubicBezTo>
                  <a:pt x="7646042" y="612966"/>
                  <a:pt x="8003791" y="1075589"/>
                  <a:pt x="8414099" y="1077054"/>
                </a:cubicBezTo>
                <a:cubicBezTo>
                  <a:pt x="8824407" y="1078519"/>
                  <a:pt x="9320464" y="250238"/>
                  <a:pt x="9498612" y="367238"/>
                </a:cubicBezTo>
                <a:cubicBezTo>
                  <a:pt x="9495681" y="669107"/>
                  <a:pt x="9472246" y="1233455"/>
                  <a:pt x="9469315" y="1535324"/>
                </a:cubicBezTo>
                <a:lnTo>
                  <a:pt x="7253653" y="1526531"/>
                </a:lnTo>
                <a:lnTo>
                  <a:pt x="4826976" y="1552908"/>
                </a:lnTo>
                <a:lnTo>
                  <a:pt x="2751992" y="1544116"/>
                </a:lnTo>
                <a:lnTo>
                  <a:pt x="0" y="1491362"/>
                </a:lnTo>
                <a:cubicBezTo>
                  <a:pt x="2931" y="1207077"/>
                  <a:pt x="-2932" y="931585"/>
                  <a:pt x="8792" y="629716"/>
                </a:cubicBezTo>
                <a:close/>
              </a:path>
            </a:pathLst>
          </a:custGeom>
          <a:gradFill>
            <a:gsLst>
              <a:gs pos="0">
                <a:srgbClr val="EFFCFF"/>
              </a:gs>
              <a:gs pos="50000">
                <a:schemeClr val="accent4">
                  <a:lumMod val="40000"/>
                  <a:lumOff val="6000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ffectLst>
            <a:glow>
              <a:srgbClr val="FFFF00"/>
            </a:glow>
            <a:outerShdw algn="ctr" rotWithShape="0">
              <a:schemeClr val="tx1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626AF1D8-C329-CDBE-C1DE-0A432B3C26B9}"/>
              </a:ext>
            </a:extLst>
          </p:cNvPr>
          <p:cNvSpPr/>
          <p:nvPr/>
        </p:nvSpPr>
        <p:spPr>
          <a:xfrm>
            <a:off x="-7747" y="6538183"/>
            <a:ext cx="12207494" cy="319817"/>
          </a:xfrm>
          <a:prstGeom prst="rect">
            <a:avLst/>
          </a:prstGeom>
          <a:solidFill>
            <a:srgbClr val="8ECEFA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35A00BD-51B9-1925-C5F5-CA0097FBBF80}"/>
              </a:ext>
            </a:extLst>
          </p:cNvPr>
          <p:cNvCxnSpPr/>
          <p:nvPr/>
        </p:nvCxnSpPr>
        <p:spPr>
          <a:xfrm>
            <a:off x="484418" y="1171879"/>
            <a:ext cx="11218984" cy="0"/>
          </a:xfrm>
          <a:prstGeom prst="line">
            <a:avLst/>
          </a:prstGeom>
          <a:ln w="38100">
            <a:solidFill>
              <a:srgbClr val="8ECE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8C65F497-F6BF-58E3-28B0-4EF64451C25E}"/>
              </a:ext>
            </a:extLst>
          </p:cNvPr>
          <p:cNvSpPr txBox="1">
            <a:spLocks/>
          </p:cNvSpPr>
          <p:nvPr/>
        </p:nvSpPr>
        <p:spPr>
          <a:xfrm>
            <a:off x="1833304" y="6559591"/>
            <a:ext cx="287215" cy="2984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13F6232-4F06-48BA-8F69-BF531F607829}" type="slidenum">
              <a:rPr lang="en-GB" sz="1400" smtClean="0">
                <a:solidFill>
                  <a:schemeClr val="bg1"/>
                </a:solidFill>
              </a:rPr>
              <a:pPr/>
              <a:t>3</a:t>
            </a:fld>
            <a:endParaRPr lang="en-GB" sz="14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048A1B-615F-FD29-6EA3-DA58C1AC200F}"/>
              </a:ext>
            </a:extLst>
          </p:cNvPr>
          <p:cNvSpPr txBox="1"/>
          <p:nvPr/>
        </p:nvSpPr>
        <p:spPr>
          <a:xfrm>
            <a:off x="9172575" y="6542216"/>
            <a:ext cx="27876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Load &amp; Dynamics Team/ Optimus Syria</a:t>
            </a:r>
          </a:p>
        </p:txBody>
      </p:sp>
      <p:sp>
        <p:nvSpPr>
          <p:cNvPr id="19" name="Title 6">
            <a:extLst>
              <a:ext uri="{FF2B5EF4-FFF2-40B4-BE49-F238E27FC236}">
                <a16:creationId xmlns:a16="http://schemas.microsoft.com/office/drawing/2014/main" id="{CFC4D300-B489-7D27-17D0-ABFC6397E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104" y="382948"/>
            <a:ext cx="10515600" cy="937132"/>
          </a:xfrm>
        </p:spPr>
        <p:txBody>
          <a:bodyPr>
            <a:normAutofit/>
          </a:bodyPr>
          <a:lstStyle/>
          <a:p>
            <a:r>
              <a:rPr lang="en-US" dirty="0"/>
              <a:t>Final Procedure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3" name="Picture 2" descr="A diagram of a process&#10;&#10;AI-generated content may be incorrect.">
            <a:extLst>
              <a:ext uri="{FF2B5EF4-FFF2-40B4-BE49-F238E27FC236}">
                <a16:creationId xmlns:a16="http://schemas.microsoft.com/office/drawing/2014/main" id="{0A627C37-F687-41A8-1B00-9EB192220D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973" y="1584188"/>
            <a:ext cx="8383894" cy="38923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06A184-5B48-5C77-E46B-3739FEFF4D8C}"/>
              </a:ext>
            </a:extLst>
          </p:cNvPr>
          <p:cNvSpPr txBox="1"/>
          <p:nvPr/>
        </p:nvSpPr>
        <p:spPr>
          <a:xfrm>
            <a:off x="954816" y="2012363"/>
            <a:ext cx="6888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>
                <a:solidFill>
                  <a:schemeClr val="accent6"/>
                </a:solidFill>
              </a:rPr>
              <a:t>         Done                                                    </a:t>
            </a:r>
            <a:r>
              <a:rPr lang="en-US" b="1" i="1" dirty="0" err="1">
                <a:solidFill>
                  <a:schemeClr val="accent6"/>
                </a:solidFill>
              </a:rPr>
              <a:t>Done</a:t>
            </a:r>
            <a:r>
              <a:rPr lang="en-US" b="1" i="1" dirty="0">
                <a:solidFill>
                  <a:schemeClr val="accent6"/>
                </a:solidFill>
              </a:rPr>
              <a:t>                                        Done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8E8DF2-C34D-1FF4-7D17-625F91E6417D}"/>
              </a:ext>
            </a:extLst>
          </p:cNvPr>
          <p:cNvSpPr txBox="1"/>
          <p:nvPr/>
        </p:nvSpPr>
        <p:spPr>
          <a:xfrm>
            <a:off x="861980" y="5482997"/>
            <a:ext cx="19426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Source: Optimus Oceanus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DAA43D5-E791-FCEE-2A98-D0C779ABDD81}"/>
              </a:ext>
            </a:extLst>
          </p:cNvPr>
          <p:cNvSpPr/>
          <p:nvPr/>
        </p:nvSpPr>
        <p:spPr>
          <a:xfrm>
            <a:off x="5869858" y="3932903"/>
            <a:ext cx="3302717" cy="97026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20AE88-8E6A-8813-E6C1-05A9E2F8749F}"/>
              </a:ext>
            </a:extLst>
          </p:cNvPr>
          <p:cNvSpPr txBox="1"/>
          <p:nvPr/>
        </p:nvSpPr>
        <p:spPr>
          <a:xfrm>
            <a:off x="412716" y="6565449"/>
            <a:ext cx="10001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16/12/2025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099FDA8-884A-C27E-AD4F-DEB6599D5B39}"/>
              </a:ext>
            </a:extLst>
          </p:cNvPr>
          <p:cNvSpPr txBox="1"/>
          <p:nvPr/>
        </p:nvSpPr>
        <p:spPr>
          <a:xfrm>
            <a:off x="9466119" y="1603508"/>
            <a:ext cx="223728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Analyzed DLC File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Performed Extremes Test with MATLAB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Generated Extreme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Analysis started with scaled down value of Optimus Shakti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8E10B7-87E5-7CE0-DD49-4ED6F6478DED}"/>
              </a:ext>
            </a:extLst>
          </p:cNvPr>
          <p:cNvSpPr txBox="1"/>
          <p:nvPr/>
        </p:nvSpPr>
        <p:spPr>
          <a:xfrm>
            <a:off x="5372759" y="6597317"/>
            <a:ext cx="14764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Arham Memon</a:t>
            </a:r>
          </a:p>
        </p:txBody>
      </p:sp>
    </p:spTree>
    <p:extLst>
      <p:ext uri="{BB962C8B-B14F-4D97-AF65-F5344CB8AC3E}">
        <p14:creationId xmlns:p14="http://schemas.microsoft.com/office/powerpoint/2010/main" val="36339528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86DC0-382D-7F4F-F8B0-FF65B0CBF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-form: Shape 13">
            <a:extLst>
              <a:ext uri="{FF2B5EF4-FFF2-40B4-BE49-F238E27FC236}">
                <a16:creationId xmlns:a16="http://schemas.microsoft.com/office/drawing/2014/main" id="{A7F99DAC-6BDB-79AA-BCB7-38A44ED489A6}"/>
              </a:ext>
            </a:extLst>
          </p:cNvPr>
          <p:cNvSpPr/>
          <p:nvPr/>
        </p:nvSpPr>
        <p:spPr>
          <a:xfrm rot="10800000">
            <a:off x="-35168" y="277945"/>
            <a:ext cx="12216286" cy="898824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4457699 w 9478107"/>
              <a:gd name="connsiteY2" fmla="*/ 373331 h 1270146"/>
              <a:gd name="connsiteX3" fmla="*/ 7016261 w 9478107"/>
              <a:gd name="connsiteY3" fmla="*/ 33816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16261 w 9478107"/>
              <a:gd name="connsiteY3" fmla="*/ 33816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72464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8755857 w 9478107"/>
              <a:gd name="connsiteY4" fmla="*/ 446231 h 1270146"/>
              <a:gd name="connsiteX5" fmla="*/ 9478107 w 9478107"/>
              <a:gd name="connsiteY5" fmla="*/ 346954 h 1270146"/>
              <a:gd name="connsiteX6" fmla="*/ 9469315 w 9478107"/>
              <a:gd name="connsiteY6" fmla="*/ 1252562 h 1270146"/>
              <a:gd name="connsiteX7" fmla="*/ 7253653 w 9478107"/>
              <a:gd name="connsiteY7" fmla="*/ 1243769 h 1270146"/>
              <a:gd name="connsiteX8" fmla="*/ 4826976 w 9478107"/>
              <a:gd name="connsiteY8" fmla="*/ 1270146 h 1270146"/>
              <a:gd name="connsiteX9" fmla="*/ 2751992 w 9478107"/>
              <a:gd name="connsiteY9" fmla="*/ 1261354 h 1270146"/>
              <a:gd name="connsiteX10" fmla="*/ 0 w 9478107"/>
              <a:gd name="connsiteY10" fmla="*/ 1208600 h 1270146"/>
              <a:gd name="connsiteX11" fmla="*/ 8792 w 9478107"/>
              <a:gd name="connsiteY11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8557637 w 9478107"/>
              <a:gd name="connsiteY4" fmla="*/ 716768 h 1270146"/>
              <a:gd name="connsiteX5" fmla="*/ 9478107 w 9478107"/>
              <a:gd name="connsiteY5" fmla="*/ 346954 h 1270146"/>
              <a:gd name="connsiteX6" fmla="*/ 9469315 w 9478107"/>
              <a:gd name="connsiteY6" fmla="*/ 1252562 h 1270146"/>
              <a:gd name="connsiteX7" fmla="*/ 7253653 w 9478107"/>
              <a:gd name="connsiteY7" fmla="*/ 1243769 h 1270146"/>
              <a:gd name="connsiteX8" fmla="*/ 4826976 w 9478107"/>
              <a:gd name="connsiteY8" fmla="*/ 1270146 h 1270146"/>
              <a:gd name="connsiteX9" fmla="*/ 2751992 w 9478107"/>
              <a:gd name="connsiteY9" fmla="*/ 1261354 h 1270146"/>
              <a:gd name="connsiteX10" fmla="*/ 0 w 9478107"/>
              <a:gd name="connsiteY10" fmla="*/ 1208600 h 1270146"/>
              <a:gd name="connsiteX11" fmla="*/ 8792 w 9478107"/>
              <a:gd name="connsiteY11" fmla="*/ 346954 h 1270146"/>
              <a:gd name="connsiteX0" fmla="*/ 15627 w 9484942"/>
              <a:gd name="connsiteY0" fmla="*/ 346954 h 1277035"/>
              <a:gd name="connsiteX1" fmla="*/ 2364982 w 9484942"/>
              <a:gd name="connsiteY1" fmla="*/ 302992 h 1277035"/>
              <a:gd name="connsiteX2" fmla="*/ 5134381 w 9484942"/>
              <a:gd name="connsiteY2" fmla="*/ 115678 h 1277035"/>
              <a:gd name="connsiteX3" fmla="*/ 7091448 w 9484942"/>
              <a:gd name="connsiteY3" fmla="*/ 647346 h 1277035"/>
              <a:gd name="connsiteX4" fmla="*/ 8564472 w 9484942"/>
              <a:gd name="connsiteY4" fmla="*/ 716768 h 1277035"/>
              <a:gd name="connsiteX5" fmla="*/ 9484942 w 9484942"/>
              <a:gd name="connsiteY5" fmla="*/ 346954 h 1277035"/>
              <a:gd name="connsiteX6" fmla="*/ 9476150 w 9484942"/>
              <a:gd name="connsiteY6" fmla="*/ 1252562 h 1277035"/>
              <a:gd name="connsiteX7" fmla="*/ 7260488 w 9484942"/>
              <a:gd name="connsiteY7" fmla="*/ 1243769 h 1277035"/>
              <a:gd name="connsiteX8" fmla="*/ 4833811 w 9484942"/>
              <a:gd name="connsiteY8" fmla="*/ 1270146 h 1277035"/>
              <a:gd name="connsiteX9" fmla="*/ 2758827 w 9484942"/>
              <a:gd name="connsiteY9" fmla="*/ 1261354 h 1277035"/>
              <a:gd name="connsiteX10" fmla="*/ 0 w 9484942"/>
              <a:gd name="connsiteY10" fmla="*/ 1273013 h 1277035"/>
              <a:gd name="connsiteX11" fmla="*/ 15627 w 9484942"/>
              <a:gd name="connsiteY11" fmla="*/ 346954 h 1277035"/>
              <a:gd name="connsiteX0" fmla="*/ 15627 w 9484942"/>
              <a:gd name="connsiteY0" fmla="*/ 346954 h 1300002"/>
              <a:gd name="connsiteX1" fmla="*/ 2364982 w 9484942"/>
              <a:gd name="connsiteY1" fmla="*/ 302992 h 1300002"/>
              <a:gd name="connsiteX2" fmla="*/ 5134381 w 9484942"/>
              <a:gd name="connsiteY2" fmla="*/ 115678 h 1300002"/>
              <a:gd name="connsiteX3" fmla="*/ 7091448 w 9484942"/>
              <a:gd name="connsiteY3" fmla="*/ 647346 h 1300002"/>
              <a:gd name="connsiteX4" fmla="*/ 8564472 w 9484942"/>
              <a:gd name="connsiteY4" fmla="*/ 716768 h 1300002"/>
              <a:gd name="connsiteX5" fmla="*/ 9484942 w 9484942"/>
              <a:gd name="connsiteY5" fmla="*/ 346954 h 1300002"/>
              <a:gd name="connsiteX6" fmla="*/ 9476150 w 9484942"/>
              <a:gd name="connsiteY6" fmla="*/ 1252562 h 1300002"/>
              <a:gd name="connsiteX7" fmla="*/ 7260488 w 9484942"/>
              <a:gd name="connsiteY7" fmla="*/ 1243769 h 1300002"/>
              <a:gd name="connsiteX8" fmla="*/ 4833811 w 9484942"/>
              <a:gd name="connsiteY8" fmla="*/ 1270146 h 1300002"/>
              <a:gd name="connsiteX9" fmla="*/ 2779333 w 9484942"/>
              <a:gd name="connsiteY9" fmla="*/ 1300002 h 1300002"/>
              <a:gd name="connsiteX10" fmla="*/ 0 w 9484942"/>
              <a:gd name="connsiteY10" fmla="*/ 1273013 h 1300002"/>
              <a:gd name="connsiteX11" fmla="*/ 15627 w 9484942"/>
              <a:gd name="connsiteY11" fmla="*/ 346954 h 1300002"/>
              <a:gd name="connsiteX0" fmla="*/ 15627 w 9484942"/>
              <a:gd name="connsiteY0" fmla="*/ 346954 h 1346830"/>
              <a:gd name="connsiteX1" fmla="*/ 2364982 w 9484942"/>
              <a:gd name="connsiteY1" fmla="*/ 302992 h 1346830"/>
              <a:gd name="connsiteX2" fmla="*/ 5134381 w 9484942"/>
              <a:gd name="connsiteY2" fmla="*/ 115678 h 1346830"/>
              <a:gd name="connsiteX3" fmla="*/ 7091448 w 9484942"/>
              <a:gd name="connsiteY3" fmla="*/ 647346 h 1346830"/>
              <a:gd name="connsiteX4" fmla="*/ 8564472 w 9484942"/>
              <a:gd name="connsiteY4" fmla="*/ 716768 h 1346830"/>
              <a:gd name="connsiteX5" fmla="*/ 9484942 w 9484942"/>
              <a:gd name="connsiteY5" fmla="*/ 346954 h 1346830"/>
              <a:gd name="connsiteX6" fmla="*/ 9476150 w 9484942"/>
              <a:gd name="connsiteY6" fmla="*/ 1252562 h 1346830"/>
              <a:gd name="connsiteX7" fmla="*/ 7267323 w 9484942"/>
              <a:gd name="connsiteY7" fmla="*/ 1346830 h 1346830"/>
              <a:gd name="connsiteX8" fmla="*/ 4833811 w 9484942"/>
              <a:gd name="connsiteY8" fmla="*/ 1270146 h 1346830"/>
              <a:gd name="connsiteX9" fmla="*/ 2779333 w 9484942"/>
              <a:gd name="connsiteY9" fmla="*/ 1300002 h 1346830"/>
              <a:gd name="connsiteX10" fmla="*/ 0 w 9484942"/>
              <a:gd name="connsiteY10" fmla="*/ 1273013 h 1346830"/>
              <a:gd name="connsiteX11" fmla="*/ 15627 w 9484942"/>
              <a:gd name="connsiteY11" fmla="*/ 346954 h 1346830"/>
              <a:gd name="connsiteX0" fmla="*/ 15627 w 9484942"/>
              <a:gd name="connsiteY0" fmla="*/ 346954 h 1308182"/>
              <a:gd name="connsiteX1" fmla="*/ 2364982 w 9484942"/>
              <a:gd name="connsiteY1" fmla="*/ 302992 h 1308182"/>
              <a:gd name="connsiteX2" fmla="*/ 5134381 w 9484942"/>
              <a:gd name="connsiteY2" fmla="*/ 115678 h 1308182"/>
              <a:gd name="connsiteX3" fmla="*/ 7091448 w 9484942"/>
              <a:gd name="connsiteY3" fmla="*/ 647346 h 1308182"/>
              <a:gd name="connsiteX4" fmla="*/ 8564472 w 9484942"/>
              <a:gd name="connsiteY4" fmla="*/ 716768 h 1308182"/>
              <a:gd name="connsiteX5" fmla="*/ 9484942 w 9484942"/>
              <a:gd name="connsiteY5" fmla="*/ 346954 h 1308182"/>
              <a:gd name="connsiteX6" fmla="*/ 9476150 w 9484942"/>
              <a:gd name="connsiteY6" fmla="*/ 1252562 h 1308182"/>
              <a:gd name="connsiteX7" fmla="*/ 7246817 w 9484942"/>
              <a:gd name="connsiteY7" fmla="*/ 1308182 h 1308182"/>
              <a:gd name="connsiteX8" fmla="*/ 4833811 w 9484942"/>
              <a:gd name="connsiteY8" fmla="*/ 1270146 h 1308182"/>
              <a:gd name="connsiteX9" fmla="*/ 2779333 w 9484942"/>
              <a:gd name="connsiteY9" fmla="*/ 1300002 h 1308182"/>
              <a:gd name="connsiteX10" fmla="*/ 0 w 9484942"/>
              <a:gd name="connsiteY10" fmla="*/ 1273013 h 1308182"/>
              <a:gd name="connsiteX11" fmla="*/ 15627 w 9484942"/>
              <a:gd name="connsiteY11" fmla="*/ 346954 h 1308182"/>
              <a:gd name="connsiteX0" fmla="*/ 15627 w 9496987"/>
              <a:gd name="connsiteY0" fmla="*/ 346954 h 1316976"/>
              <a:gd name="connsiteX1" fmla="*/ 2364982 w 9496987"/>
              <a:gd name="connsiteY1" fmla="*/ 302992 h 1316976"/>
              <a:gd name="connsiteX2" fmla="*/ 5134381 w 9496987"/>
              <a:gd name="connsiteY2" fmla="*/ 115678 h 1316976"/>
              <a:gd name="connsiteX3" fmla="*/ 7091448 w 9496987"/>
              <a:gd name="connsiteY3" fmla="*/ 647346 h 1316976"/>
              <a:gd name="connsiteX4" fmla="*/ 8564472 w 9496987"/>
              <a:gd name="connsiteY4" fmla="*/ 716768 h 1316976"/>
              <a:gd name="connsiteX5" fmla="*/ 9484942 w 9496987"/>
              <a:gd name="connsiteY5" fmla="*/ 346954 h 1316976"/>
              <a:gd name="connsiteX6" fmla="*/ 9496656 w 9496987"/>
              <a:gd name="connsiteY6" fmla="*/ 1316976 h 1316976"/>
              <a:gd name="connsiteX7" fmla="*/ 7246817 w 9496987"/>
              <a:gd name="connsiteY7" fmla="*/ 1308182 h 1316976"/>
              <a:gd name="connsiteX8" fmla="*/ 4833811 w 9496987"/>
              <a:gd name="connsiteY8" fmla="*/ 1270146 h 1316976"/>
              <a:gd name="connsiteX9" fmla="*/ 2779333 w 9496987"/>
              <a:gd name="connsiteY9" fmla="*/ 1300002 h 1316976"/>
              <a:gd name="connsiteX10" fmla="*/ 0 w 9496987"/>
              <a:gd name="connsiteY10" fmla="*/ 1273013 h 1316976"/>
              <a:gd name="connsiteX11" fmla="*/ 15627 w 9496987"/>
              <a:gd name="connsiteY11" fmla="*/ 346954 h 13169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9496987" h="1316976">
                <a:moveTo>
                  <a:pt x="15627" y="346954"/>
                </a:moveTo>
                <a:cubicBezTo>
                  <a:pt x="677981" y="352815"/>
                  <a:pt x="1280597" y="-406254"/>
                  <a:pt x="2364982" y="302992"/>
                </a:cubicBezTo>
                <a:cubicBezTo>
                  <a:pt x="3590042" y="1000515"/>
                  <a:pt x="4346637" y="58286"/>
                  <a:pt x="5134381" y="115678"/>
                </a:cubicBezTo>
                <a:cubicBezTo>
                  <a:pt x="5922125" y="173070"/>
                  <a:pt x="6479894" y="562194"/>
                  <a:pt x="7091448" y="647346"/>
                </a:cubicBezTo>
                <a:cubicBezTo>
                  <a:pt x="7703002" y="732498"/>
                  <a:pt x="8165556" y="766833"/>
                  <a:pt x="8564472" y="716768"/>
                </a:cubicBezTo>
                <a:cubicBezTo>
                  <a:pt x="8963388" y="666703"/>
                  <a:pt x="9372868" y="242625"/>
                  <a:pt x="9484942" y="346954"/>
                </a:cubicBezTo>
                <a:cubicBezTo>
                  <a:pt x="9482011" y="648823"/>
                  <a:pt x="9499587" y="1015107"/>
                  <a:pt x="9496656" y="1316976"/>
                </a:cubicBezTo>
                <a:lnTo>
                  <a:pt x="7246817" y="1308182"/>
                </a:lnTo>
                <a:lnTo>
                  <a:pt x="4833811" y="1270146"/>
                </a:lnTo>
                <a:lnTo>
                  <a:pt x="2779333" y="1300002"/>
                </a:lnTo>
                <a:lnTo>
                  <a:pt x="0" y="1273013"/>
                </a:lnTo>
                <a:cubicBezTo>
                  <a:pt x="2931" y="988728"/>
                  <a:pt x="3903" y="648823"/>
                  <a:pt x="15627" y="346954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>
                  <a:lumMod val="20000"/>
                  <a:lumOff val="80000"/>
                </a:schemeClr>
              </a:gs>
              <a:gs pos="50000">
                <a:schemeClr val="bg1"/>
              </a:gs>
              <a:gs pos="100000">
                <a:schemeClr val="accent4">
                  <a:lumMod val="20000"/>
                  <a:lumOff val="80000"/>
                </a:schemeClr>
              </a:gs>
            </a:gsLst>
            <a:lin ang="0" scaled="1"/>
            <a:tileRect/>
          </a:gradFill>
          <a:ln w="15875">
            <a:solidFill>
              <a:schemeClr val="accent1">
                <a:alpha val="0"/>
              </a:schemeClr>
            </a:solidFill>
          </a:ln>
          <a:effectLst>
            <a:glow>
              <a:srgbClr val="FFFF00"/>
            </a:glow>
            <a:outerShdw algn="ctr" rotWithShape="0">
              <a:schemeClr val="tx1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Free-form: Shape 13">
            <a:extLst>
              <a:ext uri="{FF2B5EF4-FFF2-40B4-BE49-F238E27FC236}">
                <a16:creationId xmlns:a16="http://schemas.microsoft.com/office/drawing/2014/main" id="{495D4429-EAB1-ADCB-E8C6-EDC5716D9F5B}"/>
              </a:ext>
            </a:extLst>
          </p:cNvPr>
          <p:cNvSpPr/>
          <p:nvPr/>
        </p:nvSpPr>
        <p:spPr>
          <a:xfrm rot="10800000">
            <a:off x="-2090" y="-10376"/>
            <a:ext cx="12192000" cy="898826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478107" h="1273677">
                <a:moveTo>
                  <a:pt x="8792" y="350485"/>
                </a:moveTo>
                <a:cubicBezTo>
                  <a:pt x="671146" y="356346"/>
                  <a:pt x="973014" y="-402723"/>
                  <a:pt x="2057399" y="306523"/>
                </a:cubicBezTo>
                <a:cubicBezTo>
                  <a:pt x="3282459" y="1004046"/>
                  <a:pt x="3979984" y="611323"/>
                  <a:pt x="4457699" y="376862"/>
                </a:cubicBezTo>
                <a:cubicBezTo>
                  <a:pt x="5723792" y="-223945"/>
                  <a:pt x="6216161" y="-7069"/>
                  <a:pt x="7016261" y="341693"/>
                </a:cubicBezTo>
                <a:cubicBezTo>
                  <a:pt x="8672145" y="977671"/>
                  <a:pt x="8657492" y="347554"/>
                  <a:pt x="9478107" y="350485"/>
                </a:cubicBezTo>
                <a:cubicBezTo>
                  <a:pt x="9475176" y="652354"/>
                  <a:pt x="9472246" y="954224"/>
                  <a:pt x="9469315" y="1256093"/>
                </a:cubicBezTo>
                <a:lnTo>
                  <a:pt x="7253653" y="1247300"/>
                </a:lnTo>
                <a:lnTo>
                  <a:pt x="4826976" y="1273677"/>
                </a:lnTo>
                <a:lnTo>
                  <a:pt x="2751992" y="1264885"/>
                </a:lnTo>
                <a:lnTo>
                  <a:pt x="0" y="1212131"/>
                </a:lnTo>
                <a:cubicBezTo>
                  <a:pt x="2931" y="927846"/>
                  <a:pt x="-2932" y="652354"/>
                  <a:pt x="8792" y="350485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  <a:effectLst>
            <a:glow>
              <a:srgbClr val="FFFF00"/>
            </a:glow>
            <a:outerShdw algn="ctr" rotWithShape="0">
              <a:schemeClr val="tx1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Free-form: Shape 13">
            <a:extLst>
              <a:ext uri="{FF2B5EF4-FFF2-40B4-BE49-F238E27FC236}">
                <a16:creationId xmlns:a16="http://schemas.microsoft.com/office/drawing/2014/main" id="{0AA599E5-54FF-7800-4481-5906F90CB038}"/>
              </a:ext>
            </a:extLst>
          </p:cNvPr>
          <p:cNvSpPr/>
          <p:nvPr/>
        </p:nvSpPr>
        <p:spPr>
          <a:xfrm rot="10800000">
            <a:off x="-26376" y="-237830"/>
            <a:ext cx="12218376" cy="965187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8414099 w 9478107"/>
              <a:gd name="connsiteY4" fmla="*/ 797823 h 1273677"/>
              <a:gd name="connsiteX5" fmla="*/ 9478107 w 9478107"/>
              <a:gd name="connsiteY5" fmla="*/ 350485 h 1273677"/>
              <a:gd name="connsiteX6" fmla="*/ 9469315 w 9478107"/>
              <a:gd name="connsiteY6" fmla="*/ 1256093 h 1273677"/>
              <a:gd name="connsiteX7" fmla="*/ 7253653 w 9478107"/>
              <a:gd name="connsiteY7" fmla="*/ 1247300 h 1273677"/>
              <a:gd name="connsiteX8" fmla="*/ 4826976 w 9478107"/>
              <a:gd name="connsiteY8" fmla="*/ 1273677 h 1273677"/>
              <a:gd name="connsiteX9" fmla="*/ 2751992 w 9478107"/>
              <a:gd name="connsiteY9" fmla="*/ 1264885 h 1273677"/>
              <a:gd name="connsiteX10" fmla="*/ 0 w 9478107"/>
              <a:gd name="connsiteY10" fmla="*/ 1212131 h 1273677"/>
              <a:gd name="connsiteX11" fmla="*/ 8792 w 9478107"/>
              <a:gd name="connsiteY11" fmla="*/ 350485 h 1273677"/>
              <a:gd name="connsiteX0" fmla="*/ 8792 w 9478107"/>
              <a:gd name="connsiteY0" fmla="*/ 463370 h 1386562"/>
              <a:gd name="connsiteX1" fmla="*/ 2057399 w 9478107"/>
              <a:gd name="connsiteY1" fmla="*/ 419408 h 1386562"/>
              <a:gd name="connsiteX2" fmla="*/ 4457699 w 9478107"/>
              <a:gd name="connsiteY2" fmla="*/ 489747 h 1386562"/>
              <a:gd name="connsiteX3" fmla="*/ 7009426 w 9478107"/>
              <a:gd name="connsiteY3" fmla="*/ 98357 h 1386562"/>
              <a:gd name="connsiteX4" fmla="*/ 8414099 w 9478107"/>
              <a:gd name="connsiteY4" fmla="*/ 910708 h 1386562"/>
              <a:gd name="connsiteX5" fmla="*/ 9478107 w 9478107"/>
              <a:gd name="connsiteY5" fmla="*/ 463370 h 1386562"/>
              <a:gd name="connsiteX6" fmla="*/ 9469315 w 9478107"/>
              <a:gd name="connsiteY6" fmla="*/ 1368978 h 1386562"/>
              <a:gd name="connsiteX7" fmla="*/ 7253653 w 9478107"/>
              <a:gd name="connsiteY7" fmla="*/ 1360185 h 1386562"/>
              <a:gd name="connsiteX8" fmla="*/ 4826976 w 9478107"/>
              <a:gd name="connsiteY8" fmla="*/ 1386562 h 1386562"/>
              <a:gd name="connsiteX9" fmla="*/ 2751992 w 9478107"/>
              <a:gd name="connsiteY9" fmla="*/ 1377770 h 1386562"/>
              <a:gd name="connsiteX10" fmla="*/ 0 w 9478107"/>
              <a:gd name="connsiteY10" fmla="*/ 1325016 h 1386562"/>
              <a:gd name="connsiteX11" fmla="*/ 8792 w 9478107"/>
              <a:gd name="connsiteY11" fmla="*/ 463370 h 1386562"/>
              <a:gd name="connsiteX0" fmla="*/ 8792 w 9478107"/>
              <a:gd name="connsiteY0" fmla="*/ 463370 h 1386562"/>
              <a:gd name="connsiteX1" fmla="*/ 2057399 w 9478107"/>
              <a:gd name="connsiteY1" fmla="*/ 419408 h 1386562"/>
              <a:gd name="connsiteX2" fmla="*/ 4457699 w 9478107"/>
              <a:gd name="connsiteY2" fmla="*/ 489747 h 1386562"/>
              <a:gd name="connsiteX3" fmla="*/ 7009426 w 9478107"/>
              <a:gd name="connsiteY3" fmla="*/ 98357 h 1386562"/>
              <a:gd name="connsiteX4" fmla="*/ 8414099 w 9478107"/>
              <a:gd name="connsiteY4" fmla="*/ 910708 h 1386562"/>
              <a:gd name="connsiteX5" fmla="*/ 9478107 w 9478107"/>
              <a:gd name="connsiteY5" fmla="*/ 463370 h 1386562"/>
              <a:gd name="connsiteX6" fmla="*/ 9469315 w 9478107"/>
              <a:gd name="connsiteY6" fmla="*/ 1368978 h 1386562"/>
              <a:gd name="connsiteX7" fmla="*/ 7253653 w 9478107"/>
              <a:gd name="connsiteY7" fmla="*/ 1360185 h 1386562"/>
              <a:gd name="connsiteX8" fmla="*/ 4826976 w 9478107"/>
              <a:gd name="connsiteY8" fmla="*/ 1386562 h 1386562"/>
              <a:gd name="connsiteX9" fmla="*/ 2751992 w 9478107"/>
              <a:gd name="connsiteY9" fmla="*/ 1377770 h 1386562"/>
              <a:gd name="connsiteX10" fmla="*/ 0 w 9478107"/>
              <a:gd name="connsiteY10" fmla="*/ 1325016 h 1386562"/>
              <a:gd name="connsiteX11" fmla="*/ 8792 w 9478107"/>
              <a:gd name="connsiteY11" fmla="*/ 463370 h 1386562"/>
              <a:gd name="connsiteX0" fmla="*/ 8792 w 9498612"/>
              <a:gd name="connsiteY0" fmla="*/ 463370 h 1386562"/>
              <a:gd name="connsiteX1" fmla="*/ 2057399 w 9498612"/>
              <a:gd name="connsiteY1" fmla="*/ 419408 h 1386562"/>
              <a:gd name="connsiteX2" fmla="*/ 4457699 w 9498612"/>
              <a:gd name="connsiteY2" fmla="*/ 489747 h 1386562"/>
              <a:gd name="connsiteX3" fmla="*/ 7009426 w 9498612"/>
              <a:gd name="connsiteY3" fmla="*/ 98357 h 1386562"/>
              <a:gd name="connsiteX4" fmla="*/ 8414099 w 9498612"/>
              <a:gd name="connsiteY4" fmla="*/ 910708 h 1386562"/>
              <a:gd name="connsiteX5" fmla="*/ 9498612 w 9498612"/>
              <a:gd name="connsiteY5" fmla="*/ 200892 h 1386562"/>
              <a:gd name="connsiteX6" fmla="*/ 9469315 w 9498612"/>
              <a:gd name="connsiteY6" fmla="*/ 1368978 h 1386562"/>
              <a:gd name="connsiteX7" fmla="*/ 7253653 w 9498612"/>
              <a:gd name="connsiteY7" fmla="*/ 1360185 h 1386562"/>
              <a:gd name="connsiteX8" fmla="*/ 4826976 w 9498612"/>
              <a:gd name="connsiteY8" fmla="*/ 1386562 h 1386562"/>
              <a:gd name="connsiteX9" fmla="*/ 2751992 w 9498612"/>
              <a:gd name="connsiteY9" fmla="*/ 1377770 h 1386562"/>
              <a:gd name="connsiteX10" fmla="*/ 0 w 9498612"/>
              <a:gd name="connsiteY10" fmla="*/ 1325016 h 1386562"/>
              <a:gd name="connsiteX11" fmla="*/ 8792 w 9498612"/>
              <a:gd name="connsiteY11" fmla="*/ 463370 h 1386562"/>
              <a:gd name="connsiteX0" fmla="*/ 8792 w 9498612"/>
              <a:gd name="connsiteY0" fmla="*/ 444298 h 1367490"/>
              <a:gd name="connsiteX1" fmla="*/ 2057399 w 9498612"/>
              <a:gd name="connsiteY1" fmla="*/ 400336 h 1367490"/>
              <a:gd name="connsiteX2" fmla="*/ 4320995 w 9498612"/>
              <a:gd name="connsiteY2" fmla="*/ 695656 h 1367490"/>
              <a:gd name="connsiteX3" fmla="*/ 7009426 w 9498612"/>
              <a:gd name="connsiteY3" fmla="*/ 79285 h 1367490"/>
              <a:gd name="connsiteX4" fmla="*/ 8414099 w 9498612"/>
              <a:gd name="connsiteY4" fmla="*/ 891636 h 1367490"/>
              <a:gd name="connsiteX5" fmla="*/ 9498612 w 9498612"/>
              <a:gd name="connsiteY5" fmla="*/ 181820 h 1367490"/>
              <a:gd name="connsiteX6" fmla="*/ 9469315 w 9498612"/>
              <a:gd name="connsiteY6" fmla="*/ 1349906 h 1367490"/>
              <a:gd name="connsiteX7" fmla="*/ 7253653 w 9498612"/>
              <a:gd name="connsiteY7" fmla="*/ 1341113 h 1367490"/>
              <a:gd name="connsiteX8" fmla="*/ 4826976 w 9498612"/>
              <a:gd name="connsiteY8" fmla="*/ 1367490 h 1367490"/>
              <a:gd name="connsiteX9" fmla="*/ 2751992 w 9498612"/>
              <a:gd name="connsiteY9" fmla="*/ 1358698 h 1367490"/>
              <a:gd name="connsiteX10" fmla="*/ 0 w 9498612"/>
              <a:gd name="connsiteY10" fmla="*/ 1305944 h 1367490"/>
              <a:gd name="connsiteX11" fmla="*/ 8792 w 9498612"/>
              <a:gd name="connsiteY11" fmla="*/ 444298 h 1367490"/>
              <a:gd name="connsiteX0" fmla="*/ 8792 w 9498612"/>
              <a:gd name="connsiteY0" fmla="*/ 428789 h 1351981"/>
              <a:gd name="connsiteX1" fmla="*/ 2057399 w 9498612"/>
              <a:gd name="connsiteY1" fmla="*/ 384827 h 1351981"/>
              <a:gd name="connsiteX2" fmla="*/ 3698995 w 9498612"/>
              <a:gd name="connsiteY2" fmla="*/ 961374 h 1351981"/>
              <a:gd name="connsiteX3" fmla="*/ 7009426 w 9498612"/>
              <a:gd name="connsiteY3" fmla="*/ 63776 h 1351981"/>
              <a:gd name="connsiteX4" fmla="*/ 8414099 w 9498612"/>
              <a:gd name="connsiteY4" fmla="*/ 876127 h 1351981"/>
              <a:gd name="connsiteX5" fmla="*/ 9498612 w 9498612"/>
              <a:gd name="connsiteY5" fmla="*/ 166311 h 1351981"/>
              <a:gd name="connsiteX6" fmla="*/ 9469315 w 9498612"/>
              <a:gd name="connsiteY6" fmla="*/ 1334397 h 1351981"/>
              <a:gd name="connsiteX7" fmla="*/ 7253653 w 9498612"/>
              <a:gd name="connsiteY7" fmla="*/ 1325604 h 1351981"/>
              <a:gd name="connsiteX8" fmla="*/ 4826976 w 9498612"/>
              <a:gd name="connsiteY8" fmla="*/ 1351981 h 1351981"/>
              <a:gd name="connsiteX9" fmla="*/ 2751992 w 9498612"/>
              <a:gd name="connsiteY9" fmla="*/ 1343189 h 1351981"/>
              <a:gd name="connsiteX10" fmla="*/ 0 w 9498612"/>
              <a:gd name="connsiteY10" fmla="*/ 1290435 h 1351981"/>
              <a:gd name="connsiteX11" fmla="*/ 8792 w 9498612"/>
              <a:gd name="connsiteY11" fmla="*/ 428789 h 1351981"/>
              <a:gd name="connsiteX0" fmla="*/ 8792 w 9498612"/>
              <a:gd name="connsiteY0" fmla="*/ 595005 h 1518197"/>
              <a:gd name="connsiteX1" fmla="*/ 2057399 w 9498612"/>
              <a:gd name="connsiteY1" fmla="*/ 551043 h 1518197"/>
              <a:gd name="connsiteX2" fmla="*/ 3698995 w 9498612"/>
              <a:gd name="connsiteY2" fmla="*/ 1127590 h 1518197"/>
              <a:gd name="connsiteX3" fmla="*/ 5386116 w 9498612"/>
              <a:gd name="connsiteY3" fmla="*/ 48678 h 1518197"/>
              <a:gd name="connsiteX4" fmla="*/ 7009426 w 9498612"/>
              <a:gd name="connsiteY4" fmla="*/ 229992 h 1518197"/>
              <a:gd name="connsiteX5" fmla="*/ 8414099 w 9498612"/>
              <a:gd name="connsiteY5" fmla="*/ 1042343 h 1518197"/>
              <a:gd name="connsiteX6" fmla="*/ 9498612 w 9498612"/>
              <a:gd name="connsiteY6" fmla="*/ 332527 h 1518197"/>
              <a:gd name="connsiteX7" fmla="*/ 9469315 w 9498612"/>
              <a:gd name="connsiteY7" fmla="*/ 1500613 h 1518197"/>
              <a:gd name="connsiteX8" fmla="*/ 7253653 w 9498612"/>
              <a:gd name="connsiteY8" fmla="*/ 1491820 h 1518197"/>
              <a:gd name="connsiteX9" fmla="*/ 4826976 w 9498612"/>
              <a:gd name="connsiteY9" fmla="*/ 1518197 h 1518197"/>
              <a:gd name="connsiteX10" fmla="*/ 2751992 w 9498612"/>
              <a:gd name="connsiteY10" fmla="*/ 1509405 h 1518197"/>
              <a:gd name="connsiteX11" fmla="*/ 0 w 9498612"/>
              <a:gd name="connsiteY11" fmla="*/ 1456651 h 1518197"/>
              <a:gd name="connsiteX12" fmla="*/ 8792 w 9498612"/>
              <a:gd name="connsiteY12" fmla="*/ 595005 h 1518197"/>
              <a:gd name="connsiteX0" fmla="*/ 8792 w 9498612"/>
              <a:gd name="connsiteY0" fmla="*/ 629716 h 1552908"/>
              <a:gd name="connsiteX1" fmla="*/ 2057399 w 9498612"/>
              <a:gd name="connsiteY1" fmla="*/ 585754 h 1552908"/>
              <a:gd name="connsiteX2" fmla="*/ 3698995 w 9498612"/>
              <a:gd name="connsiteY2" fmla="*/ 1162301 h 1552908"/>
              <a:gd name="connsiteX3" fmla="*/ 5386116 w 9498612"/>
              <a:gd name="connsiteY3" fmla="*/ 83389 h 1552908"/>
              <a:gd name="connsiteX4" fmla="*/ 7009426 w 9498612"/>
              <a:gd name="connsiteY4" fmla="*/ 264703 h 1552908"/>
              <a:gd name="connsiteX5" fmla="*/ 8414099 w 9498612"/>
              <a:gd name="connsiteY5" fmla="*/ 1077054 h 1552908"/>
              <a:gd name="connsiteX6" fmla="*/ 9498612 w 9498612"/>
              <a:gd name="connsiteY6" fmla="*/ 367238 h 1552908"/>
              <a:gd name="connsiteX7" fmla="*/ 9469315 w 9498612"/>
              <a:gd name="connsiteY7" fmla="*/ 1535324 h 1552908"/>
              <a:gd name="connsiteX8" fmla="*/ 7253653 w 9498612"/>
              <a:gd name="connsiteY8" fmla="*/ 1526531 h 1552908"/>
              <a:gd name="connsiteX9" fmla="*/ 4826976 w 9498612"/>
              <a:gd name="connsiteY9" fmla="*/ 1552908 h 1552908"/>
              <a:gd name="connsiteX10" fmla="*/ 2751992 w 9498612"/>
              <a:gd name="connsiteY10" fmla="*/ 1544116 h 1552908"/>
              <a:gd name="connsiteX11" fmla="*/ 0 w 9498612"/>
              <a:gd name="connsiteY11" fmla="*/ 1491362 h 1552908"/>
              <a:gd name="connsiteX12" fmla="*/ 8792 w 9498612"/>
              <a:gd name="connsiteY12" fmla="*/ 629716 h 1552908"/>
              <a:gd name="connsiteX0" fmla="*/ 8792 w 9498612"/>
              <a:gd name="connsiteY0" fmla="*/ 629716 h 1552908"/>
              <a:gd name="connsiteX1" fmla="*/ 2057399 w 9498612"/>
              <a:gd name="connsiteY1" fmla="*/ 585754 h 1552908"/>
              <a:gd name="connsiteX2" fmla="*/ 3698995 w 9498612"/>
              <a:gd name="connsiteY2" fmla="*/ 1162301 h 1552908"/>
              <a:gd name="connsiteX3" fmla="*/ 5386116 w 9498612"/>
              <a:gd name="connsiteY3" fmla="*/ 83389 h 1552908"/>
              <a:gd name="connsiteX4" fmla="*/ 7009426 w 9498612"/>
              <a:gd name="connsiteY4" fmla="*/ 264703 h 1552908"/>
              <a:gd name="connsiteX5" fmla="*/ 8414099 w 9498612"/>
              <a:gd name="connsiteY5" fmla="*/ 1077054 h 1552908"/>
              <a:gd name="connsiteX6" fmla="*/ 9498612 w 9498612"/>
              <a:gd name="connsiteY6" fmla="*/ 367238 h 1552908"/>
              <a:gd name="connsiteX7" fmla="*/ 9469315 w 9498612"/>
              <a:gd name="connsiteY7" fmla="*/ 1535324 h 1552908"/>
              <a:gd name="connsiteX8" fmla="*/ 7253653 w 9498612"/>
              <a:gd name="connsiteY8" fmla="*/ 1526531 h 1552908"/>
              <a:gd name="connsiteX9" fmla="*/ 4826976 w 9498612"/>
              <a:gd name="connsiteY9" fmla="*/ 1552908 h 1552908"/>
              <a:gd name="connsiteX10" fmla="*/ 2751992 w 9498612"/>
              <a:gd name="connsiteY10" fmla="*/ 1544116 h 1552908"/>
              <a:gd name="connsiteX11" fmla="*/ 0 w 9498612"/>
              <a:gd name="connsiteY11" fmla="*/ 1491362 h 1552908"/>
              <a:gd name="connsiteX12" fmla="*/ 8792 w 9498612"/>
              <a:gd name="connsiteY12" fmla="*/ 629716 h 1552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9498612" h="1552908">
                <a:moveTo>
                  <a:pt x="8792" y="629716"/>
                </a:moveTo>
                <a:cubicBezTo>
                  <a:pt x="671146" y="635577"/>
                  <a:pt x="973014" y="-123492"/>
                  <a:pt x="2057399" y="585754"/>
                </a:cubicBezTo>
                <a:cubicBezTo>
                  <a:pt x="3282459" y="1283277"/>
                  <a:pt x="3144209" y="1246028"/>
                  <a:pt x="3698995" y="1162301"/>
                </a:cubicBezTo>
                <a:cubicBezTo>
                  <a:pt x="4253781" y="1078574"/>
                  <a:pt x="4834377" y="232989"/>
                  <a:pt x="5386116" y="83389"/>
                </a:cubicBezTo>
                <a:cubicBezTo>
                  <a:pt x="5937855" y="-66211"/>
                  <a:pt x="6463751" y="-19649"/>
                  <a:pt x="7009426" y="264703"/>
                </a:cubicBezTo>
                <a:cubicBezTo>
                  <a:pt x="7646042" y="612966"/>
                  <a:pt x="8003791" y="1075589"/>
                  <a:pt x="8414099" y="1077054"/>
                </a:cubicBezTo>
                <a:cubicBezTo>
                  <a:pt x="8824407" y="1078519"/>
                  <a:pt x="9320464" y="250238"/>
                  <a:pt x="9498612" y="367238"/>
                </a:cubicBezTo>
                <a:cubicBezTo>
                  <a:pt x="9495681" y="669107"/>
                  <a:pt x="9472246" y="1233455"/>
                  <a:pt x="9469315" y="1535324"/>
                </a:cubicBezTo>
                <a:lnTo>
                  <a:pt x="7253653" y="1526531"/>
                </a:lnTo>
                <a:lnTo>
                  <a:pt x="4826976" y="1552908"/>
                </a:lnTo>
                <a:lnTo>
                  <a:pt x="2751992" y="1544116"/>
                </a:lnTo>
                <a:lnTo>
                  <a:pt x="0" y="1491362"/>
                </a:lnTo>
                <a:cubicBezTo>
                  <a:pt x="2931" y="1207077"/>
                  <a:pt x="-2932" y="931585"/>
                  <a:pt x="8792" y="629716"/>
                </a:cubicBezTo>
                <a:close/>
              </a:path>
            </a:pathLst>
          </a:custGeom>
          <a:gradFill>
            <a:gsLst>
              <a:gs pos="0">
                <a:srgbClr val="EFFCFF"/>
              </a:gs>
              <a:gs pos="50000">
                <a:schemeClr val="accent4">
                  <a:lumMod val="40000"/>
                  <a:lumOff val="6000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ffectLst>
            <a:glow>
              <a:srgbClr val="FFFF00"/>
            </a:glow>
            <a:outerShdw algn="ctr" rotWithShape="0">
              <a:schemeClr val="tx1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AB4D8B95-A993-7077-85E5-6FD48F2C21FD}"/>
              </a:ext>
            </a:extLst>
          </p:cNvPr>
          <p:cNvSpPr/>
          <p:nvPr/>
        </p:nvSpPr>
        <p:spPr>
          <a:xfrm>
            <a:off x="-7747" y="6538183"/>
            <a:ext cx="12207494" cy="319817"/>
          </a:xfrm>
          <a:prstGeom prst="rect">
            <a:avLst/>
          </a:prstGeom>
          <a:solidFill>
            <a:srgbClr val="8ECEFA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AA462A-A5CF-B513-33F9-8CB107B9E72E}"/>
              </a:ext>
            </a:extLst>
          </p:cNvPr>
          <p:cNvCxnSpPr/>
          <p:nvPr/>
        </p:nvCxnSpPr>
        <p:spPr>
          <a:xfrm>
            <a:off x="484418" y="1171879"/>
            <a:ext cx="11218984" cy="0"/>
          </a:xfrm>
          <a:prstGeom prst="line">
            <a:avLst/>
          </a:prstGeom>
          <a:ln w="38100">
            <a:solidFill>
              <a:srgbClr val="8ECE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062FD726-7276-05C8-A4CC-92285796EB94}"/>
              </a:ext>
            </a:extLst>
          </p:cNvPr>
          <p:cNvSpPr txBox="1">
            <a:spLocks/>
          </p:cNvSpPr>
          <p:nvPr/>
        </p:nvSpPr>
        <p:spPr>
          <a:xfrm>
            <a:off x="1833304" y="6559591"/>
            <a:ext cx="287215" cy="2984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13F6232-4F06-48BA-8F69-BF531F607829}" type="slidenum">
              <a:rPr lang="en-GB" sz="1400" smtClean="0">
                <a:solidFill>
                  <a:schemeClr val="bg1"/>
                </a:solidFill>
              </a:rPr>
              <a:pPr/>
              <a:t>4</a:t>
            </a:fld>
            <a:endParaRPr lang="en-GB" sz="14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2F8DAA-5442-FF59-DF02-86A6F8A8208E}"/>
              </a:ext>
            </a:extLst>
          </p:cNvPr>
          <p:cNvSpPr txBox="1"/>
          <p:nvPr/>
        </p:nvSpPr>
        <p:spPr>
          <a:xfrm>
            <a:off x="9172575" y="6542216"/>
            <a:ext cx="27876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Load &amp; Dynamics Team/ Optimus Syria</a:t>
            </a:r>
          </a:p>
        </p:txBody>
      </p:sp>
      <p:sp>
        <p:nvSpPr>
          <p:cNvPr id="22" name="Title 6">
            <a:extLst>
              <a:ext uri="{FF2B5EF4-FFF2-40B4-BE49-F238E27FC236}">
                <a16:creationId xmlns:a16="http://schemas.microsoft.com/office/drawing/2014/main" id="{63716046-8535-EC17-EC9E-552A9ED8C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626" y="363628"/>
            <a:ext cx="10515600" cy="937132"/>
          </a:xfrm>
        </p:spPr>
        <p:txBody>
          <a:bodyPr>
            <a:normAutofit/>
          </a:bodyPr>
          <a:lstStyle/>
          <a:p>
            <a:r>
              <a:rPr lang="en-US" dirty="0"/>
              <a:t>Working Directory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BD61D2C-60C9-6E42-36B2-28F7E1958AA4}"/>
              </a:ext>
            </a:extLst>
          </p:cNvPr>
          <p:cNvSpPr txBox="1"/>
          <p:nvPr/>
        </p:nvSpPr>
        <p:spPr>
          <a:xfrm>
            <a:off x="412716" y="6565449"/>
            <a:ext cx="10001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16/12/2025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20E8112-14C5-5009-CE68-6E92B567222A}"/>
              </a:ext>
            </a:extLst>
          </p:cNvPr>
          <p:cNvSpPr/>
          <p:nvPr/>
        </p:nvSpPr>
        <p:spPr>
          <a:xfrm>
            <a:off x="484418" y="5958348"/>
            <a:ext cx="1423040" cy="291516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5C6CCD-6F28-D29A-2579-9DABE9E07E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419" y="1300760"/>
            <a:ext cx="5955710" cy="3858163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4642273E-D295-2AA3-72DA-112E9BAAC885}"/>
              </a:ext>
            </a:extLst>
          </p:cNvPr>
          <p:cNvSpPr/>
          <p:nvPr/>
        </p:nvSpPr>
        <p:spPr>
          <a:xfrm>
            <a:off x="599768" y="2595716"/>
            <a:ext cx="1602658" cy="412955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36B88F3-65DF-D15C-9522-0111F7FC5E3F}"/>
              </a:ext>
            </a:extLst>
          </p:cNvPr>
          <p:cNvSpPr/>
          <p:nvPr/>
        </p:nvSpPr>
        <p:spPr>
          <a:xfrm>
            <a:off x="599768" y="4387931"/>
            <a:ext cx="1602658" cy="412955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E21FFD4-F8BD-7765-0403-25A246D9B6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8922" y="3191912"/>
            <a:ext cx="5625640" cy="3057952"/>
          </a:xfrm>
          <a:prstGeom prst="rect">
            <a:avLst/>
          </a:prstGeom>
        </p:spPr>
      </p:pic>
      <p:cxnSp>
        <p:nvCxnSpPr>
          <p:cNvPr id="20" name="Connector: Curved 19">
            <a:extLst>
              <a:ext uri="{FF2B5EF4-FFF2-40B4-BE49-F238E27FC236}">
                <a16:creationId xmlns:a16="http://schemas.microsoft.com/office/drawing/2014/main" id="{AF7F93E8-97D7-B618-4DF3-CF7256BE8887}"/>
              </a:ext>
            </a:extLst>
          </p:cNvPr>
          <p:cNvCxnSpPr>
            <a:cxnSpLocks/>
            <a:stCxn id="7" idx="7"/>
          </p:cNvCxnSpPr>
          <p:nvPr/>
        </p:nvCxnSpPr>
        <p:spPr>
          <a:xfrm rot="16200000" flipH="1">
            <a:off x="6632142" y="-2008228"/>
            <a:ext cx="406840" cy="9735680"/>
          </a:xfrm>
          <a:prstGeom prst="curvedConnector4">
            <a:avLst>
              <a:gd name="adj1" fmla="val -271278"/>
              <a:gd name="adj2" fmla="val 100287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Curved 38">
            <a:extLst>
              <a:ext uri="{FF2B5EF4-FFF2-40B4-BE49-F238E27FC236}">
                <a16:creationId xmlns:a16="http://schemas.microsoft.com/office/drawing/2014/main" id="{CE7D2959-3B0B-191D-D9FA-808FA3454730}"/>
              </a:ext>
            </a:extLst>
          </p:cNvPr>
          <p:cNvCxnSpPr>
            <a:cxnSpLocks/>
          </p:cNvCxnSpPr>
          <p:nvPr/>
        </p:nvCxnSpPr>
        <p:spPr>
          <a:xfrm rot="5400000">
            <a:off x="1480469" y="4964164"/>
            <a:ext cx="1074792" cy="369122"/>
          </a:xfrm>
          <a:prstGeom prst="curvedConnector3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8A65EB1F-D4CD-B85B-C3B1-6FA9B0149AEA}"/>
              </a:ext>
            </a:extLst>
          </p:cNvPr>
          <p:cNvSpPr txBox="1"/>
          <p:nvPr/>
        </p:nvSpPr>
        <p:spPr>
          <a:xfrm>
            <a:off x="1833304" y="5722374"/>
            <a:ext cx="13497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Final Result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9B828DD-CFBF-9BD6-A5BE-78E72473B69A}"/>
              </a:ext>
            </a:extLst>
          </p:cNvPr>
          <p:cNvSpPr txBox="1"/>
          <p:nvPr/>
        </p:nvSpPr>
        <p:spPr>
          <a:xfrm>
            <a:off x="5372759" y="6597317"/>
            <a:ext cx="14764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Arham Memon</a:t>
            </a:r>
          </a:p>
        </p:txBody>
      </p:sp>
    </p:spTree>
    <p:extLst>
      <p:ext uri="{BB962C8B-B14F-4D97-AF65-F5344CB8AC3E}">
        <p14:creationId xmlns:p14="http://schemas.microsoft.com/office/powerpoint/2010/main" val="41342349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20EFD-879B-333A-DADF-811203A9D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-form: Shape 13">
            <a:extLst>
              <a:ext uri="{FF2B5EF4-FFF2-40B4-BE49-F238E27FC236}">
                <a16:creationId xmlns:a16="http://schemas.microsoft.com/office/drawing/2014/main" id="{D1146A40-1723-98E5-0A30-1B424176E4E2}"/>
              </a:ext>
            </a:extLst>
          </p:cNvPr>
          <p:cNvSpPr/>
          <p:nvPr/>
        </p:nvSpPr>
        <p:spPr>
          <a:xfrm rot="10800000">
            <a:off x="-35168" y="277945"/>
            <a:ext cx="12216286" cy="898824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4457699 w 9478107"/>
              <a:gd name="connsiteY2" fmla="*/ 373331 h 1270146"/>
              <a:gd name="connsiteX3" fmla="*/ 7016261 w 9478107"/>
              <a:gd name="connsiteY3" fmla="*/ 33816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16261 w 9478107"/>
              <a:gd name="connsiteY3" fmla="*/ 33816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72464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8755857 w 9478107"/>
              <a:gd name="connsiteY4" fmla="*/ 446231 h 1270146"/>
              <a:gd name="connsiteX5" fmla="*/ 9478107 w 9478107"/>
              <a:gd name="connsiteY5" fmla="*/ 346954 h 1270146"/>
              <a:gd name="connsiteX6" fmla="*/ 9469315 w 9478107"/>
              <a:gd name="connsiteY6" fmla="*/ 1252562 h 1270146"/>
              <a:gd name="connsiteX7" fmla="*/ 7253653 w 9478107"/>
              <a:gd name="connsiteY7" fmla="*/ 1243769 h 1270146"/>
              <a:gd name="connsiteX8" fmla="*/ 4826976 w 9478107"/>
              <a:gd name="connsiteY8" fmla="*/ 1270146 h 1270146"/>
              <a:gd name="connsiteX9" fmla="*/ 2751992 w 9478107"/>
              <a:gd name="connsiteY9" fmla="*/ 1261354 h 1270146"/>
              <a:gd name="connsiteX10" fmla="*/ 0 w 9478107"/>
              <a:gd name="connsiteY10" fmla="*/ 1208600 h 1270146"/>
              <a:gd name="connsiteX11" fmla="*/ 8792 w 9478107"/>
              <a:gd name="connsiteY11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8557637 w 9478107"/>
              <a:gd name="connsiteY4" fmla="*/ 716768 h 1270146"/>
              <a:gd name="connsiteX5" fmla="*/ 9478107 w 9478107"/>
              <a:gd name="connsiteY5" fmla="*/ 346954 h 1270146"/>
              <a:gd name="connsiteX6" fmla="*/ 9469315 w 9478107"/>
              <a:gd name="connsiteY6" fmla="*/ 1252562 h 1270146"/>
              <a:gd name="connsiteX7" fmla="*/ 7253653 w 9478107"/>
              <a:gd name="connsiteY7" fmla="*/ 1243769 h 1270146"/>
              <a:gd name="connsiteX8" fmla="*/ 4826976 w 9478107"/>
              <a:gd name="connsiteY8" fmla="*/ 1270146 h 1270146"/>
              <a:gd name="connsiteX9" fmla="*/ 2751992 w 9478107"/>
              <a:gd name="connsiteY9" fmla="*/ 1261354 h 1270146"/>
              <a:gd name="connsiteX10" fmla="*/ 0 w 9478107"/>
              <a:gd name="connsiteY10" fmla="*/ 1208600 h 1270146"/>
              <a:gd name="connsiteX11" fmla="*/ 8792 w 9478107"/>
              <a:gd name="connsiteY11" fmla="*/ 346954 h 1270146"/>
              <a:gd name="connsiteX0" fmla="*/ 15627 w 9484942"/>
              <a:gd name="connsiteY0" fmla="*/ 346954 h 1277035"/>
              <a:gd name="connsiteX1" fmla="*/ 2364982 w 9484942"/>
              <a:gd name="connsiteY1" fmla="*/ 302992 h 1277035"/>
              <a:gd name="connsiteX2" fmla="*/ 5134381 w 9484942"/>
              <a:gd name="connsiteY2" fmla="*/ 115678 h 1277035"/>
              <a:gd name="connsiteX3" fmla="*/ 7091448 w 9484942"/>
              <a:gd name="connsiteY3" fmla="*/ 647346 h 1277035"/>
              <a:gd name="connsiteX4" fmla="*/ 8564472 w 9484942"/>
              <a:gd name="connsiteY4" fmla="*/ 716768 h 1277035"/>
              <a:gd name="connsiteX5" fmla="*/ 9484942 w 9484942"/>
              <a:gd name="connsiteY5" fmla="*/ 346954 h 1277035"/>
              <a:gd name="connsiteX6" fmla="*/ 9476150 w 9484942"/>
              <a:gd name="connsiteY6" fmla="*/ 1252562 h 1277035"/>
              <a:gd name="connsiteX7" fmla="*/ 7260488 w 9484942"/>
              <a:gd name="connsiteY7" fmla="*/ 1243769 h 1277035"/>
              <a:gd name="connsiteX8" fmla="*/ 4833811 w 9484942"/>
              <a:gd name="connsiteY8" fmla="*/ 1270146 h 1277035"/>
              <a:gd name="connsiteX9" fmla="*/ 2758827 w 9484942"/>
              <a:gd name="connsiteY9" fmla="*/ 1261354 h 1277035"/>
              <a:gd name="connsiteX10" fmla="*/ 0 w 9484942"/>
              <a:gd name="connsiteY10" fmla="*/ 1273013 h 1277035"/>
              <a:gd name="connsiteX11" fmla="*/ 15627 w 9484942"/>
              <a:gd name="connsiteY11" fmla="*/ 346954 h 1277035"/>
              <a:gd name="connsiteX0" fmla="*/ 15627 w 9484942"/>
              <a:gd name="connsiteY0" fmla="*/ 346954 h 1300002"/>
              <a:gd name="connsiteX1" fmla="*/ 2364982 w 9484942"/>
              <a:gd name="connsiteY1" fmla="*/ 302992 h 1300002"/>
              <a:gd name="connsiteX2" fmla="*/ 5134381 w 9484942"/>
              <a:gd name="connsiteY2" fmla="*/ 115678 h 1300002"/>
              <a:gd name="connsiteX3" fmla="*/ 7091448 w 9484942"/>
              <a:gd name="connsiteY3" fmla="*/ 647346 h 1300002"/>
              <a:gd name="connsiteX4" fmla="*/ 8564472 w 9484942"/>
              <a:gd name="connsiteY4" fmla="*/ 716768 h 1300002"/>
              <a:gd name="connsiteX5" fmla="*/ 9484942 w 9484942"/>
              <a:gd name="connsiteY5" fmla="*/ 346954 h 1300002"/>
              <a:gd name="connsiteX6" fmla="*/ 9476150 w 9484942"/>
              <a:gd name="connsiteY6" fmla="*/ 1252562 h 1300002"/>
              <a:gd name="connsiteX7" fmla="*/ 7260488 w 9484942"/>
              <a:gd name="connsiteY7" fmla="*/ 1243769 h 1300002"/>
              <a:gd name="connsiteX8" fmla="*/ 4833811 w 9484942"/>
              <a:gd name="connsiteY8" fmla="*/ 1270146 h 1300002"/>
              <a:gd name="connsiteX9" fmla="*/ 2779333 w 9484942"/>
              <a:gd name="connsiteY9" fmla="*/ 1300002 h 1300002"/>
              <a:gd name="connsiteX10" fmla="*/ 0 w 9484942"/>
              <a:gd name="connsiteY10" fmla="*/ 1273013 h 1300002"/>
              <a:gd name="connsiteX11" fmla="*/ 15627 w 9484942"/>
              <a:gd name="connsiteY11" fmla="*/ 346954 h 1300002"/>
              <a:gd name="connsiteX0" fmla="*/ 15627 w 9484942"/>
              <a:gd name="connsiteY0" fmla="*/ 346954 h 1346830"/>
              <a:gd name="connsiteX1" fmla="*/ 2364982 w 9484942"/>
              <a:gd name="connsiteY1" fmla="*/ 302992 h 1346830"/>
              <a:gd name="connsiteX2" fmla="*/ 5134381 w 9484942"/>
              <a:gd name="connsiteY2" fmla="*/ 115678 h 1346830"/>
              <a:gd name="connsiteX3" fmla="*/ 7091448 w 9484942"/>
              <a:gd name="connsiteY3" fmla="*/ 647346 h 1346830"/>
              <a:gd name="connsiteX4" fmla="*/ 8564472 w 9484942"/>
              <a:gd name="connsiteY4" fmla="*/ 716768 h 1346830"/>
              <a:gd name="connsiteX5" fmla="*/ 9484942 w 9484942"/>
              <a:gd name="connsiteY5" fmla="*/ 346954 h 1346830"/>
              <a:gd name="connsiteX6" fmla="*/ 9476150 w 9484942"/>
              <a:gd name="connsiteY6" fmla="*/ 1252562 h 1346830"/>
              <a:gd name="connsiteX7" fmla="*/ 7267323 w 9484942"/>
              <a:gd name="connsiteY7" fmla="*/ 1346830 h 1346830"/>
              <a:gd name="connsiteX8" fmla="*/ 4833811 w 9484942"/>
              <a:gd name="connsiteY8" fmla="*/ 1270146 h 1346830"/>
              <a:gd name="connsiteX9" fmla="*/ 2779333 w 9484942"/>
              <a:gd name="connsiteY9" fmla="*/ 1300002 h 1346830"/>
              <a:gd name="connsiteX10" fmla="*/ 0 w 9484942"/>
              <a:gd name="connsiteY10" fmla="*/ 1273013 h 1346830"/>
              <a:gd name="connsiteX11" fmla="*/ 15627 w 9484942"/>
              <a:gd name="connsiteY11" fmla="*/ 346954 h 1346830"/>
              <a:gd name="connsiteX0" fmla="*/ 15627 w 9484942"/>
              <a:gd name="connsiteY0" fmla="*/ 346954 h 1308182"/>
              <a:gd name="connsiteX1" fmla="*/ 2364982 w 9484942"/>
              <a:gd name="connsiteY1" fmla="*/ 302992 h 1308182"/>
              <a:gd name="connsiteX2" fmla="*/ 5134381 w 9484942"/>
              <a:gd name="connsiteY2" fmla="*/ 115678 h 1308182"/>
              <a:gd name="connsiteX3" fmla="*/ 7091448 w 9484942"/>
              <a:gd name="connsiteY3" fmla="*/ 647346 h 1308182"/>
              <a:gd name="connsiteX4" fmla="*/ 8564472 w 9484942"/>
              <a:gd name="connsiteY4" fmla="*/ 716768 h 1308182"/>
              <a:gd name="connsiteX5" fmla="*/ 9484942 w 9484942"/>
              <a:gd name="connsiteY5" fmla="*/ 346954 h 1308182"/>
              <a:gd name="connsiteX6" fmla="*/ 9476150 w 9484942"/>
              <a:gd name="connsiteY6" fmla="*/ 1252562 h 1308182"/>
              <a:gd name="connsiteX7" fmla="*/ 7246817 w 9484942"/>
              <a:gd name="connsiteY7" fmla="*/ 1308182 h 1308182"/>
              <a:gd name="connsiteX8" fmla="*/ 4833811 w 9484942"/>
              <a:gd name="connsiteY8" fmla="*/ 1270146 h 1308182"/>
              <a:gd name="connsiteX9" fmla="*/ 2779333 w 9484942"/>
              <a:gd name="connsiteY9" fmla="*/ 1300002 h 1308182"/>
              <a:gd name="connsiteX10" fmla="*/ 0 w 9484942"/>
              <a:gd name="connsiteY10" fmla="*/ 1273013 h 1308182"/>
              <a:gd name="connsiteX11" fmla="*/ 15627 w 9484942"/>
              <a:gd name="connsiteY11" fmla="*/ 346954 h 1308182"/>
              <a:gd name="connsiteX0" fmla="*/ 15627 w 9496987"/>
              <a:gd name="connsiteY0" fmla="*/ 346954 h 1316976"/>
              <a:gd name="connsiteX1" fmla="*/ 2364982 w 9496987"/>
              <a:gd name="connsiteY1" fmla="*/ 302992 h 1316976"/>
              <a:gd name="connsiteX2" fmla="*/ 5134381 w 9496987"/>
              <a:gd name="connsiteY2" fmla="*/ 115678 h 1316976"/>
              <a:gd name="connsiteX3" fmla="*/ 7091448 w 9496987"/>
              <a:gd name="connsiteY3" fmla="*/ 647346 h 1316976"/>
              <a:gd name="connsiteX4" fmla="*/ 8564472 w 9496987"/>
              <a:gd name="connsiteY4" fmla="*/ 716768 h 1316976"/>
              <a:gd name="connsiteX5" fmla="*/ 9484942 w 9496987"/>
              <a:gd name="connsiteY5" fmla="*/ 346954 h 1316976"/>
              <a:gd name="connsiteX6" fmla="*/ 9496656 w 9496987"/>
              <a:gd name="connsiteY6" fmla="*/ 1316976 h 1316976"/>
              <a:gd name="connsiteX7" fmla="*/ 7246817 w 9496987"/>
              <a:gd name="connsiteY7" fmla="*/ 1308182 h 1316976"/>
              <a:gd name="connsiteX8" fmla="*/ 4833811 w 9496987"/>
              <a:gd name="connsiteY8" fmla="*/ 1270146 h 1316976"/>
              <a:gd name="connsiteX9" fmla="*/ 2779333 w 9496987"/>
              <a:gd name="connsiteY9" fmla="*/ 1300002 h 1316976"/>
              <a:gd name="connsiteX10" fmla="*/ 0 w 9496987"/>
              <a:gd name="connsiteY10" fmla="*/ 1273013 h 1316976"/>
              <a:gd name="connsiteX11" fmla="*/ 15627 w 9496987"/>
              <a:gd name="connsiteY11" fmla="*/ 346954 h 13169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9496987" h="1316976">
                <a:moveTo>
                  <a:pt x="15627" y="346954"/>
                </a:moveTo>
                <a:cubicBezTo>
                  <a:pt x="677981" y="352815"/>
                  <a:pt x="1280597" y="-406254"/>
                  <a:pt x="2364982" y="302992"/>
                </a:cubicBezTo>
                <a:cubicBezTo>
                  <a:pt x="3590042" y="1000515"/>
                  <a:pt x="4346637" y="58286"/>
                  <a:pt x="5134381" y="115678"/>
                </a:cubicBezTo>
                <a:cubicBezTo>
                  <a:pt x="5922125" y="173070"/>
                  <a:pt x="6479894" y="562194"/>
                  <a:pt x="7091448" y="647346"/>
                </a:cubicBezTo>
                <a:cubicBezTo>
                  <a:pt x="7703002" y="732498"/>
                  <a:pt x="8165556" y="766833"/>
                  <a:pt x="8564472" y="716768"/>
                </a:cubicBezTo>
                <a:cubicBezTo>
                  <a:pt x="8963388" y="666703"/>
                  <a:pt x="9372868" y="242625"/>
                  <a:pt x="9484942" y="346954"/>
                </a:cubicBezTo>
                <a:cubicBezTo>
                  <a:pt x="9482011" y="648823"/>
                  <a:pt x="9499587" y="1015107"/>
                  <a:pt x="9496656" y="1316976"/>
                </a:cubicBezTo>
                <a:lnTo>
                  <a:pt x="7246817" y="1308182"/>
                </a:lnTo>
                <a:lnTo>
                  <a:pt x="4833811" y="1270146"/>
                </a:lnTo>
                <a:lnTo>
                  <a:pt x="2779333" y="1300002"/>
                </a:lnTo>
                <a:lnTo>
                  <a:pt x="0" y="1273013"/>
                </a:lnTo>
                <a:cubicBezTo>
                  <a:pt x="2931" y="988728"/>
                  <a:pt x="3903" y="648823"/>
                  <a:pt x="15627" y="346954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>
                  <a:lumMod val="20000"/>
                  <a:lumOff val="80000"/>
                </a:schemeClr>
              </a:gs>
              <a:gs pos="50000">
                <a:schemeClr val="bg1"/>
              </a:gs>
              <a:gs pos="100000">
                <a:schemeClr val="accent4">
                  <a:lumMod val="20000"/>
                  <a:lumOff val="80000"/>
                </a:schemeClr>
              </a:gs>
            </a:gsLst>
            <a:lin ang="0" scaled="1"/>
            <a:tileRect/>
          </a:gradFill>
          <a:ln w="15875">
            <a:solidFill>
              <a:schemeClr val="accent1">
                <a:alpha val="0"/>
              </a:schemeClr>
            </a:solidFill>
          </a:ln>
          <a:effectLst>
            <a:glow>
              <a:srgbClr val="FFFF00"/>
            </a:glow>
            <a:outerShdw algn="ctr" rotWithShape="0">
              <a:schemeClr val="tx1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Free-form: Shape 13">
            <a:extLst>
              <a:ext uri="{FF2B5EF4-FFF2-40B4-BE49-F238E27FC236}">
                <a16:creationId xmlns:a16="http://schemas.microsoft.com/office/drawing/2014/main" id="{EA702EAB-710C-AE5B-0FAC-DE25147E387D}"/>
              </a:ext>
            </a:extLst>
          </p:cNvPr>
          <p:cNvSpPr/>
          <p:nvPr/>
        </p:nvSpPr>
        <p:spPr>
          <a:xfrm rot="10800000">
            <a:off x="-2090" y="-10376"/>
            <a:ext cx="12192000" cy="898826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478107" h="1273677">
                <a:moveTo>
                  <a:pt x="8792" y="350485"/>
                </a:moveTo>
                <a:cubicBezTo>
                  <a:pt x="671146" y="356346"/>
                  <a:pt x="973014" y="-402723"/>
                  <a:pt x="2057399" y="306523"/>
                </a:cubicBezTo>
                <a:cubicBezTo>
                  <a:pt x="3282459" y="1004046"/>
                  <a:pt x="3979984" y="611323"/>
                  <a:pt x="4457699" y="376862"/>
                </a:cubicBezTo>
                <a:cubicBezTo>
                  <a:pt x="5723792" y="-223945"/>
                  <a:pt x="6216161" y="-7069"/>
                  <a:pt x="7016261" y="341693"/>
                </a:cubicBezTo>
                <a:cubicBezTo>
                  <a:pt x="8672145" y="977671"/>
                  <a:pt x="8657492" y="347554"/>
                  <a:pt x="9478107" y="350485"/>
                </a:cubicBezTo>
                <a:cubicBezTo>
                  <a:pt x="9475176" y="652354"/>
                  <a:pt x="9472246" y="954224"/>
                  <a:pt x="9469315" y="1256093"/>
                </a:cubicBezTo>
                <a:lnTo>
                  <a:pt x="7253653" y="1247300"/>
                </a:lnTo>
                <a:lnTo>
                  <a:pt x="4826976" y="1273677"/>
                </a:lnTo>
                <a:lnTo>
                  <a:pt x="2751992" y="1264885"/>
                </a:lnTo>
                <a:lnTo>
                  <a:pt x="0" y="1212131"/>
                </a:lnTo>
                <a:cubicBezTo>
                  <a:pt x="2931" y="927846"/>
                  <a:pt x="-2932" y="652354"/>
                  <a:pt x="8792" y="350485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  <a:effectLst>
            <a:glow>
              <a:srgbClr val="FFFF00"/>
            </a:glow>
            <a:outerShdw algn="ctr" rotWithShape="0">
              <a:schemeClr val="tx1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Free-form: Shape 13">
            <a:extLst>
              <a:ext uri="{FF2B5EF4-FFF2-40B4-BE49-F238E27FC236}">
                <a16:creationId xmlns:a16="http://schemas.microsoft.com/office/drawing/2014/main" id="{F63D863B-C1BD-E06D-7371-B341E5FB1974}"/>
              </a:ext>
            </a:extLst>
          </p:cNvPr>
          <p:cNvSpPr/>
          <p:nvPr/>
        </p:nvSpPr>
        <p:spPr>
          <a:xfrm rot="10800000">
            <a:off x="-26376" y="-237830"/>
            <a:ext cx="12218376" cy="965187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8414099 w 9478107"/>
              <a:gd name="connsiteY4" fmla="*/ 797823 h 1273677"/>
              <a:gd name="connsiteX5" fmla="*/ 9478107 w 9478107"/>
              <a:gd name="connsiteY5" fmla="*/ 350485 h 1273677"/>
              <a:gd name="connsiteX6" fmla="*/ 9469315 w 9478107"/>
              <a:gd name="connsiteY6" fmla="*/ 1256093 h 1273677"/>
              <a:gd name="connsiteX7" fmla="*/ 7253653 w 9478107"/>
              <a:gd name="connsiteY7" fmla="*/ 1247300 h 1273677"/>
              <a:gd name="connsiteX8" fmla="*/ 4826976 w 9478107"/>
              <a:gd name="connsiteY8" fmla="*/ 1273677 h 1273677"/>
              <a:gd name="connsiteX9" fmla="*/ 2751992 w 9478107"/>
              <a:gd name="connsiteY9" fmla="*/ 1264885 h 1273677"/>
              <a:gd name="connsiteX10" fmla="*/ 0 w 9478107"/>
              <a:gd name="connsiteY10" fmla="*/ 1212131 h 1273677"/>
              <a:gd name="connsiteX11" fmla="*/ 8792 w 9478107"/>
              <a:gd name="connsiteY11" fmla="*/ 350485 h 1273677"/>
              <a:gd name="connsiteX0" fmla="*/ 8792 w 9478107"/>
              <a:gd name="connsiteY0" fmla="*/ 463370 h 1386562"/>
              <a:gd name="connsiteX1" fmla="*/ 2057399 w 9478107"/>
              <a:gd name="connsiteY1" fmla="*/ 419408 h 1386562"/>
              <a:gd name="connsiteX2" fmla="*/ 4457699 w 9478107"/>
              <a:gd name="connsiteY2" fmla="*/ 489747 h 1386562"/>
              <a:gd name="connsiteX3" fmla="*/ 7009426 w 9478107"/>
              <a:gd name="connsiteY3" fmla="*/ 98357 h 1386562"/>
              <a:gd name="connsiteX4" fmla="*/ 8414099 w 9478107"/>
              <a:gd name="connsiteY4" fmla="*/ 910708 h 1386562"/>
              <a:gd name="connsiteX5" fmla="*/ 9478107 w 9478107"/>
              <a:gd name="connsiteY5" fmla="*/ 463370 h 1386562"/>
              <a:gd name="connsiteX6" fmla="*/ 9469315 w 9478107"/>
              <a:gd name="connsiteY6" fmla="*/ 1368978 h 1386562"/>
              <a:gd name="connsiteX7" fmla="*/ 7253653 w 9478107"/>
              <a:gd name="connsiteY7" fmla="*/ 1360185 h 1386562"/>
              <a:gd name="connsiteX8" fmla="*/ 4826976 w 9478107"/>
              <a:gd name="connsiteY8" fmla="*/ 1386562 h 1386562"/>
              <a:gd name="connsiteX9" fmla="*/ 2751992 w 9478107"/>
              <a:gd name="connsiteY9" fmla="*/ 1377770 h 1386562"/>
              <a:gd name="connsiteX10" fmla="*/ 0 w 9478107"/>
              <a:gd name="connsiteY10" fmla="*/ 1325016 h 1386562"/>
              <a:gd name="connsiteX11" fmla="*/ 8792 w 9478107"/>
              <a:gd name="connsiteY11" fmla="*/ 463370 h 1386562"/>
              <a:gd name="connsiteX0" fmla="*/ 8792 w 9478107"/>
              <a:gd name="connsiteY0" fmla="*/ 463370 h 1386562"/>
              <a:gd name="connsiteX1" fmla="*/ 2057399 w 9478107"/>
              <a:gd name="connsiteY1" fmla="*/ 419408 h 1386562"/>
              <a:gd name="connsiteX2" fmla="*/ 4457699 w 9478107"/>
              <a:gd name="connsiteY2" fmla="*/ 489747 h 1386562"/>
              <a:gd name="connsiteX3" fmla="*/ 7009426 w 9478107"/>
              <a:gd name="connsiteY3" fmla="*/ 98357 h 1386562"/>
              <a:gd name="connsiteX4" fmla="*/ 8414099 w 9478107"/>
              <a:gd name="connsiteY4" fmla="*/ 910708 h 1386562"/>
              <a:gd name="connsiteX5" fmla="*/ 9478107 w 9478107"/>
              <a:gd name="connsiteY5" fmla="*/ 463370 h 1386562"/>
              <a:gd name="connsiteX6" fmla="*/ 9469315 w 9478107"/>
              <a:gd name="connsiteY6" fmla="*/ 1368978 h 1386562"/>
              <a:gd name="connsiteX7" fmla="*/ 7253653 w 9478107"/>
              <a:gd name="connsiteY7" fmla="*/ 1360185 h 1386562"/>
              <a:gd name="connsiteX8" fmla="*/ 4826976 w 9478107"/>
              <a:gd name="connsiteY8" fmla="*/ 1386562 h 1386562"/>
              <a:gd name="connsiteX9" fmla="*/ 2751992 w 9478107"/>
              <a:gd name="connsiteY9" fmla="*/ 1377770 h 1386562"/>
              <a:gd name="connsiteX10" fmla="*/ 0 w 9478107"/>
              <a:gd name="connsiteY10" fmla="*/ 1325016 h 1386562"/>
              <a:gd name="connsiteX11" fmla="*/ 8792 w 9478107"/>
              <a:gd name="connsiteY11" fmla="*/ 463370 h 1386562"/>
              <a:gd name="connsiteX0" fmla="*/ 8792 w 9498612"/>
              <a:gd name="connsiteY0" fmla="*/ 463370 h 1386562"/>
              <a:gd name="connsiteX1" fmla="*/ 2057399 w 9498612"/>
              <a:gd name="connsiteY1" fmla="*/ 419408 h 1386562"/>
              <a:gd name="connsiteX2" fmla="*/ 4457699 w 9498612"/>
              <a:gd name="connsiteY2" fmla="*/ 489747 h 1386562"/>
              <a:gd name="connsiteX3" fmla="*/ 7009426 w 9498612"/>
              <a:gd name="connsiteY3" fmla="*/ 98357 h 1386562"/>
              <a:gd name="connsiteX4" fmla="*/ 8414099 w 9498612"/>
              <a:gd name="connsiteY4" fmla="*/ 910708 h 1386562"/>
              <a:gd name="connsiteX5" fmla="*/ 9498612 w 9498612"/>
              <a:gd name="connsiteY5" fmla="*/ 200892 h 1386562"/>
              <a:gd name="connsiteX6" fmla="*/ 9469315 w 9498612"/>
              <a:gd name="connsiteY6" fmla="*/ 1368978 h 1386562"/>
              <a:gd name="connsiteX7" fmla="*/ 7253653 w 9498612"/>
              <a:gd name="connsiteY7" fmla="*/ 1360185 h 1386562"/>
              <a:gd name="connsiteX8" fmla="*/ 4826976 w 9498612"/>
              <a:gd name="connsiteY8" fmla="*/ 1386562 h 1386562"/>
              <a:gd name="connsiteX9" fmla="*/ 2751992 w 9498612"/>
              <a:gd name="connsiteY9" fmla="*/ 1377770 h 1386562"/>
              <a:gd name="connsiteX10" fmla="*/ 0 w 9498612"/>
              <a:gd name="connsiteY10" fmla="*/ 1325016 h 1386562"/>
              <a:gd name="connsiteX11" fmla="*/ 8792 w 9498612"/>
              <a:gd name="connsiteY11" fmla="*/ 463370 h 1386562"/>
              <a:gd name="connsiteX0" fmla="*/ 8792 w 9498612"/>
              <a:gd name="connsiteY0" fmla="*/ 444298 h 1367490"/>
              <a:gd name="connsiteX1" fmla="*/ 2057399 w 9498612"/>
              <a:gd name="connsiteY1" fmla="*/ 400336 h 1367490"/>
              <a:gd name="connsiteX2" fmla="*/ 4320995 w 9498612"/>
              <a:gd name="connsiteY2" fmla="*/ 695656 h 1367490"/>
              <a:gd name="connsiteX3" fmla="*/ 7009426 w 9498612"/>
              <a:gd name="connsiteY3" fmla="*/ 79285 h 1367490"/>
              <a:gd name="connsiteX4" fmla="*/ 8414099 w 9498612"/>
              <a:gd name="connsiteY4" fmla="*/ 891636 h 1367490"/>
              <a:gd name="connsiteX5" fmla="*/ 9498612 w 9498612"/>
              <a:gd name="connsiteY5" fmla="*/ 181820 h 1367490"/>
              <a:gd name="connsiteX6" fmla="*/ 9469315 w 9498612"/>
              <a:gd name="connsiteY6" fmla="*/ 1349906 h 1367490"/>
              <a:gd name="connsiteX7" fmla="*/ 7253653 w 9498612"/>
              <a:gd name="connsiteY7" fmla="*/ 1341113 h 1367490"/>
              <a:gd name="connsiteX8" fmla="*/ 4826976 w 9498612"/>
              <a:gd name="connsiteY8" fmla="*/ 1367490 h 1367490"/>
              <a:gd name="connsiteX9" fmla="*/ 2751992 w 9498612"/>
              <a:gd name="connsiteY9" fmla="*/ 1358698 h 1367490"/>
              <a:gd name="connsiteX10" fmla="*/ 0 w 9498612"/>
              <a:gd name="connsiteY10" fmla="*/ 1305944 h 1367490"/>
              <a:gd name="connsiteX11" fmla="*/ 8792 w 9498612"/>
              <a:gd name="connsiteY11" fmla="*/ 444298 h 1367490"/>
              <a:gd name="connsiteX0" fmla="*/ 8792 w 9498612"/>
              <a:gd name="connsiteY0" fmla="*/ 428789 h 1351981"/>
              <a:gd name="connsiteX1" fmla="*/ 2057399 w 9498612"/>
              <a:gd name="connsiteY1" fmla="*/ 384827 h 1351981"/>
              <a:gd name="connsiteX2" fmla="*/ 3698995 w 9498612"/>
              <a:gd name="connsiteY2" fmla="*/ 961374 h 1351981"/>
              <a:gd name="connsiteX3" fmla="*/ 7009426 w 9498612"/>
              <a:gd name="connsiteY3" fmla="*/ 63776 h 1351981"/>
              <a:gd name="connsiteX4" fmla="*/ 8414099 w 9498612"/>
              <a:gd name="connsiteY4" fmla="*/ 876127 h 1351981"/>
              <a:gd name="connsiteX5" fmla="*/ 9498612 w 9498612"/>
              <a:gd name="connsiteY5" fmla="*/ 166311 h 1351981"/>
              <a:gd name="connsiteX6" fmla="*/ 9469315 w 9498612"/>
              <a:gd name="connsiteY6" fmla="*/ 1334397 h 1351981"/>
              <a:gd name="connsiteX7" fmla="*/ 7253653 w 9498612"/>
              <a:gd name="connsiteY7" fmla="*/ 1325604 h 1351981"/>
              <a:gd name="connsiteX8" fmla="*/ 4826976 w 9498612"/>
              <a:gd name="connsiteY8" fmla="*/ 1351981 h 1351981"/>
              <a:gd name="connsiteX9" fmla="*/ 2751992 w 9498612"/>
              <a:gd name="connsiteY9" fmla="*/ 1343189 h 1351981"/>
              <a:gd name="connsiteX10" fmla="*/ 0 w 9498612"/>
              <a:gd name="connsiteY10" fmla="*/ 1290435 h 1351981"/>
              <a:gd name="connsiteX11" fmla="*/ 8792 w 9498612"/>
              <a:gd name="connsiteY11" fmla="*/ 428789 h 1351981"/>
              <a:gd name="connsiteX0" fmla="*/ 8792 w 9498612"/>
              <a:gd name="connsiteY0" fmla="*/ 595005 h 1518197"/>
              <a:gd name="connsiteX1" fmla="*/ 2057399 w 9498612"/>
              <a:gd name="connsiteY1" fmla="*/ 551043 h 1518197"/>
              <a:gd name="connsiteX2" fmla="*/ 3698995 w 9498612"/>
              <a:gd name="connsiteY2" fmla="*/ 1127590 h 1518197"/>
              <a:gd name="connsiteX3" fmla="*/ 5386116 w 9498612"/>
              <a:gd name="connsiteY3" fmla="*/ 48678 h 1518197"/>
              <a:gd name="connsiteX4" fmla="*/ 7009426 w 9498612"/>
              <a:gd name="connsiteY4" fmla="*/ 229992 h 1518197"/>
              <a:gd name="connsiteX5" fmla="*/ 8414099 w 9498612"/>
              <a:gd name="connsiteY5" fmla="*/ 1042343 h 1518197"/>
              <a:gd name="connsiteX6" fmla="*/ 9498612 w 9498612"/>
              <a:gd name="connsiteY6" fmla="*/ 332527 h 1518197"/>
              <a:gd name="connsiteX7" fmla="*/ 9469315 w 9498612"/>
              <a:gd name="connsiteY7" fmla="*/ 1500613 h 1518197"/>
              <a:gd name="connsiteX8" fmla="*/ 7253653 w 9498612"/>
              <a:gd name="connsiteY8" fmla="*/ 1491820 h 1518197"/>
              <a:gd name="connsiteX9" fmla="*/ 4826976 w 9498612"/>
              <a:gd name="connsiteY9" fmla="*/ 1518197 h 1518197"/>
              <a:gd name="connsiteX10" fmla="*/ 2751992 w 9498612"/>
              <a:gd name="connsiteY10" fmla="*/ 1509405 h 1518197"/>
              <a:gd name="connsiteX11" fmla="*/ 0 w 9498612"/>
              <a:gd name="connsiteY11" fmla="*/ 1456651 h 1518197"/>
              <a:gd name="connsiteX12" fmla="*/ 8792 w 9498612"/>
              <a:gd name="connsiteY12" fmla="*/ 595005 h 1518197"/>
              <a:gd name="connsiteX0" fmla="*/ 8792 w 9498612"/>
              <a:gd name="connsiteY0" fmla="*/ 629716 h 1552908"/>
              <a:gd name="connsiteX1" fmla="*/ 2057399 w 9498612"/>
              <a:gd name="connsiteY1" fmla="*/ 585754 h 1552908"/>
              <a:gd name="connsiteX2" fmla="*/ 3698995 w 9498612"/>
              <a:gd name="connsiteY2" fmla="*/ 1162301 h 1552908"/>
              <a:gd name="connsiteX3" fmla="*/ 5386116 w 9498612"/>
              <a:gd name="connsiteY3" fmla="*/ 83389 h 1552908"/>
              <a:gd name="connsiteX4" fmla="*/ 7009426 w 9498612"/>
              <a:gd name="connsiteY4" fmla="*/ 264703 h 1552908"/>
              <a:gd name="connsiteX5" fmla="*/ 8414099 w 9498612"/>
              <a:gd name="connsiteY5" fmla="*/ 1077054 h 1552908"/>
              <a:gd name="connsiteX6" fmla="*/ 9498612 w 9498612"/>
              <a:gd name="connsiteY6" fmla="*/ 367238 h 1552908"/>
              <a:gd name="connsiteX7" fmla="*/ 9469315 w 9498612"/>
              <a:gd name="connsiteY7" fmla="*/ 1535324 h 1552908"/>
              <a:gd name="connsiteX8" fmla="*/ 7253653 w 9498612"/>
              <a:gd name="connsiteY8" fmla="*/ 1526531 h 1552908"/>
              <a:gd name="connsiteX9" fmla="*/ 4826976 w 9498612"/>
              <a:gd name="connsiteY9" fmla="*/ 1552908 h 1552908"/>
              <a:gd name="connsiteX10" fmla="*/ 2751992 w 9498612"/>
              <a:gd name="connsiteY10" fmla="*/ 1544116 h 1552908"/>
              <a:gd name="connsiteX11" fmla="*/ 0 w 9498612"/>
              <a:gd name="connsiteY11" fmla="*/ 1491362 h 1552908"/>
              <a:gd name="connsiteX12" fmla="*/ 8792 w 9498612"/>
              <a:gd name="connsiteY12" fmla="*/ 629716 h 1552908"/>
              <a:gd name="connsiteX0" fmla="*/ 8792 w 9498612"/>
              <a:gd name="connsiteY0" fmla="*/ 629716 h 1552908"/>
              <a:gd name="connsiteX1" fmla="*/ 2057399 w 9498612"/>
              <a:gd name="connsiteY1" fmla="*/ 585754 h 1552908"/>
              <a:gd name="connsiteX2" fmla="*/ 3698995 w 9498612"/>
              <a:gd name="connsiteY2" fmla="*/ 1162301 h 1552908"/>
              <a:gd name="connsiteX3" fmla="*/ 5386116 w 9498612"/>
              <a:gd name="connsiteY3" fmla="*/ 83389 h 1552908"/>
              <a:gd name="connsiteX4" fmla="*/ 7009426 w 9498612"/>
              <a:gd name="connsiteY4" fmla="*/ 264703 h 1552908"/>
              <a:gd name="connsiteX5" fmla="*/ 8414099 w 9498612"/>
              <a:gd name="connsiteY5" fmla="*/ 1077054 h 1552908"/>
              <a:gd name="connsiteX6" fmla="*/ 9498612 w 9498612"/>
              <a:gd name="connsiteY6" fmla="*/ 367238 h 1552908"/>
              <a:gd name="connsiteX7" fmla="*/ 9469315 w 9498612"/>
              <a:gd name="connsiteY7" fmla="*/ 1535324 h 1552908"/>
              <a:gd name="connsiteX8" fmla="*/ 7253653 w 9498612"/>
              <a:gd name="connsiteY8" fmla="*/ 1526531 h 1552908"/>
              <a:gd name="connsiteX9" fmla="*/ 4826976 w 9498612"/>
              <a:gd name="connsiteY9" fmla="*/ 1552908 h 1552908"/>
              <a:gd name="connsiteX10" fmla="*/ 2751992 w 9498612"/>
              <a:gd name="connsiteY10" fmla="*/ 1544116 h 1552908"/>
              <a:gd name="connsiteX11" fmla="*/ 0 w 9498612"/>
              <a:gd name="connsiteY11" fmla="*/ 1491362 h 1552908"/>
              <a:gd name="connsiteX12" fmla="*/ 8792 w 9498612"/>
              <a:gd name="connsiteY12" fmla="*/ 629716 h 1552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9498612" h="1552908">
                <a:moveTo>
                  <a:pt x="8792" y="629716"/>
                </a:moveTo>
                <a:cubicBezTo>
                  <a:pt x="671146" y="635577"/>
                  <a:pt x="973014" y="-123492"/>
                  <a:pt x="2057399" y="585754"/>
                </a:cubicBezTo>
                <a:cubicBezTo>
                  <a:pt x="3282459" y="1283277"/>
                  <a:pt x="3144209" y="1246028"/>
                  <a:pt x="3698995" y="1162301"/>
                </a:cubicBezTo>
                <a:cubicBezTo>
                  <a:pt x="4253781" y="1078574"/>
                  <a:pt x="4834377" y="232989"/>
                  <a:pt x="5386116" y="83389"/>
                </a:cubicBezTo>
                <a:cubicBezTo>
                  <a:pt x="5937855" y="-66211"/>
                  <a:pt x="6463751" y="-19649"/>
                  <a:pt x="7009426" y="264703"/>
                </a:cubicBezTo>
                <a:cubicBezTo>
                  <a:pt x="7646042" y="612966"/>
                  <a:pt x="8003791" y="1075589"/>
                  <a:pt x="8414099" y="1077054"/>
                </a:cubicBezTo>
                <a:cubicBezTo>
                  <a:pt x="8824407" y="1078519"/>
                  <a:pt x="9320464" y="250238"/>
                  <a:pt x="9498612" y="367238"/>
                </a:cubicBezTo>
                <a:cubicBezTo>
                  <a:pt x="9495681" y="669107"/>
                  <a:pt x="9472246" y="1233455"/>
                  <a:pt x="9469315" y="1535324"/>
                </a:cubicBezTo>
                <a:lnTo>
                  <a:pt x="7253653" y="1526531"/>
                </a:lnTo>
                <a:lnTo>
                  <a:pt x="4826976" y="1552908"/>
                </a:lnTo>
                <a:lnTo>
                  <a:pt x="2751992" y="1544116"/>
                </a:lnTo>
                <a:lnTo>
                  <a:pt x="0" y="1491362"/>
                </a:lnTo>
                <a:cubicBezTo>
                  <a:pt x="2931" y="1207077"/>
                  <a:pt x="-2932" y="931585"/>
                  <a:pt x="8792" y="629716"/>
                </a:cubicBezTo>
                <a:close/>
              </a:path>
            </a:pathLst>
          </a:custGeom>
          <a:gradFill>
            <a:gsLst>
              <a:gs pos="0">
                <a:srgbClr val="EFFCFF"/>
              </a:gs>
              <a:gs pos="50000">
                <a:schemeClr val="accent4">
                  <a:lumMod val="40000"/>
                  <a:lumOff val="6000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ffectLst>
            <a:glow>
              <a:srgbClr val="FFFF00"/>
            </a:glow>
            <a:outerShdw algn="ctr" rotWithShape="0">
              <a:schemeClr val="tx1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AA9F3BE4-1887-9E96-1479-96A7764214B0}"/>
              </a:ext>
            </a:extLst>
          </p:cNvPr>
          <p:cNvSpPr/>
          <p:nvPr/>
        </p:nvSpPr>
        <p:spPr>
          <a:xfrm>
            <a:off x="-7747" y="6538183"/>
            <a:ext cx="12207494" cy="319817"/>
          </a:xfrm>
          <a:prstGeom prst="rect">
            <a:avLst/>
          </a:prstGeom>
          <a:solidFill>
            <a:srgbClr val="8ECEFA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77EE61D-15D7-3F86-7CDD-CCB0A1FCCD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417" y="502853"/>
            <a:ext cx="9234617" cy="712728"/>
          </a:xfrm>
        </p:spPr>
        <p:txBody>
          <a:bodyPr>
            <a:normAutofit/>
          </a:bodyPr>
          <a:lstStyle/>
          <a:p>
            <a:r>
              <a:rPr lang="en-GB" dirty="0"/>
              <a:t>Result Output</a:t>
            </a:r>
            <a:endParaRPr lang="de-DE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DE2EB72-B6B0-6F50-0553-8A7EBA47EF3F}"/>
              </a:ext>
            </a:extLst>
          </p:cNvPr>
          <p:cNvCxnSpPr/>
          <p:nvPr/>
        </p:nvCxnSpPr>
        <p:spPr>
          <a:xfrm>
            <a:off x="484418" y="1171879"/>
            <a:ext cx="11218984" cy="0"/>
          </a:xfrm>
          <a:prstGeom prst="line">
            <a:avLst/>
          </a:prstGeom>
          <a:ln w="38100">
            <a:solidFill>
              <a:srgbClr val="8ECE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3F80CF7-D661-ECEA-C323-8A635239A2B9}"/>
              </a:ext>
            </a:extLst>
          </p:cNvPr>
          <p:cNvSpPr txBox="1"/>
          <p:nvPr/>
        </p:nvSpPr>
        <p:spPr>
          <a:xfrm>
            <a:off x="484417" y="1535257"/>
            <a:ext cx="105366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Analyzed DLC with Update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Every DLC has Analyzed with different </a:t>
            </a:r>
            <a:r>
              <a:rPr lang="en-US" dirty="0" err="1"/>
              <a:t>different</a:t>
            </a:r>
            <a:r>
              <a:rPr lang="en-US" dirty="0"/>
              <a:t> wind speed according to DLC requirement and for every wind speed has a total of 6 (</a:t>
            </a:r>
            <a:r>
              <a:rPr lang="en-US" dirty="0" err="1"/>
              <a:t>randseed</a:t>
            </a:r>
            <a:r>
              <a:rPr lang="en-US" dirty="0"/>
              <a:t>) simulation for getting more accurate result.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AA120C60-37B7-21C9-2762-545988EF49AC}"/>
              </a:ext>
            </a:extLst>
          </p:cNvPr>
          <p:cNvSpPr txBox="1">
            <a:spLocks/>
          </p:cNvSpPr>
          <p:nvPr/>
        </p:nvSpPr>
        <p:spPr>
          <a:xfrm>
            <a:off x="1661819" y="6533293"/>
            <a:ext cx="386021" cy="3198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13F6232-4F06-48BA-8F69-BF531F607829}" type="slidenum">
              <a:rPr lang="en-GB" sz="1400" smtClean="0">
                <a:solidFill>
                  <a:schemeClr val="bg1"/>
                </a:solidFill>
              </a:rPr>
              <a:pPr/>
              <a:t>5</a:t>
            </a:fld>
            <a:endParaRPr lang="en-GB" sz="14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01270B-C2B0-1B61-E8C4-35B5C0C53617}"/>
              </a:ext>
            </a:extLst>
          </p:cNvPr>
          <p:cNvSpPr txBox="1"/>
          <p:nvPr/>
        </p:nvSpPr>
        <p:spPr>
          <a:xfrm>
            <a:off x="9172575" y="6542216"/>
            <a:ext cx="27876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Load &amp; Dynamics Team/ Optimus Syria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AC7E68-A27A-94A1-CFF3-93B677B8D91A}"/>
              </a:ext>
            </a:extLst>
          </p:cNvPr>
          <p:cNvSpPr txBox="1"/>
          <p:nvPr/>
        </p:nvSpPr>
        <p:spPr>
          <a:xfrm>
            <a:off x="412716" y="6565449"/>
            <a:ext cx="10001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16/12/2025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9A7A139-BE57-8C21-C89E-5ADCB8A5ED22}"/>
              </a:ext>
            </a:extLst>
          </p:cNvPr>
          <p:cNvSpPr txBox="1"/>
          <p:nvPr/>
        </p:nvSpPr>
        <p:spPr>
          <a:xfrm>
            <a:off x="484417" y="2791269"/>
            <a:ext cx="74928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total of 245 output files is generated for analysis with all working DLC.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3714DC7-0AAB-10FC-4273-86B27D5611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417" y="3242254"/>
            <a:ext cx="10998423" cy="225712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7B7669A-9458-67AA-1039-D8A6DB1A37AD}"/>
              </a:ext>
            </a:extLst>
          </p:cNvPr>
          <p:cNvSpPr txBox="1"/>
          <p:nvPr/>
        </p:nvSpPr>
        <p:spPr>
          <a:xfrm>
            <a:off x="5372759" y="6597317"/>
            <a:ext cx="14764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Arham Memon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121D2EF-562E-C249-C68C-8139A8FBE571}"/>
              </a:ext>
            </a:extLst>
          </p:cNvPr>
          <p:cNvSpPr/>
          <p:nvPr/>
        </p:nvSpPr>
        <p:spPr>
          <a:xfrm>
            <a:off x="5101725" y="3186571"/>
            <a:ext cx="1353022" cy="390341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64FD9AD-29BC-815A-7567-16964961FC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2476" y="4332004"/>
            <a:ext cx="6875149" cy="1981477"/>
          </a:xfrm>
          <a:prstGeom prst="rect">
            <a:avLst/>
          </a:prstGeom>
        </p:spPr>
      </p:pic>
      <p:sp>
        <p:nvSpPr>
          <p:cNvPr id="17" name="Oval 16">
            <a:extLst>
              <a:ext uri="{FF2B5EF4-FFF2-40B4-BE49-F238E27FC236}">
                <a16:creationId xmlns:a16="http://schemas.microsoft.com/office/drawing/2014/main" id="{92DBAEF4-3B36-870E-A47A-C2D9AE680A68}"/>
              </a:ext>
            </a:extLst>
          </p:cNvPr>
          <p:cNvSpPr/>
          <p:nvPr/>
        </p:nvSpPr>
        <p:spPr>
          <a:xfrm>
            <a:off x="9871587" y="4332004"/>
            <a:ext cx="707923" cy="197951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0479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4E1F7-3C20-DEA7-B847-A36EBE8964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-form: Shape 13">
            <a:extLst>
              <a:ext uri="{FF2B5EF4-FFF2-40B4-BE49-F238E27FC236}">
                <a16:creationId xmlns:a16="http://schemas.microsoft.com/office/drawing/2014/main" id="{8FD35403-9E92-25AF-606E-F1D167645D58}"/>
              </a:ext>
            </a:extLst>
          </p:cNvPr>
          <p:cNvSpPr/>
          <p:nvPr/>
        </p:nvSpPr>
        <p:spPr>
          <a:xfrm rot="10800000">
            <a:off x="-35168" y="277945"/>
            <a:ext cx="12216286" cy="898824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4457699 w 9478107"/>
              <a:gd name="connsiteY2" fmla="*/ 373331 h 1270146"/>
              <a:gd name="connsiteX3" fmla="*/ 7016261 w 9478107"/>
              <a:gd name="connsiteY3" fmla="*/ 33816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16261 w 9478107"/>
              <a:gd name="connsiteY3" fmla="*/ 33816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72464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8755857 w 9478107"/>
              <a:gd name="connsiteY4" fmla="*/ 446231 h 1270146"/>
              <a:gd name="connsiteX5" fmla="*/ 9478107 w 9478107"/>
              <a:gd name="connsiteY5" fmla="*/ 346954 h 1270146"/>
              <a:gd name="connsiteX6" fmla="*/ 9469315 w 9478107"/>
              <a:gd name="connsiteY6" fmla="*/ 1252562 h 1270146"/>
              <a:gd name="connsiteX7" fmla="*/ 7253653 w 9478107"/>
              <a:gd name="connsiteY7" fmla="*/ 1243769 h 1270146"/>
              <a:gd name="connsiteX8" fmla="*/ 4826976 w 9478107"/>
              <a:gd name="connsiteY8" fmla="*/ 1270146 h 1270146"/>
              <a:gd name="connsiteX9" fmla="*/ 2751992 w 9478107"/>
              <a:gd name="connsiteY9" fmla="*/ 1261354 h 1270146"/>
              <a:gd name="connsiteX10" fmla="*/ 0 w 9478107"/>
              <a:gd name="connsiteY10" fmla="*/ 1208600 h 1270146"/>
              <a:gd name="connsiteX11" fmla="*/ 8792 w 9478107"/>
              <a:gd name="connsiteY11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8557637 w 9478107"/>
              <a:gd name="connsiteY4" fmla="*/ 716768 h 1270146"/>
              <a:gd name="connsiteX5" fmla="*/ 9478107 w 9478107"/>
              <a:gd name="connsiteY5" fmla="*/ 346954 h 1270146"/>
              <a:gd name="connsiteX6" fmla="*/ 9469315 w 9478107"/>
              <a:gd name="connsiteY6" fmla="*/ 1252562 h 1270146"/>
              <a:gd name="connsiteX7" fmla="*/ 7253653 w 9478107"/>
              <a:gd name="connsiteY7" fmla="*/ 1243769 h 1270146"/>
              <a:gd name="connsiteX8" fmla="*/ 4826976 w 9478107"/>
              <a:gd name="connsiteY8" fmla="*/ 1270146 h 1270146"/>
              <a:gd name="connsiteX9" fmla="*/ 2751992 w 9478107"/>
              <a:gd name="connsiteY9" fmla="*/ 1261354 h 1270146"/>
              <a:gd name="connsiteX10" fmla="*/ 0 w 9478107"/>
              <a:gd name="connsiteY10" fmla="*/ 1208600 h 1270146"/>
              <a:gd name="connsiteX11" fmla="*/ 8792 w 9478107"/>
              <a:gd name="connsiteY11" fmla="*/ 346954 h 1270146"/>
              <a:gd name="connsiteX0" fmla="*/ 15627 w 9484942"/>
              <a:gd name="connsiteY0" fmla="*/ 346954 h 1277035"/>
              <a:gd name="connsiteX1" fmla="*/ 2364982 w 9484942"/>
              <a:gd name="connsiteY1" fmla="*/ 302992 h 1277035"/>
              <a:gd name="connsiteX2" fmla="*/ 5134381 w 9484942"/>
              <a:gd name="connsiteY2" fmla="*/ 115678 h 1277035"/>
              <a:gd name="connsiteX3" fmla="*/ 7091448 w 9484942"/>
              <a:gd name="connsiteY3" fmla="*/ 647346 h 1277035"/>
              <a:gd name="connsiteX4" fmla="*/ 8564472 w 9484942"/>
              <a:gd name="connsiteY4" fmla="*/ 716768 h 1277035"/>
              <a:gd name="connsiteX5" fmla="*/ 9484942 w 9484942"/>
              <a:gd name="connsiteY5" fmla="*/ 346954 h 1277035"/>
              <a:gd name="connsiteX6" fmla="*/ 9476150 w 9484942"/>
              <a:gd name="connsiteY6" fmla="*/ 1252562 h 1277035"/>
              <a:gd name="connsiteX7" fmla="*/ 7260488 w 9484942"/>
              <a:gd name="connsiteY7" fmla="*/ 1243769 h 1277035"/>
              <a:gd name="connsiteX8" fmla="*/ 4833811 w 9484942"/>
              <a:gd name="connsiteY8" fmla="*/ 1270146 h 1277035"/>
              <a:gd name="connsiteX9" fmla="*/ 2758827 w 9484942"/>
              <a:gd name="connsiteY9" fmla="*/ 1261354 h 1277035"/>
              <a:gd name="connsiteX10" fmla="*/ 0 w 9484942"/>
              <a:gd name="connsiteY10" fmla="*/ 1273013 h 1277035"/>
              <a:gd name="connsiteX11" fmla="*/ 15627 w 9484942"/>
              <a:gd name="connsiteY11" fmla="*/ 346954 h 1277035"/>
              <a:gd name="connsiteX0" fmla="*/ 15627 w 9484942"/>
              <a:gd name="connsiteY0" fmla="*/ 346954 h 1300002"/>
              <a:gd name="connsiteX1" fmla="*/ 2364982 w 9484942"/>
              <a:gd name="connsiteY1" fmla="*/ 302992 h 1300002"/>
              <a:gd name="connsiteX2" fmla="*/ 5134381 w 9484942"/>
              <a:gd name="connsiteY2" fmla="*/ 115678 h 1300002"/>
              <a:gd name="connsiteX3" fmla="*/ 7091448 w 9484942"/>
              <a:gd name="connsiteY3" fmla="*/ 647346 h 1300002"/>
              <a:gd name="connsiteX4" fmla="*/ 8564472 w 9484942"/>
              <a:gd name="connsiteY4" fmla="*/ 716768 h 1300002"/>
              <a:gd name="connsiteX5" fmla="*/ 9484942 w 9484942"/>
              <a:gd name="connsiteY5" fmla="*/ 346954 h 1300002"/>
              <a:gd name="connsiteX6" fmla="*/ 9476150 w 9484942"/>
              <a:gd name="connsiteY6" fmla="*/ 1252562 h 1300002"/>
              <a:gd name="connsiteX7" fmla="*/ 7260488 w 9484942"/>
              <a:gd name="connsiteY7" fmla="*/ 1243769 h 1300002"/>
              <a:gd name="connsiteX8" fmla="*/ 4833811 w 9484942"/>
              <a:gd name="connsiteY8" fmla="*/ 1270146 h 1300002"/>
              <a:gd name="connsiteX9" fmla="*/ 2779333 w 9484942"/>
              <a:gd name="connsiteY9" fmla="*/ 1300002 h 1300002"/>
              <a:gd name="connsiteX10" fmla="*/ 0 w 9484942"/>
              <a:gd name="connsiteY10" fmla="*/ 1273013 h 1300002"/>
              <a:gd name="connsiteX11" fmla="*/ 15627 w 9484942"/>
              <a:gd name="connsiteY11" fmla="*/ 346954 h 1300002"/>
              <a:gd name="connsiteX0" fmla="*/ 15627 w 9484942"/>
              <a:gd name="connsiteY0" fmla="*/ 346954 h 1346830"/>
              <a:gd name="connsiteX1" fmla="*/ 2364982 w 9484942"/>
              <a:gd name="connsiteY1" fmla="*/ 302992 h 1346830"/>
              <a:gd name="connsiteX2" fmla="*/ 5134381 w 9484942"/>
              <a:gd name="connsiteY2" fmla="*/ 115678 h 1346830"/>
              <a:gd name="connsiteX3" fmla="*/ 7091448 w 9484942"/>
              <a:gd name="connsiteY3" fmla="*/ 647346 h 1346830"/>
              <a:gd name="connsiteX4" fmla="*/ 8564472 w 9484942"/>
              <a:gd name="connsiteY4" fmla="*/ 716768 h 1346830"/>
              <a:gd name="connsiteX5" fmla="*/ 9484942 w 9484942"/>
              <a:gd name="connsiteY5" fmla="*/ 346954 h 1346830"/>
              <a:gd name="connsiteX6" fmla="*/ 9476150 w 9484942"/>
              <a:gd name="connsiteY6" fmla="*/ 1252562 h 1346830"/>
              <a:gd name="connsiteX7" fmla="*/ 7267323 w 9484942"/>
              <a:gd name="connsiteY7" fmla="*/ 1346830 h 1346830"/>
              <a:gd name="connsiteX8" fmla="*/ 4833811 w 9484942"/>
              <a:gd name="connsiteY8" fmla="*/ 1270146 h 1346830"/>
              <a:gd name="connsiteX9" fmla="*/ 2779333 w 9484942"/>
              <a:gd name="connsiteY9" fmla="*/ 1300002 h 1346830"/>
              <a:gd name="connsiteX10" fmla="*/ 0 w 9484942"/>
              <a:gd name="connsiteY10" fmla="*/ 1273013 h 1346830"/>
              <a:gd name="connsiteX11" fmla="*/ 15627 w 9484942"/>
              <a:gd name="connsiteY11" fmla="*/ 346954 h 1346830"/>
              <a:gd name="connsiteX0" fmla="*/ 15627 w 9484942"/>
              <a:gd name="connsiteY0" fmla="*/ 346954 h 1308182"/>
              <a:gd name="connsiteX1" fmla="*/ 2364982 w 9484942"/>
              <a:gd name="connsiteY1" fmla="*/ 302992 h 1308182"/>
              <a:gd name="connsiteX2" fmla="*/ 5134381 w 9484942"/>
              <a:gd name="connsiteY2" fmla="*/ 115678 h 1308182"/>
              <a:gd name="connsiteX3" fmla="*/ 7091448 w 9484942"/>
              <a:gd name="connsiteY3" fmla="*/ 647346 h 1308182"/>
              <a:gd name="connsiteX4" fmla="*/ 8564472 w 9484942"/>
              <a:gd name="connsiteY4" fmla="*/ 716768 h 1308182"/>
              <a:gd name="connsiteX5" fmla="*/ 9484942 w 9484942"/>
              <a:gd name="connsiteY5" fmla="*/ 346954 h 1308182"/>
              <a:gd name="connsiteX6" fmla="*/ 9476150 w 9484942"/>
              <a:gd name="connsiteY6" fmla="*/ 1252562 h 1308182"/>
              <a:gd name="connsiteX7" fmla="*/ 7246817 w 9484942"/>
              <a:gd name="connsiteY7" fmla="*/ 1308182 h 1308182"/>
              <a:gd name="connsiteX8" fmla="*/ 4833811 w 9484942"/>
              <a:gd name="connsiteY8" fmla="*/ 1270146 h 1308182"/>
              <a:gd name="connsiteX9" fmla="*/ 2779333 w 9484942"/>
              <a:gd name="connsiteY9" fmla="*/ 1300002 h 1308182"/>
              <a:gd name="connsiteX10" fmla="*/ 0 w 9484942"/>
              <a:gd name="connsiteY10" fmla="*/ 1273013 h 1308182"/>
              <a:gd name="connsiteX11" fmla="*/ 15627 w 9484942"/>
              <a:gd name="connsiteY11" fmla="*/ 346954 h 1308182"/>
              <a:gd name="connsiteX0" fmla="*/ 15627 w 9496987"/>
              <a:gd name="connsiteY0" fmla="*/ 346954 h 1316976"/>
              <a:gd name="connsiteX1" fmla="*/ 2364982 w 9496987"/>
              <a:gd name="connsiteY1" fmla="*/ 302992 h 1316976"/>
              <a:gd name="connsiteX2" fmla="*/ 5134381 w 9496987"/>
              <a:gd name="connsiteY2" fmla="*/ 115678 h 1316976"/>
              <a:gd name="connsiteX3" fmla="*/ 7091448 w 9496987"/>
              <a:gd name="connsiteY3" fmla="*/ 647346 h 1316976"/>
              <a:gd name="connsiteX4" fmla="*/ 8564472 w 9496987"/>
              <a:gd name="connsiteY4" fmla="*/ 716768 h 1316976"/>
              <a:gd name="connsiteX5" fmla="*/ 9484942 w 9496987"/>
              <a:gd name="connsiteY5" fmla="*/ 346954 h 1316976"/>
              <a:gd name="connsiteX6" fmla="*/ 9496656 w 9496987"/>
              <a:gd name="connsiteY6" fmla="*/ 1316976 h 1316976"/>
              <a:gd name="connsiteX7" fmla="*/ 7246817 w 9496987"/>
              <a:gd name="connsiteY7" fmla="*/ 1308182 h 1316976"/>
              <a:gd name="connsiteX8" fmla="*/ 4833811 w 9496987"/>
              <a:gd name="connsiteY8" fmla="*/ 1270146 h 1316976"/>
              <a:gd name="connsiteX9" fmla="*/ 2779333 w 9496987"/>
              <a:gd name="connsiteY9" fmla="*/ 1300002 h 1316976"/>
              <a:gd name="connsiteX10" fmla="*/ 0 w 9496987"/>
              <a:gd name="connsiteY10" fmla="*/ 1273013 h 1316976"/>
              <a:gd name="connsiteX11" fmla="*/ 15627 w 9496987"/>
              <a:gd name="connsiteY11" fmla="*/ 346954 h 13169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9496987" h="1316976">
                <a:moveTo>
                  <a:pt x="15627" y="346954"/>
                </a:moveTo>
                <a:cubicBezTo>
                  <a:pt x="677981" y="352815"/>
                  <a:pt x="1280597" y="-406254"/>
                  <a:pt x="2364982" y="302992"/>
                </a:cubicBezTo>
                <a:cubicBezTo>
                  <a:pt x="3590042" y="1000515"/>
                  <a:pt x="4346637" y="58286"/>
                  <a:pt x="5134381" y="115678"/>
                </a:cubicBezTo>
                <a:cubicBezTo>
                  <a:pt x="5922125" y="173070"/>
                  <a:pt x="6479894" y="562194"/>
                  <a:pt x="7091448" y="647346"/>
                </a:cubicBezTo>
                <a:cubicBezTo>
                  <a:pt x="7703002" y="732498"/>
                  <a:pt x="8165556" y="766833"/>
                  <a:pt x="8564472" y="716768"/>
                </a:cubicBezTo>
                <a:cubicBezTo>
                  <a:pt x="8963388" y="666703"/>
                  <a:pt x="9372868" y="242625"/>
                  <a:pt x="9484942" y="346954"/>
                </a:cubicBezTo>
                <a:cubicBezTo>
                  <a:pt x="9482011" y="648823"/>
                  <a:pt x="9499587" y="1015107"/>
                  <a:pt x="9496656" y="1316976"/>
                </a:cubicBezTo>
                <a:lnTo>
                  <a:pt x="7246817" y="1308182"/>
                </a:lnTo>
                <a:lnTo>
                  <a:pt x="4833811" y="1270146"/>
                </a:lnTo>
                <a:lnTo>
                  <a:pt x="2779333" y="1300002"/>
                </a:lnTo>
                <a:lnTo>
                  <a:pt x="0" y="1273013"/>
                </a:lnTo>
                <a:cubicBezTo>
                  <a:pt x="2931" y="988728"/>
                  <a:pt x="3903" y="648823"/>
                  <a:pt x="15627" y="346954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>
                  <a:lumMod val="20000"/>
                  <a:lumOff val="80000"/>
                </a:schemeClr>
              </a:gs>
              <a:gs pos="50000">
                <a:schemeClr val="bg1"/>
              </a:gs>
              <a:gs pos="100000">
                <a:schemeClr val="accent4">
                  <a:lumMod val="20000"/>
                  <a:lumOff val="80000"/>
                </a:schemeClr>
              </a:gs>
            </a:gsLst>
            <a:lin ang="0" scaled="1"/>
            <a:tileRect/>
          </a:gradFill>
          <a:ln w="15875">
            <a:solidFill>
              <a:schemeClr val="accent1">
                <a:alpha val="0"/>
              </a:schemeClr>
            </a:solidFill>
          </a:ln>
          <a:effectLst>
            <a:glow>
              <a:srgbClr val="FFFF00"/>
            </a:glow>
            <a:outerShdw algn="ctr" rotWithShape="0">
              <a:schemeClr val="tx1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Free-form: Shape 13">
            <a:extLst>
              <a:ext uri="{FF2B5EF4-FFF2-40B4-BE49-F238E27FC236}">
                <a16:creationId xmlns:a16="http://schemas.microsoft.com/office/drawing/2014/main" id="{8C11F9B4-C76E-6673-4758-D6989D873D7A}"/>
              </a:ext>
            </a:extLst>
          </p:cNvPr>
          <p:cNvSpPr/>
          <p:nvPr/>
        </p:nvSpPr>
        <p:spPr>
          <a:xfrm rot="10800000">
            <a:off x="-2090" y="-10376"/>
            <a:ext cx="12192000" cy="898826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478107" h="1273677">
                <a:moveTo>
                  <a:pt x="8792" y="350485"/>
                </a:moveTo>
                <a:cubicBezTo>
                  <a:pt x="671146" y="356346"/>
                  <a:pt x="973014" y="-402723"/>
                  <a:pt x="2057399" y="306523"/>
                </a:cubicBezTo>
                <a:cubicBezTo>
                  <a:pt x="3282459" y="1004046"/>
                  <a:pt x="3979984" y="611323"/>
                  <a:pt x="4457699" y="376862"/>
                </a:cubicBezTo>
                <a:cubicBezTo>
                  <a:pt x="5723792" y="-223945"/>
                  <a:pt x="6216161" y="-7069"/>
                  <a:pt x="7016261" y="341693"/>
                </a:cubicBezTo>
                <a:cubicBezTo>
                  <a:pt x="8672145" y="977671"/>
                  <a:pt x="8657492" y="347554"/>
                  <a:pt x="9478107" y="350485"/>
                </a:cubicBezTo>
                <a:cubicBezTo>
                  <a:pt x="9475176" y="652354"/>
                  <a:pt x="9472246" y="954224"/>
                  <a:pt x="9469315" y="1256093"/>
                </a:cubicBezTo>
                <a:lnTo>
                  <a:pt x="7253653" y="1247300"/>
                </a:lnTo>
                <a:lnTo>
                  <a:pt x="4826976" y="1273677"/>
                </a:lnTo>
                <a:lnTo>
                  <a:pt x="2751992" y="1264885"/>
                </a:lnTo>
                <a:lnTo>
                  <a:pt x="0" y="1212131"/>
                </a:lnTo>
                <a:cubicBezTo>
                  <a:pt x="2931" y="927846"/>
                  <a:pt x="-2932" y="652354"/>
                  <a:pt x="8792" y="350485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  <a:effectLst>
            <a:glow>
              <a:srgbClr val="FFFF00"/>
            </a:glow>
            <a:outerShdw algn="ctr" rotWithShape="0">
              <a:schemeClr val="tx1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Free-form: Shape 13">
            <a:extLst>
              <a:ext uri="{FF2B5EF4-FFF2-40B4-BE49-F238E27FC236}">
                <a16:creationId xmlns:a16="http://schemas.microsoft.com/office/drawing/2014/main" id="{3D04911F-ADAE-1CA0-8DB7-DEEBA916525F}"/>
              </a:ext>
            </a:extLst>
          </p:cNvPr>
          <p:cNvSpPr/>
          <p:nvPr/>
        </p:nvSpPr>
        <p:spPr>
          <a:xfrm rot="10800000">
            <a:off x="-26376" y="-237830"/>
            <a:ext cx="12218376" cy="965187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8414099 w 9478107"/>
              <a:gd name="connsiteY4" fmla="*/ 797823 h 1273677"/>
              <a:gd name="connsiteX5" fmla="*/ 9478107 w 9478107"/>
              <a:gd name="connsiteY5" fmla="*/ 350485 h 1273677"/>
              <a:gd name="connsiteX6" fmla="*/ 9469315 w 9478107"/>
              <a:gd name="connsiteY6" fmla="*/ 1256093 h 1273677"/>
              <a:gd name="connsiteX7" fmla="*/ 7253653 w 9478107"/>
              <a:gd name="connsiteY7" fmla="*/ 1247300 h 1273677"/>
              <a:gd name="connsiteX8" fmla="*/ 4826976 w 9478107"/>
              <a:gd name="connsiteY8" fmla="*/ 1273677 h 1273677"/>
              <a:gd name="connsiteX9" fmla="*/ 2751992 w 9478107"/>
              <a:gd name="connsiteY9" fmla="*/ 1264885 h 1273677"/>
              <a:gd name="connsiteX10" fmla="*/ 0 w 9478107"/>
              <a:gd name="connsiteY10" fmla="*/ 1212131 h 1273677"/>
              <a:gd name="connsiteX11" fmla="*/ 8792 w 9478107"/>
              <a:gd name="connsiteY11" fmla="*/ 350485 h 1273677"/>
              <a:gd name="connsiteX0" fmla="*/ 8792 w 9478107"/>
              <a:gd name="connsiteY0" fmla="*/ 463370 h 1386562"/>
              <a:gd name="connsiteX1" fmla="*/ 2057399 w 9478107"/>
              <a:gd name="connsiteY1" fmla="*/ 419408 h 1386562"/>
              <a:gd name="connsiteX2" fmla="*/ 4457699 w 9478107"/>
              <a:gd name="connsiteY2" fmla="*/ 489747 h 1386562"/>
              <a:gd name="connsiteX3" fmla="*/ 7009426 w 9478107"/>
              <a:gd name="connsiteY3" fmla="*/ 98357 h 1386562"/>
              <a:gd name="connsiteX4" fmla="*/ 8414099 w 9478107"/>
              <a:gd name="connsiteY4" fmla="*/ 910708 h 1386562"/>
              <a:gd name="connsiteX5" fmla="*/ 9478107 w 9478107"/>
              <a:gd name="connsiteY5" fmla="*/ 463370 h 1386562"/>
              <a:gd name="connsiteX6" fmla="*/ 9469315 w 9478107"/>
              <a:gd name="connsiteY6" fmla="*/ 1368978 h 1386562"/>
              <a:gd name="connsiteX7" fmla="*/ 7253653 w 9478107"/>
              <a:gd name="connsiteY7" fmla="*/ 1360185 h 1386562"/>
              <a:gd name="connsiteX8" fmla="*/ 4826976 w 9478107"/>
              <a:gd name="connsiteY8" fmla="*/ 1386562 h 1386562"/>
              <a:gd name="connsiteX9" fmla="*/ 2751992 w 9478107"/>
              <a:gd name="connsiteY9" fmla="*/ 1377770 h 1386562"/>
              <a:gd name="connsiteX10" fmla="*/ 0 w 9478107"/>
              <a:gd name="connsiteY10" fmla="*/ 1325016 h 1386562"/>
              <a:gd name="connsiteX11" fmla="*/ 8792 w 9478107"/>
              <a:gd name="connsiteY11" fmla="*/ 463370 h 1386562"/>
              <a:gd name="connsiteX0" fmla="*/ 8792 w 9478107"/>
              <a:gd name="connsiteY0" fmla="*/ 463370 h 1386562"/>
              <a:gd name="connsiteX1" fmla="*/ 2057399 w 9478107"/>
              <a:gd name="connsiteY1" fmla="*/ 419408 h 1386562"/>
              <a:gd name="connsiteX2" fmla="*/ 4457699 w 9478107"/>
              <a:gd name="connsiteY2" fmla="*/ 489747 h 1386562"/>
              <a:gd name="connsiteX3" fmla="*/ 7009426 w 9478107"/>
              <a:gd name="connsiteY3" fmla="*/ 98357 h 1386562"/>
              <a:gd name="connsiteX4" fmla="*/ 8414099 w 9478107"/>
              <a:gd name="connsiteY4" fmla="*/ 910708 h 1386562"/>
              <a:gd name="connsiteX5" fmla="*/ 9478107 w 9478107"/>
              <a:gd name="connsiteY5" fmla="*/ 463370 h 1386562"/>
              <a:gd name="connsiteX6" fmla="*/ 9469315 w 9478107"/>
              <a:gd name="connsiteY6" fmla="*/ 1368978 h 1386562"/>
              <a:gd name="connsiteX7" fmla="*/ 7253653 w 9478107"/>
              <a:gd name="connsiteY7" fmla="*/ 1360185 h 1386562"/>
              <a:gd name="connsiteX8" fmla="*/ 4826976 w 9478107"/>
              <a:gd name="connsiteY8" fmla="*/ 1386562 h 1386562"/>
              <a:gd name="connsiteX9" fmla="*/ 2751992 w 9478107"/>
              <a:gd name="connsiteY9" fmla="*/ 1377770 h 1386562"/>
              <a:gd name="connsiteX10" fmla="*/ 0 w 9478107"/>
              <a:gd name="connsiteY10" fmla="*/ 1325016 h 1386562"/>
              <a:gd name="connsiteX11" fmla="*/ 8792 w 9478107"/>
              <a:gd name="connsiteY11" fmla="*/ 463370 h 1386562"/>
              <a:gd name="connsiteX0" fmla="*/ 8792 w 9498612"/>
              <a:gd name="connsiteY0" fmla="*/ 463370 h 1386562"/>
              <a:gd name="connsiteX1" fmla="*/ 2057399 w 9498612"/>
              <a:gd name="connsiteY1" fmla="*/ 419408 h 1386562"/>
              <a:gd name="connsiteX2" fmla="*/ 4457699 w 9498612"/>
              <a:gd name="connsiteY2" fmla="*/ 489747 h 1386562"/>
              <a:gd name="connsiteX3" fmla="*/ 7009426 w 9498612"/>
              <a:gd name="connsiteY3" fmla="*/ 98357 h 1386562"/>
              <a:gd name="connsiteX4" fmla="*/ 8414099 w 9498612"/>
              <a:gd name="connsiteY4" fmla="*/ 910708 h 1386562"/>
              <a:gd name="connsiteX5" fmla="*/ 9498612 w 9498612"/>
              <a:gd name="connsiteY5" fmla="*/ 200892 h 1386562"/>
              <a:gd name="connsiteX6" fmla="*/ 9469315 w 9498612"/>
              <a:gd name="connsiteY6" fmla="*/ 1368978 h 1386562"/>
              <a:gd name="connsiteX7" fmla="*/ 7253653 w 9498612"/>
              <a:gd name="connsiteY7" fmla="*/ 1360185 h 1386562"/>
              <a:gd name="connsiteX8" fmla="*/ 4826976 w 9498612"/>
              <a:gd name="connsiteY8" fmla="*/ 1386562 h 1386562"/>
              <a:gd name="connsiteX9" fmla="*/ 2751992 w 9498612"/>
              <a:gd name="connsiteY9" fmla="*/ 1377770 h 1386562"/>
              <a:gd name="connsiteX10" fmla="*/ 0 w 9498612"/>
              <a:gd name="connsiteY10" fmla="*/ 1325016 h 1386562"/>
              <a:gd name="connsiteX11" fmla="*/ 8792 w 9498612"/>
              <a:gd name="connsiteY11" fmla="*/ 463370 h 1386562"/>
              <a:gd name="connsiteX0" fmla="*/ 8792 w 9498612"/>
              <a:gd name="connsiteY0" fmla="*/ 444298 h 1367490"/>
              <a:gd name="connsiteX1" fmla="*/ 2057399 w 9498612"/>
              <a:gd name="connsiteY1" fmla="*/ 400336 h 1367490"/>
              <a:gd name="connsiteX2" fmla="*/ 4320995 w 9498612"/>
              <a:gd name="connsiteY2" fmla="*/ 695656 h 1367490"/>
              <a:gd name="connsiteX3" fmla="*/ 7009426 w 9498612"/>
              <a:gd name="connsiteY3" fmla="*/ 79285 h 1367490"/>
              <a:gd name="connsiteX4" fmla="*/ 8414099 w 9498612"/>
              <a:gd name="connsiteY4" fmla="*/ 891636 h 1367490"/>
              <a:gd name="connsiteX5" fmla="*/ 9498612 w 9498612"/>
              <a:gd name="connsiteY5" fmla="*/ 181820 h 1367490"/>
              <a:gd name="connsiteX6" fmla="*/ 9469315 w 9498612"/>
              <a:gd name="connsiteY6" fmla="*/ 1349906 h 1367490"/>
              <a:gd name="connsiteX7" fmla="*/ 7253653 w 9498612"/>
              <a:gd name="connsiteY7" fmla="*/ 1341113 h 1367490"/>
              <a:gd name="connsiteX8" fmla="*/ 4826976 w 9498612"/>
              <a:gd name="connsiteY8" fmla="*/ 1367490 h 1367490"/>
              <a:gd name="connsiteX9" fmla="*/ 2751992 w 9498612"/>
              <a:gd name="connsiteY9" fmla="*/ 1358698 h 1367490"/>
              <a:gd name="connsiteX10" fmla="*/ 0 w 9498612"/>
              <a:gd name="connsiteY10" fmla="*/ 1305944 h 1367490"/>
              <a:gd name="connsiteX11" fmla="*/ 8792 w 9498612"/>
              <a:gd name="connsiteY11" fmla="*/ 444298 h 1367490"/>
              <a:gd name="connsiteX0" fmla="*/ 8792 w 9498612"/>
              <a:gd name="connsiteY0" fmla="*/ 428789 h 1351981"/>
              <a:gd name="connsiteX1" fmla="*/ 2057399 w 9498612"/>
              <a:gd name="connsiteY1" fmla="*/ 384827 h 1351981"/>
              <a:gd name="connsiteX2" fmla="*/ 3698995 w 9498612"/>
              <a:gd name="connsiteY2" fmla="*/ 961374 h 1351981"/>
              <a:gd name="connsiteX3" fmla="*/ 7009426 w 9498612"/>
              <a:gd name="connsiteY3" fmla="*/ 63776 h 1351981"/>
              <a:gd name="connsiteX4" fmla="*/ 8414099 w 9498612"/>
              <a:gd name="connsiteY4" fmla="*/ 876127 h 1351981"/>
              <a:gd name="connsiteX5" fmla="*/ 9498612 w 9498612"/>
              <a:gd name="connsiteY5" fmla="*/ 166311 h 1351981"/>
              <a:gd name="connsiteX6" fmla="*/ 9469315 w 9498612"/>
              <a:gd name="connsiteY6" fmla="*/ 1334397 h 1351981"/>
              <a:gd name="connsiteX7" fmla="*/ 7253653 w 9498612"/>
              <a:gd name="connsiteY7" fmla="*/ 1325604 h 1351981"/>
              <a:gd name="connsiteX8" fmla="*/ 4826976 w 9498612"/>
              <a:gd name="connsiteY8" fmla="*/ 1351981 h 1351981"/>
              <a:gd name="connsiteX9" fmla="*/ 2751992 w 9498612"/>
              <a:gd name="connsiteY9" fmla="*/ 1343189 h 1351981"/>
              <a:gd name="connsiteX10" fmla="*/ 0 w 9498612"/>
              <a:gd name="connsiteY10" fmla="*/ 1290435 h 1351981"/>
              <a:gd name="connsiteX11" fmla="*/ 8792 w 9498612"/>
              <a:gd name="connsiteY11" fmla="*/ 428789 h 1351981"/>
              <a:gd name="connsiteX0" fmla="*/ 8792 w 9498612"/>
              <a:gd name="connsiteY0" fmla="*/ 595005 h 1518197"/>
              <a:gd name="connsiteX1" fmla="*/ 2057399 w 9498612"/>
              <a:gd name="connsiteY1" fmla="*/ 551043 h 1518197"/>
              <a:gd name="connsiteX2" fmla="*/ 3698995 w 9498612"/>
              <a:gd name="connsiteY2" fmla="*/ 1127590 h 1518197"/>
              <a:gd name="connsiteX3" fmla="*/ 5386116 w 9498612"/>
              <a:gd name="connsiteY3" fmla="*/ 48678 h 1518197"/>
              <a:gd name="connsiteX4" fmla="*/ 7009426 w 9498612"/>
              <a:gd name="connsiteY4" fmla="*/ 229992 h 1518197"/>
              <a:gd name="connsiteX5" fmla="*/ 8414099 w 9498612"/>
              <a:gd name="connsiteY5" fmla="*/ 1042343 h 1518197"/>
              <a:gd name="connsiteX6" fmla="*/ 9498612 w 9498612"/>
              <a:gd name="connsiteY6" fmla="*/ 332527 h 1518197"/>
              <a:gd name="connsiteX7" fmla="*/ 9469315 w 9498612"/>
              <a:gd name="connsiteY7" fmla="*/ 1500613 h 1518197"/>
              <a:gd name="connsiteX8" fmla="*/ 7253653 w 9498612"/>
              <a:gd name="connsiteY8" fmla="*/ 1491820 h 1518197"/>
              <a:gd name="connsiteX9" fmla="*/ 4826976 w 9498612"/>
              <a:gd name="connsiteY9" fmla="*/ 1518197 h 1518197"/>
              <a:gd name="connsiteX10" fmla="*/ 2751992 w 9498612"/>
              <a:gd name="connsiteY10" fmla="*/ 1509405 h 1518197"/>
              <a:gd name="connsiteX11" fmla="*/ 0 w 9498612"/>
              <a:gd name="connsiteY11" fmla="*/ 1456651 h 1518197"/>
              <a:gd name="connsiteX12" fmla="*/ 8792 w 9498612"/>
              <a:gd name="connsiteY12" fmla="*/ 595005 h 1518197"/>
              <a:gd name="connsiteX0" fmla="*/ 8792 w 9498612"/>
              <a:gd name="connsiteY0" fmla="*/ 629716 h 1552908"/>
              <a:gd name="connsiteX1" fmla="*/ 2057399 w 9498612"/>
              <a:gd name="connsiteY1" fmla="*/ 585754 h 1552908"/>
              <a:gd name="connsiteX2" fmla="*/ 3698995 w 9498612"/>
              <a:gd name="connsiteY2" fmla="*/ 1162301 h 1552908"/>
              <a:gd name="connsiteX3" fmla="*/ 5386116 w 9498612"/>
              <a:gd name="connsiteY3" fmla="*/ 83389 h 1552908"/>
              <a:gd name="connsiteX4" fmla="*/ 7009426 w 9498612"/>
              <a:gd name="connsiteY4" fmla="*/ 264703 h 1552908"/>
              <a:gd name="connsiteX5" fmla="*/ 8414099 w 9498612"/>
              <a:gd name="connsiteY5" fmla="*/ 1077054 h 1552908"/>
              <a:gd name="connsiteX6" fmla="*/ 9498612 w 9498612"/>
              <a:gd name="connsiteY6" fmla="*/ 367238 h 1552908"/>
              <a:gd name="connsiteX7" fmla="*/ 9469315 w 9498612"/>
              <a:gd name="connsiteY7" fmla="*/ 1535324 h 1552908"/>
              <a:gd name="connsiteX8" fmla="*/ 7253653 w 9498612"/>
              <a:gd name="connsiteY8" fmla="*/ 1526531 h 1552908"/>
              <a:gd name="connsiteX9" fmla="*/ 4826976 w 9498612"/>
              <a:gd name="connsiteY9" fmla="*/ 1552908 h 1552908"/>
              <a:gd name="connsiteX10" fmla="*/ 2751992 w 9498612"/>
              <a:gd name="connsiteY10" fmla="*/ 1544116 h 1552908"/>
              <a:gd name="connsiteX11" fmla="*/ 0 w 9498612"/>
              <a:gd name="connsiteY11" fmla="*/ 1491362 h 1552908"/>
              <a:gd name="connsiteX12" fmla="*/ 8792 w 9498612"/>
              <a:gd name="connsiteY12" fmla="*/ 629716 h 1552908"/>
              <a:gd name="connsiteX0" fmla="*/ 8792 w 9498612"/>
              <a:gd name="connsiteY0" fmla="*/ 629716 h 1552908"/>
              <a:gd name="connsiteX1" fmla="*/ 2057399 w 9498612"/>
              <a:gd name="connsiteY1" fmla="*/ 585754 h 1552908"/>
              <a:gd name="connsiteX2" fmla="*/ 3698995 w 9498612"/>
              <a:gd name="connsiteY2" fmla="*/ 1162301 h 1552908"/>
              <a:gd name="connsiteX3" fmla="*/ 5386116 w 9498612"/>
              <a:gd name="connsiteY3" fmla="*/ 83389 h 1552908"/>
              <a:gd name="connsiteX4" fmla="*/ 7009426 w 9498612"/>
              <a:gd name="connsiteY4" fmla="*/ 264703 h 1552908"/>
              <a:gd name="connsiteX5" fmla="*/ 8414099 w 9498612"/>
              <a:gd name="connsiteY5" fmla="*/ 1077054 h 1552908"/>
              <a:gd name="connsiteX6" fmla="*/ 9498612 w 9498612"/>
              <a:gd name="connsiteY6" fmla="*/ 367238 h 1552908"/>
              <a:gd name="connsiteX7" fmla="*/ 9469315 w 9498612"/>
              <a:gd name="connsiteY7" fmla="*/ 1535324 h 1552908"/>
              <a:gd name="connsiteX8" fmla="*/ 7253653 w 9498612"/>
              <a:gd name="connsiteY8" fmla="*/ 1526531 h 1552908"/>
              <a:gd name="connsiteX9" fmla="*/ 4826976 w 9498612"/>
              <a:gd name="connsiteY9" fmla="*/ 1552908 h 1552908"/>
              <a:gd name="connsiteX10" fmla="*/ 2751992 w 9498612"/>
              <a:gd name="connsiteY10" fmla="*/ 1544116 h 1552908"/>
              <a:gd name="connsiteX11" fmla="*/ 0 w 9498612"/>
              <a:gd name="connsiteY11" fmla="*/ 1491362 h 1552908"/>
              <a:gd name="connsiteX12" fmla="*/ 8792 w 9498612"/>
              <a:gd name="connsiteY12" fmla="*/ 629716 h 1552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9498612" h="1552908">
                <a:moveTo>
                  <a:pt x="8792" y="629716"/>
                </a:moveTo>
                <a:cubicBezTo>
                  <a:pt x="671146" y="635577"/>
                  <a:pt x="973014" y="-123492"/>
                  <a:pt x="2057399" y="585754"/>
                </a:cubicBezTo>
                <a:cubicBezTo>
                  <a:pt x="3282459" y="1283277"/>
                  <a:pt x="3144209" y="1246028"/>
                  <a:pt x="3698995" y="1162301"/>
                </a:cubicBezTo>
                <a:cubicBezTo>
                  <a:pt x="4253781" y="1078574"/>
                  <a:pt x="4834377" y="232989"/>
                  <a:pt x="5386116" y="83389"/>
                </a:cubicBezTo>
                <a:cubicBezTo>
                  <a:pt x="5937855" y="-66211"/>
                  <a:pt x="6463751" y="-19649"/>
                  <a:pt x="7009426" y="264703"/>
                </a:cubicBezTo>
                <a:cubicBezTo>
                  <a:pt x="7646042" y="612966"/>
                  <a:pt x="8003791" y="1075589"/>
                  <a:pt x="8414099" y="1077054"/>
                </a:cubicBezTo>
                <a:cubicBezTo>
                  <a:pt x="8824407" y="1078519"/>
                  <a:pt x="9320464" y="250238"/>
                  <a:pt x="9498612" y="367238"/>
                </a:cubicBezTo>
                <a:cubicBezTo>
                  <a:pt x="9495681" y="669107"/>
                  <a:pt x="9472246" y="1233455"/>
                  <a:pt x="9469315" y="1535324"/>
                </a:cubicBezTo>
                <a:lnTo>
                  <a:pt x="7253653" y="1526531"/>
                </a:lnTo>
                <a:lnTo>
                  <a:pt x="4826976" y="1552908"/>
                </a:lnTo>
                <a:lnTo>
                  <a:pt x="2751992" y="1544116"/>
                </a:lnTo>
                <a:lnTo>
                  <a:pt x="0" y="1491362"/>
                </a:lnTo>
                <a:cubicBezTo>
                  <a:pt x="2931" y="1207077"/>
                  <a:pt x="-2932" y="931585"/>
                  <a:pt x="8792" y="629716"/>
                </a:cubicBezTo>
                <a:close/>
              </a:path>
            </a:pathLst>
          </a:custGeom>
          <a:gradFill>
            <a:gsLst>
              <a:gs pos="0">
                <a:srgbClr val="EFFCFF"/>
              </a:gs>
              <a:gs pos="50000">
                <a:schemeClr val="accent4">
                  <a:lumMod val="40000"/>
                  <a:lumOff val="6000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ffectLst>
            <a:glow>
              <a:srgbClr val="FFFF00"/>
            </a:glow>
            <a:outerShdw algn="ctr" rotWithShape="0">
              <a:schemeClr val="tx1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FBFA095A-9914-F7A7-EC2E-52736B6BE47C}"/>
              </a:ext>
            </a:extLst>
          </p:cNvPr>
          <p:cNvSpPr/>
          <p:nvPr/>
        </p:nvSpPr>
        <p:spPr>
          <a:xfrm>
            <a:off x="-7747" y="6538183"/>
            <a:ext cx="12207494" cy="319817"/>
          </a:xfrm>
          <a:prstGeom prst="rect">
            <a:avLst/>
          </a:prstGeom>
          <a:solidFill>
            <a:srgbClr val="8ECEFA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0F849CA-BC98-D940-EF40-9CEFEC2F54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417" y="502853"/>
            <a:ext cx="9234617" cy="712728"/>
          </a:xfrm>
        </p:spPr>
        <p:txBody>
          <a:bodyPr>
            <a:normAutofit/>
          </a:bodyPr>
          <a:lstStyle/>
          <a:p>
            <a:r>
              <a:rPr lang="en-GB" dirty="0"/>
              <a:t>Extreme Tables</a:t>
            </a:r>
            <a:endParaRPr lang="de-DE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81E822C-1BB4-4CAF-16C7-6298EE4393E6}"/>
              </a:ext>
            </a:extLst>
          </p:cNvPr>
          <p:cNvCxnSpPr/>
          <p:nvPr/>
        </p:nvCxnSpPr>
        <p:spPr>
          <a:xfrm>
            <a:off x="484418" y="1171879"/>
            <a:ext cx="11218984" cy="0"/>
          </a:xfrm>
          <a:prstGeom prst="line">
            <a:avLst/>
          </a:prstGeom>
          <a:ln w="38100">
            <a:solidFill>
              <a:srgbClr val="8ECE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8C15FB17-1D93-4634-FBF6-03174029AF43}"/>
              </a:ext>
            </a:extLst>
          </p:cNvPr>
          <p:cNvSpPr txBox="1">
            <a:spLocks/>
          </p:cNvSpPr>
          <p:nvPr/>
        </p:nvSpPr>
        <p:spPr>
          <a:xfrm>
            <a:off x="1661819" y="6533293"/>
            <a:ext cx="386021" cy="3198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13F6232-4F06-48BA-8F69-BF531F607829}" type="slidenum">
              <a:rPr lang="en-GB" sz="1400" smtClean="0">
                <a:solidFill>
                  <a:schemeClr val="bg1"/>
                </a:solidFill>
              </a:rPr>
              <a:pPr/>
              <a:t>6</a:t>
            </a:fld>
            <a:endParaRPr lang="en-GB" sz="14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3B4546-9B4B-8AFE-35F2-06FD912B5F79}"/>
              </a:ext>
            </a:extLst>
          </p:cNvPr>
          <p:cNvSpPr txBox="1"/>
          <p:nvPr/>
        </p:nvSpPr>
        <p:spPr>
          <a:xfrm>
            <a:off x="9172575" y="6542216"/>
            <a:ext cx="27876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Load &amp; Dynamics Team/ Optimus Syria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A85624-A655-7D07-0D69-93FDADDCCE34}"/>
              </a:ext>
            </a:extLst>
          </p:cNvPr>
          <p:cNvSpPr txBox="1"/>
          <p:nvPr/>
        </p:nvSpPr>
        <p:spPr>
          <a:xfrm>
            <a:off x="412716" y="6565449"/>
            <a:ext cx="10001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16/12/2025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FE481C-4439-15CB-C45C-6B9B5DF3ADE2}"/>
              </a:ext>
            </a:extLst>
          </p:cNvPr>
          <p:cNvSpPr txBox="1"/>
          <p:nvPr/>
        </p:nvSpPr>
        <p:spPr>
          <a:xfrm>
            <a:off x="8780206" y="1136494"/>
            <a:ext cx="26940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*Safety factor included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5B16C180-265C-EB9D-90D8-4286071654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416" y="1512117"/>
            <a:ext cx="11218986" cy="4864973"/>
          </a:xfrm>
          <a:prstGeom prst="rect">
            <a:avLst/>
          </a:prstGeom>
        </p:spPr>
      </p:pic>
      <p:sp>
        <p:nvSpPr>
          <p:cNvPr id="19" name="Oval 18">
            <a:extLst>
              <a:ext uri="{FF2B5EF4-FFF2-40B4-BE49-F238E27FC236}">
                <a16:creationId xmlns:a16="http://schemas.microsoft.com/office/drawing/2014/main" id="{F195CE71-FE22-3AAC-579E-873B4E011DB3}"/>
              </a:ext>
            </a:extLst>
          </p:cNvPr>
          <p:cNvSpPr/>
          <p:nvPr/>
        </p:nvSpPr>
        <p:spPr>
          <a:xfrm>
            <a:off x="1907458" y="2310581"/>
            <a:ext cx="1986116" cy="2874209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D5F6D24-81CA-D689-3609-18C12888EE63}"/>
              </a:ext>
            </a:extLst>
          </p:cNvPr>
          <p:cNvSpPr txBox="1"/>
          <p:nvPr/>
        </p:nvSpPr>
        <p:spPr>
          <a:xfrm>
            <a:off x="5372759" y="6597317"/>
            <a:ext cx="14764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Arham Memon</a:t>
            </a:r>
          </a:p>
        </p:txBody>
      </p:sp>
    </p:spTree>
    <p:extLst>
      <p:ext uri="{BB962C8B-B14F-4D97-AF65-F5344CB8AC3E}">
        <p14:creationId xmlns:p14="http://schemas.microsoft.com/office/powerpoint/2010/main" val="22300167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EF9F6-5CC0-704F-84B0-97F8713EE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-form: Shape 13">
            <a:extLst>
              <a:ext uri="{FF2B5EF4-FFF2-40B4-BE49-F238E27FC236}">
                <a16:creationId xmlns:a16="http://schemas.microsoft.com/office/drawing/2014/main" id="{EF498FA3-7348-0864-0380-4ADF3DCE05FD}"/>
              </a:ext>
            </a:extLst>
          </p:cNvPr>
          <p:cNvSpPr/>
          <p:nvPr/>
        </p:nvSpPr>
        <p:spPr>
          <a:xfrm rot="10800000">
            <a:off x="-35168" y="277945"/>
            <a:ext cx="12216286" cy="898824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4457699 w 9478107"/>
              <a:gd name="connsiteY2" fmla="*/ 373331 h 1270146"/>
              <a:gd name="connsiteX3" fmla="*/ 7016261 w 9478107"/>
              <a:gd name="connsiteY3" fmla="*/ 33816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16261 w 9478107"/>
              <a:gd name="connsiteY3" fmla="*/ 33816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72464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8755857 w 9478107"/>
              <a:gd name="connsiteY4" fmla="*/ 446231 h 1270146"/>
              <a:gd name="connsiteX5" fmla="*/ 9478107 w 9478107"/>
              <a:gd name="connsiteY5" fmla="*/ 346954 h 1270146"/>
              <a:gd name="connsiteX6" fmla="*/ 9469315 w 9478107"/>
              <a:gd name="connsiteY6" fmla="*/ 1252562 h 1270146"/>
              <a:gd name="connsiteX7" fmla="*/ 7253653 w 9478107"/>
              <a:gd name="connsiteY7" fmla="*/ 1243769 h 1270146"/>
              <a:gd name="connsiteX8" fmla="*/ 4826976 w 9478107"/>
              <a:gd name="connsiteY8" fmla="*/ 1270146 h 1270146"/>
              <a:gd name="connsiteX9" fmla="*/ 2751992 w 9478107"/>
              <a:gd name="connsiteY9" fmla="*/ 1261354 h 1270146"/>
              <a:gd name="connsiteX10" fmla="*/ 0 w 9478107"/>
              <a:gd name="connsiteY10" fmla="*/ 1208600 h 1270146"/>
              <a:gd name="connsiteX11" fmla="*/ 8792 w 9478107"/>
              <a:gd name="connsiteY11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8557637 w 9478107"/>
              <a:gd name="connsiteY4" fmla="*/ 716768 h 1270146"/>
              <a:gd name="connsiteX5" fmla="*/ 9478107 w 9478107"/>
              <a:gd name="connsiteY5" fmla="*/ 346954 h 1270146"/>
              <a:gd name="connsiteX6" fmla="*/ 9469315 w 9478107"/>
              <a:gd name="connsiteY6" fmla="*/ 1252562 h 1270146"/>
              <a:gd name="connsiteX7" fmla="*/ 7253653 w 9478107"/>
              <a:gd name="connsiteY7" fmla="*/ 1243769 h 1270146"/>
              <a:gd name="connsiteX8" fmla="*/ 4826976 w 9478107"/>
              <a:gd name="connsiteY8" fmla="*/ 1270146 h 1270146"/>
              <a:gd name="connsiteX9" fmla="*/ 2751992 w 9478107"/>
              <a:gd name="connsiteY9" fmla="*/ 1261354 h 1270146"/>
              <a:gd name="connsiteX10" fmla="*/ 0 w 9478107"/>
              <a:gd name="connsiteY10" fmla="*/ 1208600 h 1270146"/>
              <a:gd name="connsiteX11" fmla="*/ 8792 w 9478107"/>
              <a:gd name="connsiteY11" fmla="*/ 346954 h 1270146"/>
              <a:gd name="connsiteX0" fmla="*/ 15627 w 9484942"/>
              <a:gd name="connsiteY0" fmla="*/ 346954 h 1277035"/>
              <a:gd name="connsiteX1" fmla="*/ 2364982 w 9484942"/>
              <a:gd name="connsiteY1" fmla="*/ 302992 h 1277035"/>
              <a:gd name="connsiteX2" fmla="*/ 5134381 w 9484942"/>
              <a:gd name="connsiteY2" fmla="*/ 115678 h 1277035"/>
              <a:gd name="connsiteX3" fmla="*/ 7091448 w 9484942"/>
              <a:gd name="connsiteY3" fmla="*/ 647346 h 1277035"/>
              <a:gd name="connsiteX4" fmla="*/ 8564472 w 9484942"/>
              <a:gd name="connsiteY4" fmla="*/ 716768 h 1277035"/>
              <a:gd name="connsiteX5" fmla="*/ 9484942 w 9484942"/>
              <a:gd name="connsiteY5" fmla="*/ 346954 h 1277035"/>
              <a:gd name="connsiteX6" fmla="*/ 9476150 w 9484942"/>
              <a:gd name="connsiteY6" fmla="*/ 1252562 h 1277035"/>
              <a:gd name="connsiteX7" fmla="*/ 7260488 w 9484942"/>
              <a:gd name="connsiteY7" fmla="*/ 1243769 h 1277035"/>
              <a:gd name="connsiteX8" fmla="*/ 4833811 w 9484942"/>
              <a:gd name="connsiteY8" fmla="*/ 1270146 h 1277035"/>
              <a:gd name="connsiteX9" fmla="*/ 2758827 w 9484942"/>
              <a:gd name="connsiteY9" fmla="*/ 1261354 h 1277035"/>
              <a:gd name="connsiteX10" fmla="*/ 0 w 9484942"/>
              <a:gd name="connsiteY10" fmla="*/ 1273013 h 1277035"/>
              <a:gd name="connsiteX11" fmla="*/ 15627 w 9484942"/>
              <a:gd name="connsiteY11" fmla="*/ 346954 h 1277035"/>
              <a:gd name="connsiteX0" fmla="*/ 15627 w 9484942"/>
              <a:gd name="connsiteY0" fmla="*/ 346954 h 1300002"/>
              <a:gd name="connsiteX1" fmla="*/ 2364982 w 9484942"/>
              <a:gd name="connsiteY1" fmla="*/ 302992 h 1300002"/>
              <a:gd name="connsiteX2" fmla="*/ 5134381 w 9484942"/>
              <a:gd name="connsiteY2" fmla="*/ 115678 h 1300002"/>
              <a:gd name="connsiteX3" fmla="*/ 7091448 w 9484942"/>
              <a:gd name="connsiteY3" fmla="*/ 647346 h 1300002"/>
              <a:gd name="connsiteX4" fmla="*/ 8564472 w 9484942"/>
              <a:gd name="connsiteY4" fmla="*/ 716768 h 1300002"/>
              <a:gd name="connsiteX5" fmla="*/ 9484942 w 9484942"/>
              <a:gd name="connsiteY5" fmla="*/ 346954 h 1300002"/>
              <a:gd name="connsiteX6" fmla="*/ 9476150 w 9484942"/>
              <a:gd name="connsiteY6" fmla="*/ 1252562 h 1300002"/>
              <a:gd name="connsiteX7" fmla="*/ 7260488 w 9484942"/>
              <a:gd name="connsiteY7" fmla="*/ 1243769 h 1300002"/>
              <a:gd name="connsiteX8" fmla="*/ 4833811 w 9484942"/>
              <a:gd name="connsiteY8" fmla="*/ 1270146 h 1300002"/>
              <a:gd name="connsiteX9" fmla="*/ 2779333 w 9484942"/>
              <a:gd name="connsiteY9" fmla="*/ 1300002 h 1300002"/>
              <a:gd name="connsiteX10" fmla="*/ 0 w 9484942"/>
              <a:gd name="connsiteY10" fmla="*/ 1273013 h 1300002"/>
              <a:gd name="connsiteX11" fmla="*/ 15627 w 9484942"/>
              <a:gd name="connsiteY11" fmla="*/ 346954 h 1300002"/>
              <a:gd name="connsiteX0" fmla="*/ 15627 w 9484942"/>
              <a:gd name="connsiteY0" fmla="*/ 346954 h 1346830"/>
              <a:gd name="connsiteX1" fmla="*/ 2364982 w 9484942"/>
              <a:gd name="connsiteY1" fmla="*/ 302992 h 1346830"/>
              <a:gd name="connsiteX2" fmla="*/ 5134381 w 9484942"/>
              <a:gd name="connsiteY2" fmla="*/ 115678 h 1346830"/>
              <a:gd name="connsiteX3" fmla="*/ 7091448 w 9484942"/>
              <a:gd name="connsiteY3" fmla="*/ 647346 h 1346830"/>
              <a:gd name="connsiteX4" fmla="*/ 8564472 w 9484942"/>
              <a:gd name="connsiteY4" fmla="*/ 716768 h 1346830"/>
              <a:gd name="connsiteX5" fmla="*/ 9484942 w 9484942"/>
              <a:gd name="connsiteY5" fmla="*/ 346954 h 1346830"/>
              <a:gd name="connsiteX6" fmla="*/ 9476150 w 9484942"/>
              <a:gd name="connsiteY6" fmla="*/ 1252562 h 1346830"/>
              <a:gd name="connsiteX7" fmla="*/ 7267323 w 9484942"/>
              <a:gd name="connsiteY7" fmla="*/ 1346830 h 1346830"/>
              <a:gd name="connsiteX8" fmla="*/ 4833811 w 9484942"/>
              <a:gd name="connsiteY8" fmla="*/ 1270146 h 1346830"/>
              <a:gd name="connsiteX9" fmla="*/ 2779333 w 9484942"/>
              <a:gd name="connsiteY9" fmla="*/ 1300002 h 1346830"/>
              <a:gd name="connsiteX10" fmla="*/ 0 w 9484942"/>
              <a:gd name="connsiteY10" fmla="*/ 1273013 h 1346830"/>
              <a:gd name="connsiteX11" fmla="*/ 15627 w 9484942"/>
              <a:gd name="connsiteY11" fmla="*/ 346954 h 1346830"/>
              <a:gd name="connsiteX0" fmla="*/ 15627 w 9484942"/>
              <a:gd name="connsiteY0" fmla="*/ 346954 h 1308182"/>
              <a:gd name="connsiteX1" fmla="*/ 2364982 w 9484942"/>
              <a:gd name="connsiteY1" fmla="*/ 302992 h 1308182"/>
              <a:gd name="connsiteX2" fmla="*/ 5134381 w 9484942"/>
              <a:gd name="connsiteY2" fmla="*/ 115678 h 1308182"/>
              <a:gd name="connsiteX3" fmla="*/ 7091448 w 9484942"/>
              <a:gd name="connsiteY3" fmla="*/ 647346 h 1308182"/>
              <a:gd name="connsiteX4" fmla="*/ 8564472 w 9484942"/>
              <a:gd name="connsiteY4" fmla="*/ 716768 h 1308182"/>
              <a:gd name="connsiteX5" fmla="*/ 9484942 w 9484942"/>
              <a:gd name="connsiteY5" fmla="*/ 346954 h 1308182"/>
              <a:gd name="connsiteX6" fmla="*/ 9476150 w 9484942"/>
              <a:gd name="connsiteY6" fmla="*/ 1252562 h 1308182"/>
              <a:gd name="connsiteX7" fmla="*/ 7246817 w 9484942"/>
              <a:gd name="connsiteY7" fmla="*/ 1308182 h 1308182"/>
              <a:gd name="connsiteX8" fmla="*/ 4833811 w 9484942"/>
              <a:gd name="connsiteY8" fmla="*/ 1270146 h 1308182"/>
              <a:gd name="connsiteX9" fmla="*/ 2779333 w 9484942"/>
              <a:gd name="connsiteY9" fmla="*/ 1300002 h 1308182"/>
              <a:gd name="connsiteX10" fmla="*/ 0 w 9484942"/>
              <a:gd name="connsiteY10" fmla="*/ 1273013 h 1308182"/>
              <a:gd name="connsiteX11" fmla="*/ 15627 w 9484942"/>
              <a:gd name="connsiteY11" fmla="*/ 346954 h 1308182"/>
              <a:gd name="connsiteX0" fmla="*/ 15627 w 9496987"/>
              <a:gd name="connsiteY0" fmla="*/ 346954 h 1316976"/>
              <a:gd name="connsiteX1" fmla="*/ 2364982 w 9496987"/>
              <a:gd name="connsiteY1" fmla="*/ 302992 h 1316976"/>
              <a:gd name="connsiteX2" fmla="*/ 5134381 w 9496987"/>
              <a:gd name="connsiteY2" fmla="*/ 115678 h 1316976"/>
              <a:gd name="connsiteX3" fmla="*/ 7091448 w 9496987"/>
              <a:gd name="connsiteY3" fmla="*/ 647346 h 1316976"/>
              <a:gd name="connsiteX4" fmla="*/ 8564472 w 9496987"/>
              <a:gd name="connsiteY4" fmla="*/ 716768 h 1316976"/>
              <a:gd name="connsiteX5" fmla="*/ 9484942 w 9496987"/>
              <a:gd name="connsiteY5" fmla="*/ 346954 h 1316976"/>
              <a:gd name="connsiteX6" fmla="*/ 9496656 w 9496987"/>
              <a:gd name="connsiteY6" fmla="*/ 1316976 h 1316976"/>
              <a:gd name="connsiteX7" fmla="*/ 7246817 w 9496987"/>
              <a:gd name="connsiteY7" fmla="*/ 1308182 h 1316976"/>
              <a:gd name="connsiteX8" fmla="*/ 4833811 w 9496987"/>
              <a:gd name="connsiteY8" fmla="*/ 1270146 h 1316976"/>
              <a:gd name="connsiteX9" fmla="*/ 2779333 w 9496987"/>
              <a:gd name="connsiteY9" fmla="*/ 1300002 h 1316976"/>
              <a:gd name="connsiteX10" fmla="*/ 0 w 9496987"/>
              <a:gd name="connsiteY10" fmla="*/ 1273013 h 1316976"/>
              <a:gd name="connsiteX11" fmla="*/ 15627 w 9496987"/>
              <a:gd name="connsiteY11" fmla="*/ 346954 h 13169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9496987" h="1316976">
                <a:moveTo>
                  <a:pt x="15627" y="346954"/>
                </a:moveTo>
                <a:cubicBezTo>
                  <a:pt x="677981" y="352815"/>
                  <a:pt x="1280597" y="-406254"/>
                  <a:pt x="2364982" y="302992"/>
                </a:cubicBezTo>
                <a:cubicBezTo>
                  <a:pt x="3590042" y="1000515"/>
                  <a:pt x="4346637" y="58286"/>
                  <a:pt x="5134381" y="115678"/>
                </a:cubicBezTo>
                <a:cubicBezTo>
                  <a:pt x="5922125" y="173070"/>
                  <a:pt x="6479894" y="562194"/>
                  <a:pt x="7091448" y="647346"/>
                </a:cubicBezTo>
                <a:cubicBezTo>
                  <a:pt x="7703002" y="732498"/>
                  <a:pt x="8165556" y="766833"/>
                  <a:pt x="8564472" y="716768"/>
                </a:cubicBezTo>
                <a:cubicBezTo>
                  <a:pt x="8963388" y="666703"/>
                  <a:pt x="9372868" y="242625"/>
                  <a:pt x="9484942" y="346954"/>
                </a:cubicBezTo>
                <a:cubicBezTo>
                  <a:pt x="9482011" y="648823"/>
                  <a:pt x="9499587" y="1015107"/>
                  <a:pt x="9496656" y="1316976"/>
                </a:cubicBezTo>
                <a:lnTo>
                  <a:pt x="7246817" y="1308182"/>
                </a:lnTo>
                <a:lnTo>
                  <a:pt x="4833811" y="1270146"/>
                </a:lnTo>
                <a:lnTo>
                  <a:pt x="2779333" y="1300002"/>
                </a:lnTo>
                <a:lnTo>
                  <a:pt x="0" y="1273013"/>
                </a:lnTo>
                <a:cubicBezTo>
                  <a:pt x="2931" y="988728"/>
                  <a:pt x="3903" y="648823"/>
                  <a:pt x="15627" y="346954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>
                  <a:lumMod val="20000"/>
                  <a:lumOff val="80000"/>
                </a:schemeClr>
              </a:gs>
              <a:gs pos="50000">
                <a:schemeClr val="bg1"/>
              </a:gs>
              <a:gs pos="100000">
                <a:schemeClr val="accent4">
                  <a:lumMod val="20000"/>
                  <a:lumOff val="80000"/>
                </a:schemeClr>
              </a:gs>
            </a:gsLst>
            <a:lin ang="0" scaled="1"/>
            <a:tileRect/>
          </a:gradFill>
          <a:ln w="15875">
            <a:solidFill>
              <a:schemeClr val="accent1">
                <a:alpha val="0"/>
              </a:schemeClr>
            </a:solidFill>
          </a:ln>
          <a:effectLst>
            <a:glow>
              <a:srgbClr val="FFFF00"/>
            </a:glow>
            <a:outerShdw algn="ctr" rotWithShape="0">
              <a:schemeClr val="tx1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Free-form: Shape 13">
            <a:extLst>
              <a:ext uri="{FF2B5EF4-FFF2-40B4-BE49-F238E27FC236}">
                <a16:creationId xmlns:a16="http://schemas.microsoft.com/office/drawing/2014/main" id="{CF87EA25-380B-9B8B-A442-466C8D2E0389}"/>
              </a:ext>
            </a:extLst>
          </p:cNvPr>
          <p:cNvSpPr/>
          <p:nvPr/>
        </p:nvSpPr>
        <p:spPr>
          <a:xfrm rot="10800000">
            <a:off x="-2090" y="-10376"/>
            <a:ext cx="12192000" cy="898826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478107" h="1273677">
                <a:moveTo>
                  <a:pt x="8792" y="350485"/>
                </a:moveTo>
                <a:cubicBezTo>
                  <a:pt x="671146" y="356346"/>
                  <a:pt x="973014" y="-402723"/>
                  <a:pt x="2057399" y="306523"/>
                </a:cubicBezTo>
                <a:cubicBezTo>
                  <a:pt x="3282459" y="1004046"/>
                  <a:pt x="3979984" y="611323"/>
                  <a:pt x="4457699" y="376862"/>
                </a:cubicBezTo>
                <a:cubicBezTo>
                  <a:pt x="5723792" y="-223945"/>
                  <a:pt x="6216161" y="-7069"/>
                  <a:pt x="7016261" y="341693"/>
                </a:cubicBezTo>
                <a:cubicBezTo>
                  <a:pt x="8672145" y="977671"/>
                  <a:pt x="8657492" y="347554"/>
                  <a:pt x="9478107" y="350485"/>
                </a:cubicBezTo>
                <a:cubicBezTo>
                  <a:pt x="9475176" y="652354"/>
                  <a:pt x="9472246" y="954224"/>
                  <a:pt x="9469315" y="1256093"/>
                </a:cubicBezTo>
                <a:lnTo>
                  <a:pt x="7253653" y="1247300"/>
                </a:lnTo>
                <a:lnTo>
                  <a:pt x="4826976" y="1273677"/>
                </a:lnTo>
                <a:lnTo>
                  <a:pt x="2751992" y="1264885"/>
                </a:lnTo>
                <a:lnTo>
                  <a:pt x="0" y="1212131"/>
                </a:lnTo>
                <a:cubicBezTo>
                  <a:pt x="2931" y="927846"/>
                  <a:pt x="-2932" y="652354"/>
                  <a:pt x="8792" y="350485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  <a:effectLst>
            <a:glow>
              <a:srgbClr val="FFFF00"/>
            </a:glow>
            <a:outerShdw algn="ctr" rotWithShape="0">
              <a:schemeClr val="tx1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Free-form: Shape 13">
            <a:extLst>
              <a:ext uri="{FF2B5EF4-FFF2-40B4-BE49-F238E27FC236}">
                <a16:creationId xmlns:a16="http://schemas.microsoft.com/office/drawing/2014/main" id="{E23D5A26-7EA5-4F10-4B05-A48433E826CB}"/>
              </a:ext>
            </a:extLst>
          </p:cNvPr>
          <p:cNvSpPr/>
          <p:nvPr/>
        </p:nvSpPr>
        <p:spPr>
          <a:xfrm rot="10800000">
            <a:off x="-26376" y="-237830"/>
            <a:ext cx="12218376" cy="965187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8414099 w 9478107"/>
              <a:gd name="connsiteY4" fmla="*/ 797823 h 1273677"/>
              <a:gd name="connsiteX5" fmla="*/ 9478107 w 9478107"/>
              <a:gd name="connsiteY5" fmla="*/ 350485 h 1273677"/>
              <a:gd name="connsiteX6" fmla="*/ 9469315 w 9478107"/>
              <a:gd name="connsiteY6" fmla="*/ 1256093 h 1273677"/>
              <a:gd name="connsiteX7" fmla="*/ 7253653 w 9478107"/>
              <a:gd name="connsiteY7" fmla="*/ 1247300 h 1273677"/>
              <a:gd name="connsiteX8" fmla="*/ 4826976 w 9478107"/>
              <a:gd name="connsiteY8" fmla="*/ 1273677 h 1273677"/>
              <a:gd name="connsiteX9" fmla="*/ 2751992 w 9478107"/>
              <a:gd name="connsiteY9" fmla="*/ 1264885 h 1273677"/>
              <a:gd name="connsiteX10" fmla="*/ 0 w 9478107"/>
              <a:gd name="connsiteY10" fmla="*/ 1212131 h 1273677"/>
              <a:gd name="connsiteX11" fmla="*/ 8792 w 9478107"/>
              <a:gd name="connsiteY11" fmla="*/ 350485 h 1273677"/>
              <a:gd name="connsiteX0" fmla="*/ 8792 w 9478107"/>
              <a:gd name="connsiteY0" fmla="*/ 463370 h 1386562"/>
              <a:gd name="connsiteX1" fmla="*/ 2057399 w 9478107"/>
              <a:gd name="connsiteY1" fmla="*/ 419408 h 1386562"/>
              <a:gd name="connsiteX2" fmla="*/ 4457699 w 9478107"/>
              <a:gd name="connsiteY2" fmla="*/ 489747 h 1386562"/>
              <a:gd name="connsiteX3" fmla="*/ 7009426 w 9478107"/>
              <a:gd name="connsiteY3" fmla="*/ 98357 h 1386562"/>
              <a:gd name="connsiteX4" fmla="*/ 8414099 w 9478107"/>
              <a:gd name="connsiteY4" fmla="*/ 910708 h 1386562"/>
              <a:gd name="connsiteX5" fmla="*/ 9478107 w 9478107"/>
              <a:gd name="connsiteY5" fmla="*/ 463370 h 1386562"/>
              <a:gd name="connsiteX6" fmla="*/ 9469315 w 9478107"/>
              <a:gd name="connsiteY6" fmla="*/ 1368978 h 1386562"/>
              <a:gd name="connsiteX7" fmla="*/ 7253653 w 9478107"/>
              <a:gd name="connsiteY7" fmla="*/ 1360185 h 1386562"/>
              <a:gd name="connsiteX8" fmla="*/ 4826976 w 9478107"/>
              <a:gd name="connsiteY8" fmla="*/ 1386562 h 1386562"/>
              <a:gd name="connsiteX9" fmla="*/ 2751992 w 9478107"/>
              <a:gd name="connsiteY9" fmla="*/ 1377770 h 1386562"/>
              <a:gd name="connsiteX10" fmla="*/ 0 w 9478107"/>
              <a:gd name="connsiteY10" fmla="*/ 1325016 h 1386562"/>
              <a:gd name="connsiteX11" fmla="*/ 8792 w 9478107"/>
              <a:gd name="connsiteY11" fmla="*/ 463370 h 1386562"/>
              <a:gd name="connsiteX0" fmla="*/ 8792 w 9478107"/>
              <a:gd name="connsiteY0" fmla="*/ 463370 h 1386562"/>
              <a:gd name="connsiteX1" fmla="*/ 2057399 w 9478107"/>
              <a:gd name="connsiteY1" fmla="*/ 419408 h 1386562"/>
              <a:gd name="connsiteX2" fmla="*/ 4457699 w 9478107"/>
              <a:gd name="connsiteY2" fmla="*/ 489747 h 1386562"/>
              <a:gd name="connsiteX3" fmla="*/ 7009426 w 9478107"/>
              <a:gd name="connsiteY3" fmla="*/ 98357 h 1386562"/>
              <a:gd name="connsiteX4" fmla="*/ 8414099 w 9478107"/>
              <a:gd name="connsiteY4" fmla="*/ 910708 h 1386562"/>
              <a:gd name="connsiteX5" fmla="*/ 9478107 w 9478107"/>
              <a:gd name="connsiteY5" fmla="*/ 463370 h 1386562"/>
              <a:gd name="connsiteX6" fmla="*/ 9469315 w 9478107"/>
              <a:gd name="connsiteY6" fmla="*/ 1368978 h 1386562"/>
              <a:gd name="connsiteX7" fmla="*/ 7253653 w 9478107"/>
              <a:gd name="connsiteY7" fmla="*/ 1360185 h 1386562"/>
              <a:gd name="connsiteX8" fmla="*/ 4826976 w 9478107"/>
              <a:gd name="connsiteY8" fmla="*/ 1386562 h 1386562"/>
              <a:gd name="connsiteX9" fmla="*/ 2751992 w 9478107"/>
              <a:gd name="connsiteY9" fmla="*/ 1377770 h 1386562"/>
              <a:gd name="connsiteX10" fmla="*/ 0 w 9478107"/>
              <a:gd name="connsiteY10" fmla="*/ 1325016 h 1386562"/>
              <a:gd name="connsiteX11" fmla="*/ 8792 w 9478107"/>
              <a:gd name="connsiteY11" fmla="*/ 463370 h 1386562"/>
              <a:gd name="connsiteX0" fmla="*/ 8792 w 9498612"/>
              <a:gd name="connsiteY0" fmla="*/ 463370 h 1386562"/>
              <a:gd name="connsiteX1" fmla="*/ 2057399 w 9498612"/>
              <a:gd name="connsiteY1" fmla="*/ 419408 h 1386562"/>
              <a:gd name="connsiteX2" fmla="*/ 4457699 w 9498612"/>
              <a:gd name="connsiteY2" fmla="*/ 489747 h 1386562"/>
              <a:gd name="connsiteX3" fmla="*/ 7009426 w 9498612"/>
              <a:gd name="connsiteY3" fmla="*/ 98357 h 1386562"/>
              <a:gd name="connsiteX4" fmla="*/ 8414099 w 9498612"/>
              <a:gd name="connsiteY4" fmla="*/ 910708 h 1386562"/>
              <a:gd name="connsiteX5" fmla="*/ 9498612 w 9498612"/>
              <a:gd name="connsiteY5" fmla="*/ 200892 h 1386562"/>
              <a:gd name="connsiteX6" fmla="*/ 9469315 w 9498612"/>
              <a:gd name="connsiteY6" fmla="*/ 1368978 h 1386562"/>
              <a:gd name="connsiteX7" fmla="*/ 7253653 w 9498612"/>
              <a:gd name="connsiteY7" fmla="*/ 1360185 h 1386562"/>
              <a:gd name="connsiteX8" fmla="*/ 4826976 w 9498612"/>
              <a:gd name="connsiteY8" fmla="*/ 1386562 h 1386562"/>
              <a:gd name="connsiteX9" fmla="*/ 2751992 w 9498612"/>
              <a:gd name="connsiteY9" fmla="*/ 1377770 h 1386562"/>
              <a:gd name="connsiteX10" fmla="*/ 0 w 9498612"/>
              <a:gd name="connsiteY10" fmla="*/ 1325016 h 1386562"/>
              <a:gd name="connsiteX11" fmla="*/ 8792 w 9498612"/>
              <a:gd name="connsiteY11" fmla="*/ 463370 h 1386562"/>
              <a:gd name="connsiteX0" fmla="*/ 8792 w 9498612"/>
              <a:gd name="connsiteY0" fmla="*/ 444298 h 1367490"/>
              <a:gd name="connsiteX1" fmla="*/ 2057399 w 9498612"/>
              <a:gd name="connsiteY1" fmla="*/ 400336 h 1367490"/>
              <a:gd name="connsiteX2" fmla="*/ 4320995 w 9498612"/>
              <a:gd name="connsiteY2" fmla="*/ 695656 h 1367490"/>
              <a:gd name="connsiteX3" fmla="*/ 7009426 w 9498612"/>
              <a:gd name="connsiteY3" fmla="*/ 79285 h 1367490"/>
              <a:gd name="connsiteX4" fmla="*/ 8414099 w 9498612"/>
              <a:gd name="connsiteY4" fmla="*/ 891636 h 1367490"/>
              <a:gd name="connsiteX5" fmla="*/ 9498612 w 9498612"/>
              <a:gd name="connsiteY5" fmla="*/ 181820 h 1367490"/>
              <a:gd name="connsiteX6" fmla="*/ 9469315 w 9498612"/>
              <a:gd name="connsiteY6" fmla="*/ 1349906 h 1367490"/>
              <a:gd name="connsiteX7" fmla="*/ 7253653 w 9498612"/>
              <a:gd name="connsiteY7" fmla="*/ 1341113 h 1367490"/>
              <a:gd name="connsiteX8" fmla="*/ 4826976 w 9498612"/>
              <a:gd name="connsiteY8" fmla="*/ 1367490 h 1367490"/>
              <a:gd name="connsiteX9" fmla="*/ 2751992 w 9498612"/>
              <a:gd name="connsiteY9" fmla="*/ 1358698 h 1367490"/>
              <a:gd name="connsiteX10" fmla="*/ 0 w 9498612"/>
              <a:gd name="connsiteY10" fmla="*/ 1305944 h 1367490"/>
              <a:gd name="connsiteX11" fmla="*/ 8792 w 9498612"/>
              <a:gd name="connsiteY11" fmla="*/ 444298 h 1367490"/>
              <a:gd name="connsiteX0" fmla="*/ 8792 w 9498612"/>
              <a:gd name="connsiteY0" fmla="*/ 428789 h 1351981"/>
              <a:gd name="connsiteX1" fmla="*/ 2057399 w 9498612"/>
              <a:gd name="connsiteY1" fmla="*/ 384827 h 1351981"/>
              <a:gd name="connsiteX2" fmla="*/ 3698995 w 9498612"/>
              <a:gd name="connsiteY2" fmla="*/ 961374 h 1351981"/>
              <a:gd name="connsiteX3" fmla="*/ 7009426 w 9498612"/>
              <a:gd name="connsiteY3" fmla="*/ 63776 h 1351981"/>
              <a:gd name="connsiteX4" fmla="*/ 8414099 w 9498612"/>
              <a:gd name="connsiteY4" fmla="*/ 876127 h 1351981"/>
              <a:gd name="connsiteX5" fmla="*/ 9498612 w 9498612"/>
              <a:gd name="connsiteY5" fmla="*/ 166311 h 1351981"/>
              <a:gd name="connsiteX6" fmla="*/ 9469315 w 9498612"/>
              <a:gd name="connsiteY6" fmla="*/ 1334397 h 1351981"/>
              <a:gd name="connsiteX7" fmla="*/ 7253653 w 9498612"/>
              <a:gd name="connsiteY7" fmla="*/ 1325604 h 1351981"/>
              <a:gd name="connsiteX8" fmla="*/ 4826976 w 9498612"/>
              <a:gd name="connsiteY8" fmla="*/ 1351981 h 1351981"/>
              <a:gd name="connsiteX9" fmla="*/ 2751992 w 9498612"/>
              <a:gd name="connsiteY9" fmla="*/ 1343189 h 1351981"/>
              <a:gd name="connsiteX10" fmla="*/ 0 w 9498612"/>
              <a:gd name="connsiteY10" fmla="*/ 1290435 h 1351981"/>
              <a:gd name="connsiteX11" fmla="*/ 8792 w 9498612"/>
              <a:gd name="connsiteY11" fmla="*/ 428789 h 1351981"/>
              <a:gd name="connsiteX0" fmla="*/ 8792 w 9498612"/>
              <a:gd name="connsiteY0" fmla="*/ 595005 h 1518197"/>
              <a:gd name="connsiteX1" fmla="*/ 2057399 w 9498612"/>
              <a:gd name="connsiteY1" fmla="*/ 551043 h 1518197"/>
              <a:gd name="connsiteX2" fmla="*/ 3698995 w 9498612"/>
              <a:gd name="connsiteY2" fmla="*/ 1127590 h 1518197"/>
              <a:gd name="connsiteX3" fmla="*/ 5386116 w 9498612"/>
              <a:gd name="connsiteY3" fmla="*/ 48678 h 1518197"/>
              <a:gd name="connsiteX4" fmla="*/ 7009426 w 9498612"/>
              <a:gd name="connsiteY4" fmla="*/ 229992 h 1518197"/>
              <a:gd name="connsiteX5" fmla="*/ 8414099 w 9498612"/>
              <a:gd name="connsiteY5" fmla="*/ 1042343 h 1518197"/>
              <a:gd name="connsiteX6" fmla="*/ 9498612 w 9498612"/>
              <a:gd name="connsiteY6" fmla="*/ 332527 h 1518197"/>
              <a:gd name="connsiteX7" fmla="*/ 9469315 w 9498612"/>
              <a:gd name="connsiteY7" fmla="*/ 1500613 h 1518197"/>
              <a:gd name="connsiteX8" fmla="*/ 7253653 w 9498612"/>
              <a:gd name="connsiteY8" fmla="*/ 1491820 h 1518197"/>
              <a:gd name="connsiteX9" fmla="*/ 4826976 w 9498612"/>
              <a:gd name="connsiteY9" fmla="*/ 1518197 h 1518197"/>
              <a:gd name="connsiteX10" fmla="*/ 2751992 w 9498612"/>
              <a:gd name="connsiteY10" fmla="*/ 1509405 h 1518197"/>
              <a:gd name="connsiteX11" fmla="*/ 0 w 9498612"/>
              <a:gd name="connsiteY11" fmla="*/ 1456651 h 1518197"/>
              <a:gd name="connsiteX12" fmla="*/ 8792 w 9498612"/>
              <a:gd name="connsiteY12" fmla="*/ 595005 h 1518197"/>
              <a:gd name="connsiteX0" fmla="*/ 8792 w 9498612"/>
              <a:gd name="connsiteY0" fmla="*/ 629716 h 1552908"/>
              <a:gd name="connsiteX1" fmla="*/ 2057399 w 9498612"/>
              <a:gd name="connsiteY1" fmla="*/ 585754 h 1552908"/>
              <a:gd name="connsiteX2" fmla="*/ 3698995 w 9498612"/>
              <a:gd name="connsiteY2" fmla="*/ 1162301 h 1552908"/>
              <a:gd name="connsiteX3" fmla="*/ 5386116 w 9498612"/>
              <a:gd name="connsiteY3" fmla="*/ 83389 h 1552908"/>
              <a:gd name="connsiteX4" fmla="*/ 7009426 w 9498612"/>
              <a:gd name="connsiteY4" fmla="*/ 264703 h 1552908"/>
              <a:gd name="connsiteX5" fmla="*/ 8414099 w 9498612"/>
              <a:gd name="connsiteY5" fmla="*/ 1077054 h 1552908"/>
              <a:gd name="connsiteX6" fmla="*/ 9498612 w 9498612"/>
              <a:gd name="connsiteY6" fmla="*/ 367238 h 1552908"/>
              <a:gd name="connsiteX7" fmla="*/ 9469315 w 9498612"/>
              <a:gd name="connsiteY7" fmla="*/ 1535324 h 1552908"/>
              <a:gd name="connsiteX8" fmla="*/ 7253653 w 9498612"/>
              <a:gd name="connsiteY8" fmla="*/ 1526531 h 1552908"/>
              <a:gd name="connsiteX9" fmla="*/ 4826976 w 9498612"/>
              <a:gd name="connsiteY9" fmla="*/ 1552908 h 1552908"/>
              <a:gd name="connsiteX10" fmla="*/ 2751992 w 9498612"/>
              <a:gd name="connsiteY10" fmla="*/ 1544116 h 1552908"/>
              <a:gd name="connsiteX11" fmla="*/ 0 w 9498612"/>
              <a:gd name="connsiteY11" fmla="*/ 1491362 h 1552908"/>
              <a:gd name="connsiteX12" fmla="*/ 8792 w 9498612"/>
              <a:gd name="connsiteY12" fmla="*/ 629716 h 1552908"/>
              <a:gd name="connsiteX0" fmla="*/ 8792 w 9498612"/>
              <a:gd name="connsiteY0" fmla="*/ 629716 h 1552908"/>
              <a:gd name="connsiteX1" fmla="*/ 2057399 w 9498612"/>
              <a:gd name="connsiteY1" fmla="*/ 585754 h 1552908"/>
              <a:gd name="connsiteX2" fmla="*/ 3698995 w 9498612"/>
              <a:gd name="connsiteY2" fmla="*/ 1162301 h 1552908"/>
              <a:gd name="connsiteX3" fmla="*/ 5386116 w 9498612"/>
              <a:gd name="connsiteY3" fmla="*/ 83389 h 1552908"/>
              <a:gd name="connsiteX4" fmla="*/ 7009426 w 9498612"/>
              <a:gd name="connsiteY4" fmla="*/ 264703 h 1552908"/>
              <a:gd name="connsiteX5" fmla="*/ 8414099 w 9498612"/>
              <a:gd name="connsiteY5" fmla="*/ 1077054 h 1552908"/>
              <a:gd name="connsiteX6" fmla="*/ 9498612 w 9498612"/>
              <a:gd name="connsiteY6" fmla="*/ 367238 h 1552908"/>
              <a:gd name="connsiteX7" fmla="*/ 9469315 w 9498612"/>
              <a:gd name="connsiteY7" fmla="*/ 1535324 h 1552908"/>
              <a:gd name="connsiteX8" fmla="*/ 7253653 w 9498612"/>
              <a:gd name="connsiteY8" fmla="*/ 1526531 h 1552908"/>
              <a:gd name="connsiteX9" fmla="*/ 4826976 w 9498612"/>
              <a:gd name="connsiteY9" fmla="*/ 1552908 h 1552908"/>
              <a:gd name="connsiteX10" fmla="*/ 2751992 w 9498612"/>
              <a:gd name="connsiteY10" fmla="*/ 1544116 h 1552908"/>
              <a:gd name="connsiteX11" fmla="*/ 0 w 9498612"/>
              <a:gd name="connsiteY11" fmla="*/ 1491362 h 1552908"/>
              <a:gd name="connsiteX12" fmla="*/ 8792 w 9498612"/>
              <a:gd name="connsiteY12" fmla="*/ 629716 h 1552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9498612" h="1552908">
                <a:moveTo>
                  <a:pt x="8792" y="629716"/>
                </a:moveTo>
                <a:cubicBezTo>
                  <a:pt x="671146" y="635577"/>
                  <a:pt x="973014" y="-123492"/>
                  <a:pt x="2057399" y="585754"/>
                </a:cubicBezTo>
                <a:cubicBezTo>
                  <a:pt x="3282459" y="1283277"/>
                  <a:pt x="3144209" y="1246028"/>
                  <a:pt x="3698995" y="1162301"/>
                </a:cubicBezTo>
                <a:cubicBezTo>
                  <a:pt x="4253781" y="1078574"/>
                  <a:pt x="4834377" y="232989"/>
                  <a:pt x="5386116" y="83389"/>
                </a:cubicBezTo>
                <a:cubicBezTo>
                  <a:pt x="5937855" y="-66211"/>
                  <a:pt x="6463751" y="-19649"/>
                  <a:pt x="7009426" y="264703"/>
                </a:cubicBezTo>
                <a:cubicBezTo>
                  <a:pt x="7646042" y="612966"/>
                  <a:pt x="8003791" y="1075589"/>
                  <a:pt x="8414099" y="1077054"/>
                </a:cubicBezTo>
                <a:cubicBezTo>
                  <a:pt x="8824407" y="1078519"/>
                  <a:pt x="9320464" y="250238"/>
                  <a:pt x="9498612" y="367238"/>
                </a:cubicBezTo>
                <a:cubicBezTo>
                  <a:pt x="9495681" y="669107"/>
                  <a:pt x="9472246" y="1233455"/>
                  <a:pt x="9469315" y="1535324"/>
                </a:cubicBezTo>
                <a:lnTo>
                  <a:pt x="7253653" y="1526531"/>
                </a:lnTo>
                <a:lnTo>
                  <a:pt x="4826976" y="1552908"/>
                </a:lnTo>
                <a:lnTo>
                  <a:pt x="2751992" y="1544116"/>
                </a:lnTo>
                <a:lnTo>
                  <a:pt x="0" y="1491362"/>
                </a:lnTo>
                <a:cubicBezTo>
                  <a:pt x="2931" y="1207077"/>
                  <a:pt x="-2932" y="931585"/>
                  <a:pt x="8792" y="629716"/>
                </a:cubicBezTo>
                <a:close/>
              </a:path>
            </a:pathLst>
          </a:custGeom>
          <a:gradFill>
            <a:gsLst>
              <a:gs pos="0">
                <a:srgbClr val="EFFCFF"/>
              </a:gs>
              <a:gs pos="50000">
                <a:schemeClr val="accent4">
                  <a:lumMod val="40000"/>
                  <a:lumOff val="6000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ffectLst>
            <a:glow>
              <a:srgbClr val="FFFF00"/>
            </a:glow>
            <a:outerShdw algn="ctr" rotWithShape="0">
              <a:schemeClr val="tx1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C0752C93-FA88-F612-DC1A-28C7F1C0FD5E}"/>
              </a:ext>
            </a:extLst>
          </p:cNvPr>
          <p:cNvSpPr/>
          <p:nvPr/>
        </p:nvSpPr>
        <p:spPr>
          <a:xfrm>
            <a:off x="-7747" y="6538183"/>
            <a:ext cx="12207494" cy="319817"/>
          </a:xfrm>
          <a:prstGeom prst="rect">
            <a:avLst/>
          </a:prstGeom>
          <a:solidFill>
            <a:srgbClr val="8ECEFA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0504970-0D3D-31FD-22EA-F4493530F5B7}"/>
              </a:ext>
            </a:extLst>
          </p:cNvPr>
          <p:cNvCxnSpPr/>
          <p:nvPr/>
        </p:nvCxnSpPr>
        <p:spPr>
          <a:xfrm>
            <a:off x="484418" y="1171879"/>
            <a:ext cx="11218984" cy="0"/>
          </a:xfrm>
          <a:prstGeom prst="line">
            <a:avLst/>
          </a:prstGeom>
          <a:ln w="38100">
            <a:solidFill>
              <a:srgbClr val="8ECE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032B7D9-7463-0EC5-85C0-337FA1F58550}"/>
              </a:ext>
            </a:extLst>
          </p:cNvPr>
          <p:cNvSpPr txBox="1">
            <a:spLocks/>
          </p:cNvSpPr>
          <p:nvPr/>
        </p:nvSpPr>
        <p:spPr>
          <a:xfrm>
            <a:off x="1661819" y="6533293"/>
            <a:ext cx="386021" cy="3198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13F6232-4F06-48BA-8F69-BF531F607829}" type="slidenum">
              <a:rPr lang="en-GB" sz="1400" smtClean="0">
                <a:solidFill>
                  <a:schemeClr val="bg1"/>
                </a:solidFill>
              </a:rPr>
              <a:pPr/>
              <a:t>7</a:t>
            </a:fld>
            <a:endParaRPr lang="en-GB" sz="14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94A737-9AF3-130A-5FC3-4F73D880EF11}"/>
              </a:ext>
            </a:extLst>
          </p:cNvPr>
          <p:cNvSpPr txBox="1"/>
          <p:nvPr/>
        </p:nvSpPr>
        <p:spPr>
          <a:xfrm>
            <a:off x="9172575" y="6542216"/>
            <a:ext cx="27876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Load &amp; Dynamics Team/ Optimus Syria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904077-2D68-4855-57A5-C9190FC9DEFD}"/>
              </a:ext>
            </a:extLst>
          </p:cNvPr>
          <p:cNvSpPr txBox="1"/>
          <p:nvPr/>
        </p:nvSpPr>
        <p:spPr>
          <a:xfrm>
            <a:off x="412716" y="6565449"/>
            <a:ext cx="10001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16/12/2025</a:t>
            </a:r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0324151C-6639-A80D-521A-9E6F222E0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417" y="502853"/>
            <a:ext cx="9234617" cy="712728"/>
          </a:xfrm>
        </p:spPr>
        <p:txBody>
          <a:bodyPr>
            <a:normAutofit/>
          </a:bodyPr>
          <a:lstStyle/>
          <a:p>
            <a:r>
              <a:rPr lang="en-GB" dirty="0"/>
              <a:t>Maximum Extracted Values </a:t>
            </a:r>
            <a:endParaRPr lang="de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FAF0AA2-64BA-F235-3F1A-D8BAA97809A0}"/>
              </a:ext>
            </a:extLst>
          </p:cNvPr>
          <p:cNvSpPr txBox="1"/>
          <p:nvPr/>
        </p:nvSpPr>
        <p:spPr>
          <a:xfrm>
            <a:off x="5372759" y="6597317"/>
            <a:ext cx="14764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Arham Memon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5819679-3095-11E5-8D17-966D1FDF6F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8417" y="1510537"/>
            <a:ext cx="10032078" cy="4534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99687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3F8EF-62B4-4CCB-F33D-BF7B2E4E3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-form: Shape 13">
            <a:extLst>
              <a:ext uri="{FF2B5EF4-FFF2-40B4-BE49-F238E27FC236}">
                <a16:creationId xmlns:a16="http://schemas.microsoft.com/office/drawing/2014/main" id="{6B9950FE-DB01-05E6-A119-C101F2CCD432}"/>
              </a:ext>
            </a:extLst>
          </p:cNvPr>
          <p:cNvSpPr/>
          <p:nvPr/>
        </p:nvSpPr>
        <p:spPr>
          <a:xfrm rot="10800000">
            <a:off x="-35168" y="277945"/>
            <a:ext cx="12216286" cy="898824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4457699 w 9478107"/>
              <a:gd name="connsiteY2" fmla="*/ 373331 h 1270146"/>
              <a:gd name="connsiteX3" fmla="*/ 7016261 w 9478107"/>
              <a:gd name="connsiteY3" fmla="*/ 33816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16261 w 9478107"/>
              <a:gd name="connsiteY3" fmla="*/ 33816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72464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8755857 w 9478107"/>
              <a:gd name="connsiteY4" fmla="*/ 446231 h 1270146"/>
              <a:gd name="connsiteX5" fmla="*/ 9478107 w 9478107"/>
              <a:gd name="connsiteY5" fmla="*/ 346954 h 1270146"/>
              <a:gd name="connsiteX6" fmla="*/ 9469315 w 9478107"/>
              <a:gd name="connsiteY6" fmla="*/ 1252562 h 1270146"/>
              <a:gd name="connsiteX7" fmla="*/ 7253653 w 9478107"/>
              <a:gd name="connsiteY7" fmla="*/ 1243769 h 1270146"/>
              <a:gd name="connsiteX8" fmla="*/ 4826976 w 9478107"/>
              <a:gd name="connsiteY8" fmla="*/ 1270146 h 1270146"/>
              <a:gd name="connsiteX9" fmla="*/ 2751992 w 9478107"/>
              <a:gd name="connsiteY9" fmla="*/ 1261354 h 1270146"/>
              <a:gd name="connsiteX10" fmla="*/ 0 w 9478107"/>
              <a:gd name="connsiteY10" fmla="*/ 1208600 h 1270146"/>
              <a:gd name="connsiteX11" fmla="*/ 8792 w 9478107"/>
              <a:gd name="connsiteY11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8557637 w 9478107"/>
              <a:gd name="connsiteY4" fmla="*/ 716768 h 1270146"/>
              <a:gd name="connsiteX5" fmla="*/ 9478107 w 9478107"/>
              <a:gd name="connsiteY5" fmla="*/ 346954 h 1270146"/>
              <a:gd name="connsiteX6" fmla="*/ 9469315 w 9478107"/>
              <a:gd name="connsiteY6" fmla="*/ 1252562 h 1270146"/>
              <a:gd name="connsiteX7" fmla="*/ 7253653 w 9478107"/>
              <a:gd name="connsiteY7" fmla="*/ 1243769 h 1270146"/>
              <a:gd name="connsiteX8" fmla="*/ 4826976 w 9478107"/>
              <a:gd name="connsiteY8" fmla="*/ 1270146 h 1270146"/>
              <a:gd name="connsiteX9" fmla="*/ 2751992 w 9478107"/>
              <a:gd name="connsiteY9" fmla="*/ 1261354 h 1270146"/>
              <a:gd name="connsiteX10" fmla="*/ 0 w 9478107"/>
              <a:gd name="connsiteY10" fmla="*/ 1208600 h 1270146"/>
              <a:gd name="connsiteX11" fmla="*/ 8792 w 9478107"/>
              <a:gd name="connsiteY11" fmla="*/ 346954 h 1270146"/>
              <a:gd name="connsiteX0" fmla="*/ 15627 w 9484942"/>
              <a:gd name="connsiteY0" fmla="*/ 346954 h 1277035"/>
              <a:gd name="connsiteX1" fmla="*/ 2364982 w 9484942"/>
              <a:gd name="connsiteY1" fmla="*/ 302992 h 1277035"/>
              <a:gd name="connsiteX2" fmla="*/ 5134381 w 9484942"/>
              <a:gd name="connsiteY2" fmla="*/ 115678 h 1277035"/>
              <a:gd name="connsiteX3" fmla="*/ 7091448 w 9484942"/>
              <a:gd name="connsiteY3" fmla="*/ 647346 h 1277035"/>
              <a:gd name="connsiteX4" fmla="*/ 8564472 w 9484942"/>
              <a:gd name="connsiteY4" fmla="*/ 716768 h 1277035"/>
              <a:gd name="connsiteX5" fmla="*/ 9484942 w 9484942"/>
              <a:gd name="connsiteY5" fmla="*/ 346954 h 1277035"/>
              <a:gd name="connsiteX6" fmla="*/ 9476150 w 9484942"/>
              <a:gd name="connsiteY6" fmla="*/ 1252562 h 1277035"/>
              <a:gd name="connsiteX7" fmla="*/ 7260488 w 9484942"/>
              <a:gd name="connsiteY7" fmla="*/ 1243769 h 1277035"/>
              <a:gd name="connsiteX8" fmla="*/ 4833811 w 9484942"/>
              <a:gd name="connsiteY8" fmla="*/ 1270146 h 1277035"/>
              <a:gd name="connsiteX9" fmla="*/ 2758827 w 9484942"/>
              <a:gd name="connsiteY9" fmla="*/ 1261354 h 1277035"/>
              <a:gd name="connsiteX10" fmla="*/ 0 w 9484942"/>
              <a:gd name="connsiteY10" fmla="*/ 1273013 h 1277035"/>
              <a:gd name="connsiteX11" fmla="*/ 15627 w 9484942"/>
              <a:gd name="connsiteY11" fmla="*/ 346954 h 1277035"/>
              <a:gd name="connsiteX0" fmla="*/ 15627 w 9484942"/>
              <a:gd name="connsiteY0" fmla="*/ 346954 h 1300002"/>
              <a:gd name="connsiteX1" fmla="*/ 2364982 w 9484942"/>
              <a:gd name="connsiteY1" fmla="*/ 302992 h 1300002"/>
              <a:gd name="connsiteX2" fmla="*/ 5134381 w 9484942"/>
              <a:gd name="connsiteY2" fmla="*/ 115678 h 1300002"/>
              <a:gd name="connsiteX3" fmla="*/ 7091448 w 9484942"/>
              <a:gd name="connsiteY3" fmla="*/ 647346 h 1300002"/>
              <a:gd name="connsiteX4" fmla="*/ 8564472 w 9484942"/>
              <a:gd name="connsiteY4" fmla="*/ 716768 h 1300002"/>
              <a:gd name="connsiteX5" fmla="*/ 9484942 w 9484942"/>
              <a:gd name="connsiteY5" fmla="*/ 346954 h 1300002"/>
              <a:gd name="connsiteX6" fmla="*/ 9476150 w 9484942"/>
              <a:gd name="connsiteY6" fmla="*/ 1252562 h 1300002"/>
              <a:gd name="connsiteX7" fmla="*/ 7260488 w 9484942"/>
              <a:gd name="connsiteY7" fmla="*/ 1243769 h 1300002"/>
              <a:gd name="connsiteX8" fmla="*/ 4833811 w 9484942"/>
              <a:gd name="connsiteY8" fmla="*/ 1270146 h 1300002"/>
              <a:gd name="connsiteX9" fmla="*/ 2779333 w 9484942"/>
              <a:gd name="connsiteY9" fmla="*/ 1300002 h 1300002"/>
              <a:gd name="connsiteX10" fmla="*/ 0 w 9484942"/>
              <a:gd name="connsiteY10" fmla="*/ 1273013 h 1300002"/>
              <a:gd name="connsiteX11" fmla="*/ 15627 w 9484942"/>
              <a:gd name="connsiteY11" fmla="*/ 346954 h 1300002"/>
              <a:gd name="connsiteX0" fmla="*/ 15627 w 9484942"/>
              <a:gd name="connsiteY0" fmla="*/ 346954 h 1346830"/>
              <a:gd name="connsiteX1" fmla="*/ 2364982 w 9484942"/>
              <a:gd name="connsiteY1" fmla="*/ 302992 h 1346830"/>
              <a:gd name="connsiteX2" fmla="*/ 5134381 w 9484942"/>
              <a:gd name="connsiteY2" fmla="*/ 115678 h 1346830"/>
              <a:gd name="connsiteX3" fmla="*/ 7091448 w 9484942"/>
              <a:gd name="connsiteY3" fmla="*/ 647346 h 1346830"/>
              <a:gd name="connsiteX4" fmla="*/ 8564472 w 9484942"/>
              <a:gd name="connsiteY4" fmla="*/ 716768 h 1346830"/>
              <a:gd name="connsiteX5" fmla="*/ 9484942 w 9484942"/>
              <a:gd name="connsiteY5" fmla="*/ 346954 h 1346830"/>
              <a:gd name="connsiteX6" fmla="*/ 9476150 w 9484942"/>
              <a:gd name="connsiteY6" fmla="*/ 1252562 h 1346830"/>
              <a:gd name="connsiteX7" fmla="*/ 7267323 w 9484942"/>
              <a:gd name="connsiteY7" fmla="*/ 1346830 h 1346830"/>
              <a:gd name="connsiteX8" fmla="*/ 4833811 w 9484942"/>
              <a:gd name="connsiteY8" fmla="*/ 1270146 h 1346830"/>
              <a:gd name="connsiteX9" fmla="*/ 2779333 w 9484942"/>
              <a:gd name="connsiteY9" fmla="*/ 1300002 h 1346830"/>
              <a:gd name="connsiteX10" fmla="*/ 0 w 9484942"/>
              <a:gd name="connsiteY10" fmla="*/ 1273013 h 1346830"/>
              <a:gd name="connsiteX11" fmla="*/ 15627 w 9484942"/>
              <a:gd name="connsiteY11" fmla="*/ 346954 h 1346830"/>
              <a:gd name="connsiteX0" fmla="*/ 15627 w 9484942"/>
              <a:gd name="connsiteY0" fmla="*/ 346954 h 1308182"/>
              <a:gd name="connsiteX1" fmla="*/ 2364982 w 9484942"/>
              <a:gd name="connsiteY1" fmla="*/ 302992 h 1308182"/>
              <a:gd name="connsiteX2" fmla="*/ 5134381 w 9484942"/>
              <a:gd name="connsiteY2" fmla="*/ 115678 h 1308182"/>
              <a:gd name="connsiteX3" fmla="*/ 7091448 w 9484942"/>
              <a:gd name="connsiteY3" fmla="*/ 647346 h 1308182"/>
              <a:gd name="connsiteX4" fmla="*/ 8564472 w 9484942"/>
              <a:gd name="connsiteY4" fmla="*/ 716768 h 1308182"/>
              <a:gd name="connsiteX5" fmla="*/ 9484942 w 9484942"/>
              <a:gd name="connsiteY5" fmla="*/ 346954 h 1308182"/>
              <a:gd name="connsiteX6" fmla="*/ 9476150 w 9484942"/>
              <a:gd name="connsiteY6" fmla="*/ 1252562 h 1308182"/>
              <a:gd name="connsiteX7" fmla="*/ 7246817 w 9484942"/>
              <a:gd name="connsiteY7" fmla="*/ 1308182 h 1308182"/>
              <a:gd name="connsiteX8" fmla="*/ 4833811 w 9484942"/>
              <a:gd name="connsiteY8" fmla="*/ 1270146 h 1308182"/>
              <a:gd name="connsiteX9" fmla="*/ 2779333 w 9484942"/>
              <a:gd name="connsiteY9" fmla="*/ 1300002 h 1308182"/>
              <a:gd name="connsiteX10" fmla="*/ 0 w 9484942"/>
              <a:gd name="connsiteY10" fmla="*/ 1273013 h 1308182"/>
              <a:gd name="connsiteX11" fmla="*/ 15627 w 9484942"/>
              <a:gd name="connsiteY11" fmla="*/ 346954 h 1308182"/>
              <a:gd name="connsiteX0" fmla="*/ 15627 w 9496987"/>
              <a:gd name="connsiteY0" fmla="*/ 346954 h 1316976"/>
              <a:gd name="connsiteX1" fmla="*/ 2364982 w 9496987"/>
              <a:gd name="connsiteY1" fmla="*/ 302992 h 1316976"/>
              <a:gd name="connsiteX2" fmla="*/ 5134381 w 9496987"/>
              <a:gd name="connsiteY2" fmla="*/ 115678 h 1316976"/>
              <a:gd name="connsiteX3" fmla="*/ 7091448 w 9496987"/>
              <a:gd name="connsiteY3" fmla="*/ 647346 h 1316976"/>
              <a:gd name="connsiteX4" fmla="*/ 8564472 w 9496987"/>
              <a:gd name="connsiteY4" fmla="*/ 716768 h 1316976"/>
              <a:gd name="connsiteX5" fmla="*/ 9484942 w 9496987"/>
              <a:gd name="connsiteY5" fmla="*/ 346954 h 1316976"/>
              <a:gd name="connsiteX6" fmla="*/ 9496656 w 9496987"/>
              <a:gd name="connsiteY6" fmla="*/ 1316976 h 1316976"/>
              <a:gd name="connsiteX7" fmla="*/ 7246817 w 9496987"/>
              <a:gd name="connsiteY7" fmla="*/ 1308182 h 1316976"/>
              <a:gd name="connsiteX8" fmla="*/ 4833811 w 9496987"/>
              <a:gd name="connsiteY8" fmla="*/ 1270146 h 1316976"/>
              <a:gd name="connsiteX9" fmla="*/ 2779333 w 9496987"/>
              <a:gd name="connsiteY9" fmla="*/ 1300002 h 1316976"/>
              <a:gd name="connsiteX10" fmla="*/ 0 w 9496987"/>
              <a:gd name="connsiteY10" fmla="*/ 1273013 h 1316976"/>
              <a:gd name="connsiteX11" fmla="*/ 15627 w 9496987"/>
              <a:gd name="connsiteY11" fmla="*/ 346954 h 13169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9496987" h="1316976">
                <a:moveTo>
                  <a:pt x="15627" y="346954"/>
                </a:moveTo>
                <a:cubicBezTo>
                  <a:pt x="677981" y="352815"/>
                  <a:pt x="1280597" y="-406254"/>
                  <a:pt x="2364982" y="302992"/>
                </a:cubicBezTo>
                <a:cubicBezTo>
                  <a:pt x="3590042" y="1000515"/>
                  <a:pt x="4346637" y="58286"/>
                  <a:pt x="5134381" y="115678"/>
                </a:cubicBezTo>
                <a:cubicBezTo>
                  <a:pt x="5922125" y="173070"/>
                  <a:pt x="6479894" y="562194"/>
                  <a:pt x="7091448" y="647346"/>
                </a:cubicBezTo>
                <a:cubicBezTo>
                  <a:pt x="7703002" y="732498"/>
                  <a:pt x="8165556" y="766833"/>
                  <a:pt x="8564472" y="716768"/>
                </a:cubicBezTo>
                <a:cubicBezTo>
                  <a:pt x="8963388" y="666703"/>
                  <a:pt x="9372868" y="242625"/>
                  <a:pt x="9484942" y="346954"/>
                </a:cubicBezTo>
                <a:cubicBezTo>
                  <a:pt x="9482011" y="648823"/>
                  <a:pt x="9499587" y="1015107"/>
                  <a:pt x="9496656" y="1316976"/>
                </a:cubicBezTo>
                <a:lnTo>
                  <a:pt x="7246817" y="1308182"/>
                </a:lnTo>
                <a:lnTo>
                  <a:pt x="4833811" y="1270146"/>
                </a:lnTo>
                <a:lnTo>
                  <a:pt x="2779333" y="1300002"/>
                </a:lnTo>
                <a:lnTo>
                  <a:pt x="0" y="1273013"/>
                </a:lnTo>
                <a:cubicBezTo>
                  <a:pt x="2931" y="988728"/>
                  <a:pt x="3903" y="648823"/>
                  <a:pt x="15627" y="346954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>
                  <a:lumMod val="20000"/>
                  <a:lumOff val="80000"/>
                </a:schemeClr>
              </a:gs>
              <a:gs pos="50000">
                <a:schemeClr val="bg1"/>
              </a:gs>
              <a:gs pos="100000">
                <a:schemeClr val="accent4">
                  <a:lumMod val="20000"/>
                  <a:lumOff val="80000"/>
                </a:schemeClr>
              </a:gs>
            </a:gsLst>
            <a:lin ang="0" scaled="1"/>
            <a:tileRect/>
          </a:gradFill>
          <a:ln w="15875">
            <a:solidFill>
              <a:schemeClr val="accent1">
                <a:alpha val="0"/>
              </a:schemeClr>
            </a:solidFill>
          </a:ln>
          <a:effectLst>
            <a:glow>
              <a:srgbClr val="FFFF00"/>
            </a:glow>
            <a:outerShdw algn="ctr" rotWithShape="0">
              <a:schemeClr val="tx1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Free-form: Shape 13">
            <a:extLst>
              <a:ext uri="{FF2B5EF4-FFF2-40B4-BE49-F238E27FC236}">
                <a16:creationId xmlns:a16="http://schemas.microsoft.com/office/drawing/2014/main" id="{FC8B341A-914A-7A84-BA05-C1E6CF1F3B7F}"/>
              </a:ext>
            </a:extLst>
          </p:cNvPr>
          <p:cNvSpPr/>
          <p:nvPr/>
        </p:nvSpPr>
        <p:spPr>
          <a:xfrm rot="10800000">
            <a:off x="-2090" y="-10376"/>
            <a:ext cx="12192000" cy="898826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478107" h="1273677">
                <a:moveTo>
                  <a:pt x="8792" y="350485"/>
                </a:moveTo>
                <a:cubicBezTo>
                  <a:pt x="671146" y="356346"/>
                  <a:pt x="973014" y="-402723"/>
                  <a:pt x="2057399" y="306523"/>
                </a:cubicBezTo>
                <a:cubicBezTo>
                  <a:pt x="3282459" y="1004046"/>
                  <a:pt x="3979984" y="611323"/>
                  <a:pt x="4457699" y="376862"/>
                </a:cubicBezTo>
                <a:cubicBezTo>
                  <a:pt x="5723792" y="-223945"/>
                  <a:pt x="6216161" y="-7069"/>
                  <a:pt x="7016261" y="341693"/>
                </a:cubicBezTo>
                <a:cubicBezTo>
                  <a:pt x="8672145" y="977671"/>
                  <a:pt x="8657492" y="347554"/>
                  <a:pt x="9478107" y="350485"/>
                </a:cubicBezTo>
                <a:cubicBezTo>
                  <a:pt x="9475176" y="652354"/>
                  <a:pt x="9472246" y="954224"/>
                  <a:pt x="9469315" y="1256093"/>
                </a:cubicBezTo>
                <a:lnTo>
                  <a:pt x="7253653" y="1247300"/>
                </a:lnTo>
                <a:lnTo>
                  <a:pt x="4826976" y="1273677"/>
                </a:lnTo>
                <a:lnTo>
                  <a:pt x="2751992" y="1264885"/>
                </a:lnTo>
                <a:lnTo>
                  <a:pt x="0" y="1212131"/>
                </a:lnTo>
                <a:cubicBezTo>
                  <a:pt x="2931" y="927846"/>
                  <a:pt x="-2932" y="652354"/>
                  <a:pt x="8792" y="350485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  <a:effectLst>
            <a:glow>
              <a:srgbClr val="FFFF00"/>
            </a:glow>
            <a:outerShdw algn="ctr" rotWithShape="0">
              <a:schemeClr val="tx1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Free-form: Shape 13">
            <a:extLst>
              <a:ext uri="{FF2B5EF4-FFF2-40B4-BE49-F238E27FC236}">
                <a16:creationId xmlns:a16="http://schemas.microsoft.com/office/drawing/2014/main" id="{9715A5B8-749B-DB9D-4E4C-F5566EDBA3C8}"/>
              </a:ext>
            </a:extLst>
          </p:cNvPr>
          <p:cNvSpPr/>
          <p:nvPr/>
        </p:nvSpPr>
        <p:spPr>
          <a:xfrm rot="10800000">
            <a:off x="-26376" y="-237830"/>
            <a:ext cx="12218376" cy="965187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8414099 w 9478107"/>
              <a:gd name="connsiteY4" fmla="*/ 797823 h 1273677"/>
              <a:gd name="connsiteX5" fmla="*/ 9478107 w 9478107"/>
              <a:gd name="connsiteY5" fmla="*/ 350485 h 1273677"/>
              <a:gd name="connsiteX6" fmla="*/ 9469315 w 9478107"/>
              <a:gd name="connsiteY6" fmla="*/ 1256093 h 1273677"/>
              <a:gd name="connsiteX7" fmla="*/ 7253653 w 9478107"/>
              <a:gd name="connsiteY7" fmla="*/ 1247300 h 1273677"/>
              <a:gd name="connsiteX8" fmla="*/ 4826976 w 9478107"/>
              <a:gd name="connsiteY8" fmla="*/ 1273677 h 1273677"/>
              <a:gd name="connsiteX9" fmla="*/ 2751992 w 9478107"/>
              <a:gd name="connsiteY9" fmla="*/ 1264885 h 1273677"/>
              <a:gd name="connsiteX10" fmla="*/ 0 w 9478107"/>
              <a:gd name="connsiteY10" fmla="*/ 1212131 h 1273677"/>
              <a:gd name="connsiteX11" fmla="*/ 8792 w 9478107"/>
              <a:gd name="connsiteY11" fmla="*/ 350485 h 1273677"/>
              <a:gd name="connsiteX0" fmla="*/ 8792 w 9478107"/>
              <a:gd name="connsiteY0" fmla="*/ 463370 h 1386562"/>
              <a:gd name="connsiteX1" fmla="*/ 2057399 w 9478107"/>
              <a:gd name="connsiteY1" fmla="*/ 419408 h 1386562"/>
              <a:gd name="connsiteX2" fmla="*/ 4457699 w 9478107"/>
              <a:gd name="connsiteY2" fmla="*/ 489747 h 1386562"/>
              <a:gd name="connsiteX3" fmla="*/ 7009426 w 9478107"/>
              <a:gd name="connsiteY3" fmla="*/ 98357 h 1386562"/>
              <a:gd name="connsiteX4" fmla="*/ 8414099 w 9478107"/>
              <a:gd name="connsiteY4" fmla="*/ 910708 h 1386562"/>
              <a:gd name="connsiteX5" fmla="*/ 9478107 w 9478107"/>
              <a:gd name="connsiteY5" fmla="*/ 463370 h 1386562"/>
              <a:gd name="connsiteX6" fmla="*/ 9469315 w 9478107"/>
              <a:gd name="connsiteY6" fmla="*/ 1368978 h 1386562"/>
              <a:gd name="connsiteX7" fmla="*/ 7253653 w 9478107"/>
              <a:gd name="connsiteY7" fmla="*/ 1360185 h 1386562"/>
              <a:gd name="connsiteX8" fmla="*/ 4826976 w 9478107"/>
              <a:gd name="connsiteY8" fmla="*/ 1386562 h 1386562"/>
              <a:gd name="connsiteX9" fmla="*/ 2751992 w 9478107"/>
              <a:gd name="connsiteY9" fmla="*/ 1377770 h 1386562"/>
              <a:gd name="connsiteX10" fmla="*/ 0 w 9478107"/>
              <a:gd name="connsiteY10" fmla="*/ 1325016 h 1386562"/>
              <a:gd name="connsiteX11" fmla="*/ 8792 w 9478107"/>
              <a:gd name="connsiteY11" fmla="*/ 463370 h 1386562"/>
              <a:gd name="connsiteX0" fmla="*/ 8792 w 9478107"/>
              <a:gd name="connsiteY0" fmla="*/ 463370 h 1386562"/>
              <a:gd name="connsiteX1" fmla="*/ 2057399 w 9478107"/>
              <a:gd name="connsiteY1" fmla="*/ 419408 h 1386562"/>
              <a:gd name="connsiteX2" fmla="*/ 4457699 w 9478107"/>
              <a:gd name="connsiteY2" fmla="*/ 489747 h 1386562"/>
              <a:gd name="connsiteX3" fmla="*/ 7009426 w 9478107"/>
              <a:gd name="connsiteY3" fmla="*/ 98357 h 1386562"/>
              <a:gd name="connsiteX4" fmla="*/ 8414099 w 9478107"/>
              <a:gd name="connsiteY4" fmla="*/ 910708 h 1386562"/>
              <a:gd name="connsiteX5" fmla="*/ 9478107 w 9478107"/>
              <a:gd name="connsiteY5" fmla="*/ 463370 h 1386562"/>
              <a:gd name="connsiteX6" fmla="*/ 9469315 w 9478107"/>
              <a:gd name="connsiteY6" fmla="*/ 1368978 h 1386562"/>
              <a:gd name="connsiteX7" fmla="*/ 7253653 w 9478107"/>
              <a:gd name="connsiteY7" fmla="*/ 1360185 h 1386562"/>
              <a:gd name="connsiteX8" fmla="*/ 4826976 w 9478107"/>
              <a:gd name="connsiteY8" fmla="*/ 1386562 h 1386562"/>
              <a:gd name="connsiteX9" fmla="*/ 2751992 w 9478107"/>
              <a:gd name="connsiteY9" fmla="*/ 1377770 h 1386562"/>
              <a:gd name="connsiteX10" fmla="*/ 0 w 9478107"/>
              <a:gd name="connsiteY10" fmla="*/ 1325016 h 1386562"/>
              <a:gd name="connsiteX11" fmla="*/ 8792 w 9478107"/>
              <a:gd name="connsiteY11" fmla="*/ 463370 h 1386562"/>
              <a:gd name="connsiteX0" fmla="*/ 8792 w 9498612"/>
              <a:gd name="connsiteY0" fmla="*/ 463370 h 1386562"/>
              <a:gd name="connsiteX1" fmla="*/ 2057399 w 9498612"/>
              <a:gd name="connsiteY1" fmla="*/ 419408 h 1386562"/>
              <a:gd name="connsiteX2" fmla="*/ 4457699 w 9498612"/>
              <a:gd name="connsiteY2" fmla="*/ 489747 h 1386562"/>
              <a:gd name="connsiteX3" fmla="*/ 7009426 w 9498612"/>
              <a:gd name="connsiteY3" fmla="*/ 98357 h 1386562"/>
              <a:gd name="connsiteX4" fmla="*/ 8414099 w 9498612"/>
              <a:gd name="connsiteY4" fmla="*/ 910708 h 1386562"/>
              <a:gd name="connsiteX5" fmla="*/ 9498612 w 9498612"/>
              <a:gd name="connsiteY5" fmla="*/ 200892 h 1386562"/>
              <a:gd name="connsiteX6" fmla="*/ 9469315 w 9498612"/>
              <a:gd name="connsiteY6" fmla="*/ 1368978 h 1386562"/>
              <a:gd name="connsiteX7" fmla="*/ 7253653 w 9498612"/>
              <a:gd name="connsiteY7" fmla="*/ 1360185 h 1386562"/>
              <a:gd name="connsiteX8" fmla="*/ 4826976 w 9498612"/>
              <a:gd name="connsiteY8" fmla="*/ 1386562 h 1386562"/>
              <a:gd name="connsiteX9" fmla="*/ 2751992 w 9498612"/>
              <a:gd name="connsiteY9" fmla="*/ 1377770 h 1386562"/>
              <a:gd name="connsiteX10" fmla="*/ 0 w 9498612"/>
              <a:gd name="connsiteY10" fmla="*/ 1325016 h 1386562"/>
              <a:gd name="connsiteX11" fmla="*/ 8792 w 9498612"/>
              <a:gd name="connsiteY11" fmla="*/ 463370 h 1386562"/>
              <a:gd name="connsiteX0" fmla="*/ 8792 w 9498612"/>
              <a:gd name="connsiteY0" fmla="*/ 444298 h 1367490"/>
              <a:gd name="connsiteX1" fmla="*/ 2057399 w 9498612"/>
              <a:gd name="connsiteY1" fmla="*/ 400336 h 1367490"/>
              <a:gd name="connsiteX2" fmla="*/ 4320995 w 9498612"/>
              <a:gd name="connsiteY2" fmla="*/ 695656 h 1367490"/>
              <a:gd name="connsiteX3" fmla="*/ 7009426 w 9498612"/>
              <a:gd name="connsiteY3" fmla="*/ 79285 h 1367490"/>
              <a:gd name="connsiteX4" fmla="*/ 8414099 w 9498612"/>
              <a:gd name="connsiteY4" fmla="*/ 891636 h 1367490"/>
              <a:gd name="connsiteX5" fmla="*/ 9498612 w 9498612"/>
              <a:gd name="connsiteY5" fmla="*/ 181820 h 1367490"/>
              <a:gd name="connsiteX6" fmla="*/ 9469315 w 9498612"/>
              <a:gd name="connsiteY6" fmla="*/ 1349906 h 1367490"/>
              <a:gd name="connsiteX7" fmla="*/ 7253653 w 9498612"/>
              <a:gd name="connsiteY7" fmla="*/ 1341113 h 1367490"/>
              <a:gd name="connsiteX8" fmla="*/ 4826976 w 9498612"/>
              <a:gd name="connsiteY8" fmla="*/ 1367490 h 1367490"/>
              <a:gd name="connsiteX9" fmla="*/ 2751992 w 9498612"/>
              <a:gd name="connsiteY9" fmla="*/ 1358698 h 1367490"/>
              <a:gd name="connsiteX10" fmla="*/ 0 w 9498612"/>
              <a:gd name="connsiteY10" fmla="*/ 1305944 h 1367490"/>
              <a:gd name="connsiteX11" fmla="*/ 8792 w 9498612"/>
              <a:gd name="connsiteY11" fmla="*/ 444298 h 1367490"/>
              <a:gd name="connsiteX0" fmla="*/ 8792 w 9498612"/>
              <a:gd name="connsiteY0" fmla="*/ 428789 h 1351981"/>
              <a:gd name="connsiteX1" fmla="*/ 2057399 w 9498612"/>
              <a:gd name="connsiteY1" fmla="*/ 384827 h 1351981"/>
              <a:gd name="connsiteX2" fmla="*/ 3698995 w 9498612"/>
              <a:gd name="connsiteY2" fmla="*/ 961374 h 1351981"/>
              <a:gd name="connsiteX3" fmla="*/ 7009426 w 9498612"/>
              <a:gd name="connsiteY3" fmla="*/ 63776 h 1351981"/>
              <a:gd name="connsiteX4" fmla="*/ 8414099 w 9498612"/>
              <a:gd name="connsiteY4" fmla="*/ 876127 h 1351981"/>
              <a:gd name="connsiteX5" fmla="*/ 9498612 w 9498612"/>
              <a:gd name="connsiteY5" fmla="*/ 166311 h 1351981"/>
              <a:gd name="connsiteX6" fmla="*/ 9469315 w 9498612"/>
              <a:gd name="connsiteY6" fmla="*/ 1334397 h 1351981"/>
              <a:gd name="connsiteX7" fmla="*/ 7253653 w 9498612"/>
              <a:gd name="connsiteY7" fmla="*/ 1325604 h 1351981"/>
              <a:gd name="connsiteX8" fmla="*/ 4826976 w 9498612"/>
              <a:gd name="connsiteY8" fmla="*/ 1351981 h 1351981"/>
              <a:gd name="connsiteX9" fmla="*/ 2751992 w 9498612"/>
              <a:gd name="connsiteY9" fmla="*/ 1343189 h 1351981"/>
              <a:gd name="connsiteX10" fmla="*/ 0 w 9498612"/>
              <a:gd name="connsiteY10" fmla="*/ 1290435 h 1351981"/>
              <a:gd name="connsiteX11" fmla="*/ 8792 w 9498612"/>
              <a:gd name="connsiteY11" fmla="*/ 428789 h 1351981"/>
              <a:gd name="connsiteX0" fmla="*/ 8792 w 9498612"/>
              <a:gd name="connsiteY0" fmla="*/ 595005 h 1518197"/>
              <a:gd name="connsiteX1" fmla="*/ 2057399 w 9498612"/>
              <a:gd name="connsiteY1" fmla="*/ 551043 h 1518197"/>
              <a:gd name="connsiteX2" fmla="*/ 3698995 w 9498612"/>
              <a:gd name="connsiteY2" fmla="*/ 1127590 h 1518197"/>
              <a:gd name="connsiteX3" fmla="*/ 5386116 w 9498612"/>
              <a:gd name="connsiteY3" fmla="*/ 48678 h 1518197"/>
              <a:gd name="connsiteX4" fmla="*/ 7009426 w 9498612"/>
              <a:gd name="connsiteY4" fmla="*/ 229992 h 1518197"/>
              <a:gd name="connsiteX5" fmla="*/ 8414099 w 9498612"/>
              <a:gd name="connsiteY5" fmla="*/ 1042343 h 1518197"/>
              <a:gd name="connsiteX6" fmla="*/ 9498612 w 9498612"/>
              <a:gd name="connsiteY6" fmla="*/ 332527 h 1518197"/>
              <a:gd name="connsiteX7" fmla="*/ 9469315 w 9498612"/>
              <a:gd name="connsiteY7" fmla="*/ 1500613 h 1518197"/>
              <a:gd name="connsiteX8" fmla="*/ 7253653 w 9498612"/>
              <a:gd name="connsiteY8" fmla="*/ 1491820 h 1518197"/>
              <a:gd name="connsiteX9" fmla="*/ 4826976 w 9498612"/>
              <a:gd name="connsiteY9" fmla="*/ 1518197 h 1518197"/>
              <a:gd name="connsiteX10" fmla="*/ 2751992 w 9498612"/>
              <a:gd name="connsiteY10" fmla="*/ 1509405 h 1518197"/>
              <a:gd name="connsiteX11" fmla="*/ 0 w 9498612"/>
              <a:gd name="connsiteY11" fmla="*/ 1456651 h 1518197"/>
              <a:gd name="connsiteX12" fmla="*/ 8792 w 9498612"/>
              <a:gd name="connsiteY12" fmla="*/ 595005 h 1518197"/>
              <a:gd name="connsiteX0" fmla="*/ 8792 w 9498612"/>
              <a:gd name="connsiteY0" fmla="*/ 629716 h 1552908"/>
              <a:gd name="connsiteX1" fmla="*/ 2057399 w 9498612"/>
              <a:gd name="connsiteY1" fmla="*/ 585754 h 1552908"/>
              <a:gd name="connsiteX2" fmla="*/ 3698995 w 9498612"/>
              <a:gd name="connsiteY2" fmla="*/ 1162301 h 1552908"/>
              <a:gd name="connsiteX3" fmla="*/ 5386116 w 9498612"/>
              <a:gd name="connsiteY3" fmla="*/ 83389 h 1552908"/>
              <a:gd name="connsiteX4" fmla="*/ 7009426 w 9498612"/>
              <a:gd name="connsiteY4" fmla="*/ 264703 h 1552908"/>
              <a:gd name="connsiteX5" fmla="*/ 8414099 w 9498612"/>
              <a:gd name="connsiteY5" fmla="*/ 1077054 h 1552908"/>
              <a:gd name="connsiteX6" fmla="*/ 9498612 w 9498612"/>
              <a:gd name="connsiteY6" fmla="*/ 367238 h 1552908"/>
              <a:gd name="connsiteX7" fmla="*/ 9469315 w 9498612"/>
              <a:gd name="connsiteY7" fmla="*/ 1535324 h 1552908"/>
              <a:gd name="connsiteX8" fmla="*/ 7253653 w 9498612"/>
              <a:gd name="connsiteY8" fmla="*/ 1526531 h 1552908"/>
              <a:gd name="connsiteX9" fmla="*/ 4826976 w 9498612"/>
              <a:gd name="connsiteY9" fmla="*/ 1552908 h 1552908"/>
              <a:gd name="connsiteX10" fmla="*/ 2751992 w 9498612"/>
              <a:gd name="connsiteY10" fmla="*/ 1544116 h 1552908"/>
              <a:gd name="connsiteX11" fmla="*/ 0 w 9498612"/>
              <a:gd name="connsiteY11" fmla="*/ 1491362 h 1552908"/>
              <a:gd name="connsiteX12" fmla="*/ 8792 w 9498612"/>
              <a:gd name="connsiteY12" fmla="*/ 629716 h 1552908"/>
              <a:gd name="connsiteX0" fmla="*/ 8792 w 9498612"/>
              <a:gd name="connsiteY0" fmla="*/ 629716 h 1552908"/>
              <a:gd name="connsiteX1" fmla="*/ 2057399 w 9498612"/>
              <a:gd name="connsiteY1" fmla="*/ 585754 h 1552908"/>
              <a:gd name="connsiteX2" fmla="*/ 3698995 w 9498612"/>
              <a:gd name="connsiteY2" fmla="*/ 1162301 h 1552908"/>
              <a:gd name="connsiteX3" fmla="*/ 5386116 w 9498612"/>
              <a:gd name="connsiteY3" fmla="*/ 83389 h 1552908"/>
              <a:gd name="connsiteX4" fmla="*/ 7009426 w 9498612"/>
              <a:gd name="connsiteY4" fmla="*/ 264703 h 1552908"/>
              <a:gd name="connsiteX5" fmla="*/ 8414099 w 9498612"/>
              <a:gd name="connsiteY5" fmla="*/ 1077054 h 1552908"/>
              <a:gd name="connsiteX6" fmla="*/ 9498612 w 9498612"/>
              <a:gd name="connsiteY6" fmla="*/ 367238 h 1552908"/>
              <a:gd name="connsiteX7" fmla="*/ 9469315 w 9498612"/>
              <a:gd name="connsiteY7" fmla="*/ 1535324 h 1552908"/>
              <a:gd name="connsiteX8" fmla="*/ 7253653 w 9498612"/>
              <a:gd name="connsiteY8" fmla="*/ 1526531 h 1552908"/>
              <a:gd name="connsiteX9" fmla="*/ 4826976 w 9498612"/>
              <a:gd name="connsiteY9" fmla="*/ 1552908 h 1552908"/>
              <a:gd name="connsiteX10" fmla="*/ 2751992 w 9498612"/>
              <a:gd name="connsiteY10" fmla="*/ 1544116 h 1552908"/>
              <a:gd name="connsiteX11" fmla="*/ 0 w 9498612"/>
              <a:gd name="connsiteY11" fmla="*/ 1491362 h 1552908"/>
              <a:gd name="connsiteX12" fmla="*/ 8792 w 9498612"/>
              <a:gd name="connsiteY12" fmla="*/ 629716 h 1552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9498612" h="1552908">
                <a:moveTo>
                  <a:pt x="8792" y="629716"/>
                </a:moveTo>
                <a:cubicBezTo>
                  <a:pt x="671146" y="635577"/>
                  <a:pt x="973014" y="-123492"/>
                  <a:pt x="2057399" y="585754"/>
                </a:cubicBezTo>
                <a:cubicBezTo>
                  <a:pt x="3282459" y="1283277"/>
                  <a:pt x="3144209" y="1246028"/>
                  <a:pt x="3698995" y="1162301"/>
                </a:cubicBezTo>
                <a:cubicBezTo>
                  <a:pt x="4253781" y="1078574"/>
                  <a:pt x="4834377" y="232989"/>
                  <a:pt x="5386116" y="83389"/>
                </a:cubicBezTo>
                <a:cubicBezTo>
                  <a:pt x="5937855" y="-66211"/>
                  <a:pt x="6463751" y="-19649"/>
                  <a:pt x="7009426" y="264703"/>
                </a:cubicBezTo>
                <a:cubicBezTo>
                  <a:pt x="7646042" y="612966"/>
                  <a:pt x="8003791" y="1075589"/>
                  <a:pt x="8414099" y="1077054"/>
                </a:cubicBezTo>
                <a:cubicBezTo>
                  <a:pt x="8824407" y="1078519"/>
                  <a:pt x="9320464" y="250238"/>
                  <a:pt x="9498612" y="367238"/>
                </a:cubicBezTo>
                <a:cubicBezTo>
                  <a:pt x="9495681" y="669107"/>
                  <a:pt x="9472246" y="1233455"/>
                  <a:pt x="9469315" y="1535324"/>
                </a:cubicBezTo>
                <a:lnTo>
                  <a:pt x="7253653" y="1526531"/>
                </a:lnTo>
                <a:lnTo>
                  <a:pt x="4826976" y="1552908"/>
                </a:lnTo>
                <a:lnTo>
                  <a:pt x="2751992" y="1544116"/>
                </a:lnTo>
                <a:lnTo>
                  <a:pt x="0" y="1491362"/>
                </a:lnTo>
                <a:cubicBezTo>
                  <a:pt x="2931" y="1207077"/>
                  <a:pt x="-2932" y="931585"/>
                  <a:pt x="8792" y="629716"/>
                </a:cubicBezTo>
                <a:close/>
              </a:path>
            </a:pathLst>
          </a:custGeom>
          <a:gradFill>
            <a:gsLst>
              <a:gs pos="0">
                <a:srgbClr val="EFFCFF"/>
              </a:gs>
              <a:gs pos="50000">
                <a:schemeClr val="accent4">
                  <a:lumMod val="40000"/>
                  <a:lumOff val="6000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ffectLst>
            <a:glow>
              <a:srgbClr val="FFFF00"/>
            </a:glow>
            <a:outerShdw algn="ctr" rotWithShape="0">
              <a:schemeClr val="tx1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C861396F-6051-4DF5-A5C0-4D29846FBC0D}"/>
              </a:ext>
            </a:extLst>
          </p:cNvPr>
          <p:cNvSpPr/>
          <p:nvPr/>
        </p:nvSpPr>
        <p:spPr>
          <a:xfrm>
            <a:off x="-7747" y="6538183"/>
            <a:ext cx="12207494" cy="319817"/>
          </a:xfrm>
          <a:prstGeom prst="rect">
            <a:avLst/>
          </a:prstGeom>
          <a:solidFill>
            <a:srgbClr val="8ECEFA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CEECE8-1161-39FE-2539-763A7B6DA9AB}"/>
              </a:ext>
            </a:extLst>
          </p:cNvPr>
          <p:cNvCxnSpPr/>
          <p:nvPr/>
        </p:nvCxnSpPr>
        <p:spPr>
          <a:xfrm>
            <a:off x="484418" y="1171879"/>
            <a:ext cx="11218984" cy="0"/>
          </a:xfrm>
          <a:prstGeom prst="line">
            <a:avLst/>
          </a:prstGeom>
          <a:ln w="38100">
            <a:solidFill>
              <a:srgbClr val="8ECE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AAC1FCF1-C31F-649D-4404-5C4FB419C3F1}"/>
              </a:ext>
            </a:extLst>
          </p:cNvPr>
          <p:cNvSpPr txBox="1">
            <a:spLocks/>
          </p:cNvSpPr>
          <p:nvPr/>
        </p:nvSpPr>
        <p:spPr>
          <a:xfrm>
            <a:off x="1661819" y="6533293"/>
            <a:ext cx="386021" cy="3198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13F6232-4F06-48BA-8F69-BF531F607829}" type="slidenum">
              <a:rPr lang="en-GB" sz="1400" smtClean="0">
                <a:solidFill>
                  <a:schemeClr val="bg1"/>
                </a:solidFill>
              </a:rPr>
              <a:pPr/>
              <a:t>8</a:t>
            </a:fld>
            <a:endParaRPr lang="en-GB" sz="14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D1526A0-AE3B-7866-2A1D-1AC8C2AE3F08}"/>
              </a:ext>
            </a:extLst>
          </p:cNvPr>
          <p:cNvSpPr txBox="1"/>
          <p:nvPr/>
        </p:nvSpPr>
        <p:spPr>
          <a:xfrm>
            <a:off x="9172575" y="6542216"/>
            <a:ext cx="27876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Load &amp; Dynamics Team/ Optimus Syria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EB58F6-B17B-50A7-7175-DF0E72E53C5B}"/>
              </a:ext>
            </a:extLst>
          </p:cNvPr>
          <p:cNvSpPr txBox="1"/>
          <p:nvPr/>
        </p:nvSpPr>
        <p:spPr>
          <a:xfrm>
            <a:off x="412716" y="6565449"/>
            <a:ext cx="10001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16/12/2025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1D0E0AF-EEC4-5971-07F8-06BE42C553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778" y="1817211"/>
            <a:ext cx="10063097" cy="4672381"/>
          </a:xfrm>
          <a:prstGeom prst="rect">
            <a:avLst/>
          </a:prstGeom>
        </p:spPr>
      </p:pic>
      <p:sp>
        <p:nvSpPr>
          <p:cNvPr id="19" name="Titel 1">
            <a:extLst>
              <a:ext uri="{FF2B5EF4-FFF2-40B4-BE49-F238E27FC236}">
                <a16:creationId xmlns:a16="http://schemas.microsoft.com/office/drawing/2014/main" id="{A86FAFFA-F085-C1E1-0839-D3A4D4B2B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417" y="502853"/>
            <a:ext cx="9234617" cy="712728"/>
          </a:xfrm>
        </p:spPr>
        <p:txBody>
          <a:bodyPr>
            <a:normAutofit/>
          </a:bodyPr>
          <a:lstStyle/>
          <a:p>
            <a:r>
              <a:rPr lang="en-GB" dirty="0"/>
              <a:t>Maximum Extracted Values </a:t>
            </a:r>
            <a:endParaRPr lang="de-DE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90C1982-635D-A00B-7798-624F8AE1F3DD}"/>
              </a:ext>
            </a:extLst>
          </p:cNvPr>
          <p:cNvSpPr txBox="1"/>
          <p:nvPr/>
        </p:nvSpPr>
        <p:spPr>
          <a:xfrm>
            <a:off x="8458532" y="1200185"/>
            <a:ext cx="27206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 for </a:t>
            </a:r>
            <a:r>
              <a:rPr lang="en-US" dirty="0" err="1"/>
              <a:t>OpenFAST</a:t>
            </a:r>
            <a:r>
              <a:rPr lang="en-US" dirty="0"/>
              <a:t> v3.0</a:t>
            </a:r>
          </a:p>
          <a:p>
            <a:r>
              <a:rPr lang="en-US" dirty="0"/>
              <a:t>* All Unit are in KN &amp; </a:t>
            </a:r>
            <a:r>
              <a:rPr lang="en-US" dirty="0" err="1"/>
              <a:t>KNm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E785F6-673D-D79A-5734-FC146FEF6CED}"/>
              </a:ext>
            </a:extLst>
          </p:cNvPr>
          <p:cNvSpPr txBox="1"/>
          <p:nvPr/>
        </p:nvSpPr>
        <p:spPr>
          <a:xfrm>
            <a:off x="5372759" y="6597317"/>
            <a:ext cx="14764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Arham Memon</a:t>
            </a:r>
          </a:p>
        </p:txBody>
      </p:sp>
    </p:spTree>
    <p:extLst>
      <p:ext uri="{BB962C8B-B14F-4D97-AF65-F5344CB8AC3E}">
        <p14:creationId xmlns:p14="http://schemas.microsoft.com/office/powerpoint/2010/main" val="20719638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52F46-87DA-68A6-C6A4-6761BFE2F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-form: Shape 13">
            <a:extLst>
              <a:ext uri="{FF2B5EF4-FFF2-40B4-BE49-F238E27FC236}">
                <a16:creationId xmlns:a16="http://schemas.microsoft.com/office/drawing/2014/main" id="{31F7C864-DD95-32E7-1648-136621A637F8}"/>
              </a:ext>
            </a:extLst>
          </p:cNvPr>
          <p:cNvSpPr/>
          <p:nvPr/>
        </p:nvSpPr>
        <p:spPr>
          <a:xfrm rot="10800000">
            <a:off x="-35168" y="277945"/>
            <a:ext cx="12216286" cy="898824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4457699 w 9478107"/>
              <a:gd name="connsiteY2" fmla="*/ 373331 h 1270146"/>
              <a:gd name="connsiteX3" fmla="*/ 7016261 w 9478107"/>
              <a:gd name="connsiteY3" fmla="*/ 33816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16261 w 9478107"/>
              <a:gd name="connsiteY3" fmla="*/ 33816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72464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8755857 w 9478107"/>
              <a:gd name="connsiteY4" fmla="*/ 446231 h 1270146"/>
              <a:gd name="connsiteX5" fmla="*/ 9478107 w 9478107"/>
              <a:gd name="connsiteY5" fmla="*/ 346954 h 1270146"/>
              <a:gd name="connsiteX6" fmla="*/ 9469315 w 9478107"/>
              <a:gd name="connsiteY6" fmla="*/ 1252562 h 1270146"/>
              <a:gd name="connsiteX7" fmla="*/ 7253653 w 9478107"/>
              <a:gd name="connsiteY7" fmla="*/ 1243769 h 1270146"/>
              <a:gd name="connsiteX8" fmla="*/ 4826976 w 9478107"/>
              <a:gd name="connsiteY8" fmla="*/ 1270146 h 1270146"/>
              <a:gd name="connsiteX9" fmla="*/ 2751992 w 9478107"/>
              <a:gd name="connsiteY9" fmla="*/ 1261354 h 1270146"/>
              <a:gd name="connsiteX10" fmla="*/ 0 w 9478107"/>
              <a:gd name="connsiteY10" fmla="*/ 1208600 h 1270146"/>
              <a:gd name="connsiteX11" fmla="*/ 8792 w 9478107"/>
              <a:gd name="connsiteY11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8557637 w 9478107"/>
              <a:gd name="connsiteY4" fmla="*/ 716768 h 1270146"/>
              <a:gd name="connsiteX5" fmla="*/ 9478107 w 9478107"/>
              <a:gd name="connsiteY5" fmla="*/ 346954 h 1270146"/>
              <a:gd name="connsiteX6" fmla="*/ 9469315 w 9478107"/>
              <a:gd name="connsiteY6" fmla="*/ 1252562 h 1270146"/>
              <a:gd name="connsiteX7" fmla="*/ 7253653 w 9478107"/>
              <a:gd name="connsiteY7" fmla="*/ 1243769 h 1270146"/>
              <a:gd name="connsiteX8" fmla="*/ 4826976 w 9478107"/>
              <a:gd name="connsiteY8" fmla="*/ 1270146 h 1270146"/>
              <a:gd name="connsiteX9" fmla="*/ 2751992 w 9478107"/>
              <a:gd name="connsiteY9" fmla="*/ 1261354 h 1270146"/>
              <a:gd name="connsiteX10" fmla="*/ 0 w 9478107"/>
              <a:gd name="connsiteY10" fmla="*/ 1208600 h 1270146"/>
              <a:gd name="connsiteX11" fmla="*/ 8792 w 9478107"/>
              <a:gd name="connsiteY11" fmla="*/ 346954 h 1270146"/>
              <a:gd name="connsiteX0" fmla="*/ 15627 w 9484942"/>
              <a:gd name="connsiteY0" fmla="*/ 346954 h 1277035"/>
              <a:gd name="connsiteX1" fmla="*/ 2364982 w 9484942"/>
              <a:gd name="connsiteY1" fmla="*/ 302992 h 1277035"/>
              <a:gd name="connsiteX2" fmla="*/ 5134381 w 9484942"/>
              <a:gd name="connsiteY2" fmla="*/ 115678 h 1277035"/>
              <a:gd name="connsiteX3" fmla="*/ 7091448 w 9484942"/>
              <a:gd name="connsiteY3" fmla="*/ 647346 h 1277035"/>
              <a:gd name="connsiteX4" fmla="*/ 8564472 w 9484942"/>
              <a:gd name="connsiteY4" fmla="*/ 716768 h 1277035"/>
              <a:gd name="connsiteX5" fmla="*/ 9484942 w 9484942"/>
              <a:gd name="connsiteY5" fmla="*/ 346954 h 1277035"/>
              <a:gd name="connsiteX6" fmla="*/ 9476150 w 9484942"/>
              <a:gd name="connsiteY6" fmla="*/ 1252562 h 1277035"/>
              <a:gd name="connsiteX7" fmla="*/ 7260488 w 9484942"/>
              <a:gd name="connsiteY7" fmla="*/ 1243769 h 1277035"/>
              <a:gd name="connsiteX8" fmla="*/ 4833811 w 9484942"/>
              <a:gd name="connsiteY8" fmla="*/ 1270146 h 1277035"/>
              <a:gd name="connsiteX9" fmla="*/ 2758827 w 9484942"/>
              <a:gd name="connsiteY9" fmla="*/ 1261354 h 1277035"/>
              <a:gd name="connsiteX10" fmla="*/ 0 w 9484942"/>
              <a:gd name="connsiteY10" fmla="*/ 1273013 h 1277035"/>
              <a:gd name="connsiteX11" fmla="*/ 15627 w 9484942"/>
              <a:gd name="connsiteY11" fmla="*/ 346954 h 1277035"/>
              <a:gd name="connsiteX0" fmla="*/ 15627 w 9484942"/>
              <a:gd name="connsiteY0" fmla="*/ 346954 h 1300002"/>
              <a:gd name="connsiteX1" fmla="*/ 2364982 w 9484942"/>
              <a:gd name="connsiteY1" fmla="*/ 302992 h 1300002"/>
              <a:gd name="connsiteX2" fmla="*/ 5134381 w 9484942"/>
              <a:gd name="connsiteY2" fmla="*/ 115678 h 1300002"/>
              <a:gd name="connsiteX3" fmla="*/ 7091448 w 9484942"/>
              <a:gd name="connsiteY3" fmla="*/ 647346 h 1300002"/>
              <a:gd name="connsiteX4" fmla="*/ 8564472 w 9484942"/>
              <a:gd name="connsiteY4" fmla="*/ 716768 h 1300002"/>
              <a:gd name="connsiteX5" fmla="*/ 9484942 w 9484942"/>
              <a:gd name="connsiteY5" fmla="*/ 346954 h 1300002"/>
              <a:gd name="connsiteX6" fmla="*/ 9476150 w 9484942"/>
              <a:gd name="connsiteY6" fmla="*/ 1252562 h 1300002"/>
              <a:gd name="connsiteX7" fmla="*/ 7260488 w 9484942"/>
              <a:gd name="connsiteY7" fmla="*/ 1243769 h 1300002"/>
              <a:gd name="connsiteX8" fmla="*/ 4833811 w 9484942"/>
              <a:gd name="connsiteY8" fmla="*/ 1270146 h 1300002"/>
              <a:gd name="connsiteX9" fmla="*/ 2779333 w 9484942"/>
              <a:gd name="connsiteY9" fmla="*/ 1300002 h 1300002"/>
              <a:gd name="connsiteX10" fmla="*/ 0 w 9484942"/>
              <a:gd name="connsiteY10" fmla="*/ 1273013 h 1300002"/>
              <a:gd name="connsiteX11" fmla="*/ 15627 w 9484942"/>
              <a:gd name="connsiteY11" fmla="*/ 346954 h 1300002"/>
              <a:gd name="connsiteX0" fmla="*/ 15627 w 9484942"/>
              <a:gd name="connsiteY0" fmla="*/ 346954 h 1346830"/>
              <a:gd name="connsiteX1" fmla="*/ 2364982 w 9484942"/>
              <a:gd name="connsiteY1" fmla="*/ 302992 h 1346830"/>
              <a:gd name="connsiteX2" fmla="*/ 5134381 w 9484942"/>
              <a:gd name="connsiteY2" fmla="*/ 115678 h 1346830"/>
              <a:gd name="connsiteX3" fmla="*/ 7091448 w 9484942"/>
              <a:gd name="connsiteY3" fmla="*/ 647346 h 1346830"/>
              <a:gd name="connsiteX4" fmla="*/ 8564472 w 9484942"/>
              <a:gd name="connsiteY4" fmla="*/ 716768 h 1346830"/>
              <a:gd name="connsiteX5" fmla="*/ 9484942 w 9484942"/>
              <a:gd name="connsiteY5" fmla="*/ 346954 h 1346830"/>
              <a:gd name="connsiteX6" fmla="*/ 9476150 w 9484942"/>
              <a:gd name="connsiteY6" fmla="*/ 1252562 h 1346830"/>
              <a:gd name="connsiteX7" fmla="*/ 7267323 w 9484942"/>
              <a:gd name="connsiteY7" fmla="*/ 1346830 h 1346830"/>
              <a:gd name="connsiteX8" fmla="*/ 4833811 w 9484942"/>
              <a:gd name="connsiteY8" fmla="*/ 1270146 h 1346830"/>
              <a:gd name="connsiteX9" fmla="*/ 2779333 w 9484942"/>
              <a:gd name="connsiteY9" fmla="*/ 1300002 h 1346830"/>
              <a:gd name="connsiteX10" fmla="*/ 0 w 9484942"/>
              <a:gd name="connsiteY10" fmla="*/ 1273013 h 1346830"/>
              <a:gd name="connsiteX11" fmla="*/ 15627 w 9484942"/>
              <a:gd name="connsiteY11" fmla="*/ 346954 h 1346830"/>
              <a:gd name="connsiteX0" fmla="*/ 15627 w 9484942"/>
              <a:gd name="connsiteY0" fmla="*/ 346954 h 1308182"/>
              <a:gd name="connsiteX1" fmla="*/ 2364982 w 9484942"/>
              <a:gd name="connsiteY1" fmla="*/ 302992 h 1308182"/>
              <a:gd name="connsiteX2" fmla="*/ 5134381 w 9484942"/>
              <a:gd name="connsiteY2" fmla="*/ 115678 h 1308182"/>
              <a:gd name="connsiteX3" fmla="*/ 7091448 w 9484942"/>
              <a:gd name="connsiteY3" fmla="*/ 647346 h 1308182"/>
              <a:gd name="connsiteX4" fmla="*/ 8564472 w 9484942"/>
              <a:gd name="connsiteY4" fmla="*/ 716768 h 1308182"/>
              <a:gd name="connsiteX5" fmla="*/ 9484942 w 9484942"/>
              <a:gd name="connsiteY5" fmla="*/ 346954 h 1308182"/>
              <a:gd name="connsiteX6" fmla="*/ 9476150 w 9484942"/>
              <a:gd name="connsiteY6" fmla="*/ 1252562 h 1308182"/>
              <a:gd name="connsiteX7" fmla="*/ 7246817 w 9484942"/>
              <a:gd name="connsiteY7" fmla="*/ 1308182 h 1308182"/>
              <a:gd name="connsiteX8" fmla="*/ 4833811 w 9484942"/>
              <a:gd name="connsiteY8" fmla="*/ 1270146 h 1308182"/>
              <a:gd name="connsiteX9" fmla="*/ 2779333 w 9484942"/>
              <a:gd name="connsiteY9" fmla="*/ 1300002 h 1308182"/>
              <a:gd name="connsiteX10" fmla="*/ 0 w 9484942"/>
              <a:gd name="connsiteY10" fmla="*/ 1273013 h 1308182"/>
              <a:gd name="connsiteX11" fmla="*/ 15627 w 9484942"/>
              <a:gd name="connsiteY11" fmla="*/ 346954 h 1308182"/>
              <a:gd name="connsiteX0" fmla="*/ 15627 w 9496987"/>
              <a:gd name="connsiteY0" fmla="*/ 346954 h 1316976"/>
              <a:gd name="connsiteX1" fmla="*/ 2364982 w 9496987"/>
              <a:gd name="connsiteY1" fmla="*/ 302992 h 1316976"/>
              <a:gd name="connsiteX2" fmla="*/ 5134381 w 9496987"/>
              <a:gd name="connsiteY2" fmla="*/ 115678 h 1316976"/>
              <a:gd name="connsiteX3" fmla="*/ 7091448 w 9496987"/>
              <a:gd name="connsiteY3" fmla="*/ 647346 h 1316976"/>
              <a:gd name="connsiteX4" fmla="*/ 8564472 w 9496987"/>
              <a:gd name="connsiteY4" fmla="*/ 716768 h 1316976"/>
              <a:gd name="connsiteX5" fmla="*/ 9484942 w 9496987"/>
              <a:gd name="connsiteY5" fmla="*/ 346954 h 1316976"/>
              <a:gd name="connsiteX6" fmla="*/ 9496656 w 9496987"/>
              <a:gd name="connsiteY6" fmla="*/ 1316976 h 1316976"/>
              <a:gd name="connsiteX7" fmla="*/ 7246817 w 9496987"/>
              <a:gd name="connsiteY7" fmla="*/ 1308182 h 1316976"/>
              <a:gd name="connsiteX8" fmla="*/ 4833811 w 9496987"/>
              <a:gd name="connsiteY8" fmla="*/ 1270146 h 1316976"/>
              <a:gd name="connsiteX9" fmla="*/ 2779333 w 9496987"/>
              <a:gd name="connsiteY9" fmla="*/ 1300002 h 1316976"/>
              <a:gd name="connsiteX10" fmla="*/ 0 w 9496987"/>
              <a:gd name="connsiteY10" fmla="*/ 1273013 h 1316976"/>
              <a:gd name="connsiteX11" fmla="*/ 15627 w 9496987"/>
              <a:gd name="connsiteY11" fmla="*/ 346954 h 13169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9496987" h="1316976">
                <a:moveTo>
                  <a:pt x="15627" y="346954"/>
                </a:moveTo>
                <a:cubicBezTo>
                  <a:pt x="677981" y="352815"/>
                  <a:pt x="1280597" y="-406254"/>
                  <a:pt x="2364982" y="302992"/>
                </a:cubicBezTo>
                <a:cubicBezTo>
                  <a:pt x="3590042" y="1000515"/>
                  <a:pt x="4346637" y="58286"/>
                  <a:pt x="5134381" y="115678"/>
                </a:cubicBezTo>
                <a:cubicBezTo>
                  <a:pt x="5922125" y="173070"/>
                  <a:pt x="6479894" y="562194"/>
                  <a:pt x="7091448" y="647346"/>
                </a:cubicBezTo>
                <a:cubicBezTo>
                  <a:pt x="7703002" y="732498"/>
                  <a:pt x="8165556" y="766833"/>
                  <a:pt x="8564472" y="716768"/>
                </a:cubicBezTo>
                <a:cubicBezTo>
                  <a:pt x="8963388" y="666703"/>
                  <a:pt x="9372868" y="242625"/>
                  <a:pt x="9484942" y="346954"/>
                </a:cubicBezTo>
                <a:cubicBezTo>
                  <a:pt x="9482011" y="648823"/>
                  <a:pt x="9499587" y="1015107"/>
                  <a:pt x="9496656" y="1316976"/>
                </a:cubicBezTo>
                <a:lnTo>
                  <a:pt x="7246817" y="1308182"/>
                </a:lnTo>
                <a:lnTo>
                  <a:pt x="4833811" y="1270146"/>
                </a:lnTo>
                <a:lnTo>
                  <a:pt x="2779333" y="1300002"/>
                </a:lnTo>
                <a:lnTo>
                  <a:pt x="0" y="1273013"/>
                </a:lnTo>
                <a:cubicBezTo>
                  <a:pt x="2931" y="988728"/>
                  <a:pt x="3903" y="648823"/>
                  <a:pt x="15627" y="346954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>
                  <a:lumMod val="20000"/>
                  <a:lumOff val="80000"/>
                </a:schemeClr>
              </a:gs>
              <a:gs pos="50000">
                <a:schemeClr val="bg1"/>
              </a:gs>
              <a:gs pos="100000">
                <a:schemeClr val="accent4">
                  <a:lumMod val="20000"/>
                  <a:lumOff val="80000"/>
                </a:schemeClr>
              </a:gs>
            </a:gsLst>
            <a:lin ang="0" scaled="1"/>
            <a:tileRect/>
          </a:gradFill>
          <a:ln w="15875">
            <a:solidFill>
              <a:schemeClr val="accent1">
                <a:alpha val="0"/>
              </a:schemeClr>
            </a:solidFill>
          </a:ln>
          <a:effectLst>
            <a:glow>
              <a:srgbClr val="FFFF00"/>
            </a:glow>
            <a:outerShdw algn="ctr" rotWithShape="0">
              <a:schemeClr val="tx1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Free-form: Shape 13">
            <a:extLst>
              <a:ext uri="{FF2B5EF4-FFF2-40B4-BE49-F238E27FC236}">
                <a16:creationId xmlns:a16="http://schemas.microsoft.com/office/drawing/2014/main" id="{C0BBAE24-3B19-B9C1-49DB-0254544123BE}"/>
              </a:ext>
            </a:extLst>
          </p:cNvPr>
          <p:cNvSpPr/>
          <p:nvPr/>
        </p:nvSpPr>
        <p:spPr>
          <a:xfrm rot="10800000">
            <a:off x="-2090" y="-10376"/>
            <a:ext cx="12192000" cy="898826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478107" h="1273677">
                <a:moveTo>
                  <a:pt x="8792" y="350485"/>
                </a:moveTo>
                <a:cubicBezTo>
                  <a:pt x="671146" y="356346"/>
                  <a:pt x="973014" y="-402723"/>
                  <a:pt x="2057399" y="306523"/>
                </a:cubicBezTo>
                <a:cubicBezTo>
                  <a:pt x="3282459" y="1004046"/>
                  <a:pt x="3979984" y="611323"/>
                  <a:pt x="4457699" y="376862"/>
                </a:cubicBezTo>
                <a:cubicBezTo>
                  <a:pt x="5723792" y="-223945"/>
                  <a:pt x="6216161" y="-7069"/>
                  <a:pt x="7016261" y="341693"/>
                </a:cubicBezTo>
                <a:cubicBezTo>
                  <a:pt x="8672145" y="977671"/>
                  <a:pt x="8657492" y="347554"/>
                  <a:pt x="9478107" y="350485"/>
                </a:cubicBezTo>
                <a:cubicBezTo>
                  <a:pt x="9475176" y="652354"/>
                  <a:pt x="9472246" y="954224"/>
                  <a:pt x="9469315" y="1256093"/>
                </a:cubicBezTo>
                <a:lnTo>
                  <a:pt x="7253653" y="1247300"/>
                </a:lnTo>
                <a:lnTo>
                  <a:pt x="4826976" y="1273677"/>
                </a:lnTo>
                <a:lnTo>
                  <a:pt x="2751992" y="1264885"/>
                </a:lnTo>
                <a:lnTo>
                  <a:pt x="0" y="1212131"/>
                </a:lnTo>
                <a:cubicBezTo>
                  <a:pt x="2931" y="927846"/>
                  <a:pt x="-2932" y="652354"/>
                  <a:pt x="8792" y="350485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  <a:effectLst>
            <a:glow>
              <a:srgbClr val="FFFF00"/>
            </a:glow>
            <a:outerShdw algn="ctr" rotWithShape="0">
              <a:schemeClr val="tx1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Free-form: Shape 13">
            <a:extLst>
              <a:ext uri="{FF2B5EF4-FFF2-40B4-BE49-F238E27FC236}">
                <a16:creationId xmlns:a16="http://schemas.microsoft.com/office/drawing/2014/main" id="{9F9423F1-4EE1-9C25-8FE3-2A3DAA0300C6}"/>
              </a:ext>
            </a:extLst>
          </p:cNvPr>
          <p:cNvSpPr/>
          <p:nvPr/>
        </p:nvSpPr>
        <p:spPr>
          <a:xfrm rot="10800000">
            <a:off x="-26376" y="-237830"/>
            <a:ext cx="12218376" cy="965187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8414099 w 9478107"/>
              <a:gd name="connsiteY4" fmla="*/ 797823 h 1273677"/>
              <a:gd name="connsiteX5" fmla="*/ 9478107 w 9478107"/>
              <a:gd name="connsiteY5" fmla="*/ 350485 h 1273677"/>
              <a:gd name="connsiteX6" fmla="*/ 9469315 w 9478107"/>
              <a:gd name="connsiteY6" fmla="*/ 1256093 h 1273677"/>
              <a:gd name="connsiteX7" fmla="*/ 7253653 w 9478107"/>
              <a:gd name="connsiteY7" fmla="*/ 1247300 h 1273677"/>
              <a:gd name="connsiteX8" fmla="*/ 4826976 w 9478107"/>
              <a:gd name="connsiteY8" fmla="*/ 1273677 h 1273677"/>
              <a:gd name="connsiteX9" fmla="*/ 2751992 w 9478107"/>
              <a:gd name="connsiteY9" fmla="*/ 1264885 h 1273677"/>
              <a:gd name="connsiteX10" fmla="*/ 0 w 9478107"/>
              <a:gd name="connsiteY10" fmla="*/ 1212131 h 1273677"/>
              <a:gd name="connsiteX11" fmla="*/ 8792 w 9478107"/>
              <a:gd name="connsiteY11" fmla="*/ 350485 h 1273677"/>
              <a:gd name="connsiteX0" fmla="*/ 8792 w 9478107"/>
              <a:gd name="connsiteY0" fmla="*/ 463370 h 1386562"/>
              <a:gd name="connsiteX1" fmla="*/ 2057399 w 9478107"/>
              <a:gd name="connsiteY1" fmla="*/ 419408 h 1386562"/>
              <a:gd name="connsiteX2" fmla="*/ 4457699 w 9478107"/>
              <a:gd name="connsiteY2" fmla="*/ 489747 h 1386562"/>
              <a:gd name="connsiteX3" fmla="*/ 7009426 w 9478107"/>
              <a:gd name="connsiteY3" fmla="*/ 98357 h 1386562"/>
              <a:gd name="connsiteX4" fmla="*/ 8414099 w 9478107"/>
              <a:gd name="connsiteY4" fmla="*/ 910708 h 1386562"/>
              <a:gd name="connsiteX5" fmla="*/ 9478107 w 9478107"/>
              <a:gd name="connsiteY5" fmla="*/ 463370 h 1386562"/>
              <a:gd name="connsiteX6" fmla="*/ 9469315 w 9478107"/>
              <a:gd name="connsiteY6" fmla="*/ 1368978 h 1386562"/>
              <a:gd name="connsiteX7" fmla="*/ 7253653 w 9478107"/>
              <a:gd name="connsiteY7" fmla="*/ 1360185 h 1386562"/>
              <a:gd name="connsiteX8" fmla="*/ 4826976 w 9478107"/>
              <a:gd name="connsiteY8" fmla="*/ 1386562 h 1386562"/>
              <a:gd name="connsiteX9" fmla="*/ 2751992 w 9478107"/>
              <a:gd name="connsiteY9" fmla="*/ 1377770 h 1386562"/>
              <a:gd name="connsiteX10" fmla="*/ 0 w 9478107"/>
              <a:gd name="connsiteY10" fmla="*/ 1325016 h 1386562"/>
              <a:gd name="connsiteX11" fmla="*/ 8792 w 9478107"/>
              <a:gd name="connsiteY11" fmla="*/ 463370 h 1386562"/>
              <a:gd name="connsiteX0" fmla="*/ 8792 w 9478107"/>
              <a:gd name="connsiteY0" fmla="*/ 463370 h 1386562"/>
              <a:gd name="connsiteX1" fmla="*/ 2057399 w 9478107"/>
              <a:gd name="connsiteY1" fmla="*/ 419408 h 1386562"/>
              <a:gd name="connsiteX2" fmla="*/ 4457699 w 9478107"/>
              <a:gd name="connsiteY2" fmla="*/ 489747 h 1386562"/>
              <a:gd name="connsiteX3" fmla="*/ 7009426 w 9478107"/>
              <a:gd name="connsiteY3" fmla="*/ 98357 h 1386562"/>
              <a:gd name="connsiteX4" fmla="*/ 8414099 w 9478107"/>
              <a:gd name="connsiteY4" fmla="*/ 910708 h 1386562"/>
              <a:gd name="connsiteX5" fmla="*/ 9478107 w 9478107"/>
              <a:gd name="connsiteY5" fmla="*/ 463370 h 1386562"/>
              <a:gd name="connsiteX6" fmla="*/ 9469315 w 9478107"/>
              <a:gd name="connsiteY6" fmla="*/ 1368978 h 1386562"/>
              <a:gd name="connsiteX7" fmla="*/ 7253653 w 9478107"/>
              <a:gd name="connsiteY7" fmla="*/ 1360185 h 1386562"/>
              <a:gd name="connsiteX8" fmla="*/ 4826976 w 9478107"/>
              <a:gd name="connsiteY8" fmla="*/ 1386562 h 1386562"/>
              <a:gd name="connsiteX9" fmla="*/ 2751992 w 9478107"/>
              <a:gd name="connsiteY9" fmla="*/ 1377770 h 1386562"/>
              <a:gd name="connsiteX10" fmla="*/ 0 w 9478107"/>
              <a:gd name="connsiteY10" fmla="*/ 1325016 h 1386562"/>
              <a:gd name="connsiteX11" fmla="*/ 8792 w 9478107"/>
              <a:gd name="connsiteY11" fmla="*/ 463370 h 1386562"/>
              <a:gd name="connsiteX0" fmla="*/ 8792 w 9498612"/>
              <a:gd name="connsiteY0" fmla="*/ 463370 h 1386562"/>
              <a:gd name="connsiteX1" fmla="*/ 2057399 w 9498612"/>
              <a:gd name="connsiteY1" fmla="*/ 419408 h 1386562"/>
              <a:gd name="connsiteX2" fmla="*/ 4457699 w 9498612"/>
              <a:gd name="connsiteY2" fmla="*/ 489747 h 1386562"/>
              <a:gd name="connsiteX3" fmla="*/ 7009426 w 9498612"/>
              <a:gd name="connsiteY3" fmla="*/ 98357 h 1386562"/>
              <a:gd name="connsiteX4" fmla="*/ 8414099 w 9498612"/>
              <a:gd name="connsiteY4" fmla="*/ 910708 h 1386562"/>
              <a:gd name="connsiteX5" fmla="*/ 9498612 w 9498612"/>
              <a:gd name="connsiteY5" fmla="*/ 200892 h 1386562"/>
              <a:gd name="connsiteX6" fmla="*/ 9469315 w 9498612"/>
              <a:gd name="connsiteY6" fmla="*/ 1368978 h 1386562"/>
              <a:gd name="connsiteX7" fmla="*/ 7253653 w 9498612"/>
              <a:gd name="connsiteY7" fmla="*/ 1360185 h 1386562"/>
              <a:gd name="connsiteX8" fmla="*/ 4826976 w 9498612"/>
              <a:gd name="connsiteY8" fmla="*/ 1386562 h 1386562"/>
              <a:gd name="connsiteX9" fmla="*/ 2751992 w 9498612"/>
              <a:gd name="connsiteY9" fmla="*/ 1377770 h 1386562"/>
              <a:gd name="connsiteX10" fmla="*/ 0 w 9498612"/>
              <a:gd name="connsiteY10" fmla="*/ 1325016 h 1386562"/>
              <a:gd name="connsiteX11" fmla="*/ 8792 w 9498612"/>
              <a:gd name="connsiteY11" fmla="*/ 463370 h 1386562"/>
              <a:gd name="connsiteX0" fmla="*/ 8792 w 9498612"/>
              <a:gd name="connsiteY0" fmla="*/ 444298 h 1367490"/>
              <a:gd name="connsiteX1" fmla="*/ 2057399 w 9498612"/>
              <a:gd name="connsiteY1" fmla="*/ 400336 h 1367490"/>
              <a:gd name="connsiteX2" fmla="*/ 4320995 w 9498612"/>
              <a:gd name="connsiteY2" fmla="*/ 695656 h 1367490"/>
              <a:gd name="connsiteX3" fmla="*/ 7009426 w 9498612"/>
              <a:gd name="connsiteY3" fmla="*/ 79285 h 1367490"/>
              <a:gd name="connsiteX4" fmla="*/ 8414099 w 9498612"/>
              <a:gd name="connsiteY4" fmla="*/ 891636 h 1367490"/>
              <a:gd name="connsiteX5" fmla="*/ 9498612 w 9498612"/>
              <a:gd name="connsiteY5" fmla="*/ 181820 h 1367490"/>
              <a:gd name="connsiteX6" fmla="*/ 9469315 w 9498612"/>
              <a:gd name="connsiteY6" fmla="*/ 1349906 h 1367490"/>
              <a:gd name="connsiteX7" fmla="*/ 7253653 w 9498612"/>
              <a:gd name="connsiteY7" fmla="*/ 1341113 h 1367490"/>
              <a:gd name="connsiteX8" fmla="*/ 4826976 w 9498612"/>
              <a:gd name="connsiteY8" fmla="*/ 1367490 h 1367490"/>
              <a:gd name="connsiteX9" fmla="*/ 2751992 w 9498612"/>
              <a:gd name="connsiteY9" fmla="*/ 1358698 h 1367490"/>
              <a:gd name="connsiteX10" fmla="*/ 0 w 9498612"/>
              <a:gd name="connsiteY10" fmla="*/ 1305944 h 1367490"/>
              <a:gd name="connsiteX11" fmla="*/ 8792 w 9498612"/>
              <a:gd name="connsiteY11" fmla="*/ 444298 h 1367490"/>
              <a:gd name="connsiteX0" fmla="*/ 8792 w 9498612"/>
              <a:gd name="connsiteY0" fmla="*/ 428789 h 1351981"/>
              <a:gd name="connsiteX1" fmla="*/ 2057399 w 9498612"/>
              <a:gd name="connsiteY1" fmla="*/ 384827 h 1351981"/>
              <a:gd name="connsiteX2" fmla="*/ 3698995 w 9498612"/>
              <a:gd name="connsiteY2" fmla="*/ 961374 h 1351981"/>
              <a:gd name="connsiteX3" fmla="*/ 7009426 w 9498612"/>
              <a:gd name="connsiteY3" fmla="*/ 63776 h 1351981"/>
              <a:gd name="connsiteX4" fmla="*/ 8414099 w 9498612"/>
              <a:gd name="connsiteY4" fmla="*/ 876127 h 1351981"/>
              <a:gd name="connsiteX5" fmla="*/ 9498612 w 9498612"/>
              <a:gd name="connsiteY5" fmla="*/ 166311 h 1351981"/>
              <a:gd name="connsiteX6" fmla="*/ 9469315 w 9498612"/>
              <a:gd name="connsiteY6" fmla="*/ 1334397 h 1351981"/>
              <a:gd name="connsiteX7" fmla="*/ 7253653 w 9498612"/>
              <a:gd name="connsiteY7" fmla="*/ 1325604 h 1351981"/>
              <a:gd name="connsiteX8" fmla="*/ 4826976 w 9498612"/>
              <a:gd name="connsiteY8" fmla="*/ 1351981 h 1351981"/>
              <a:gd name="connsiteX9" fmla="*/ 2751992 w 9498612"/>
              <a:gd name="connsiteY9" fmla="*/ 1343189 h 1351981"/>
              <a:gd name="connsiteX10" fmla="*/ 0 w 9498612"/>
              <a:gd name="connsiteY10" fmla="*/ 1290435 h 1351981"/>
              <a:gd name="connsiteX11" fmla="*/ 8792 w 9498612"/>
              <a:gd name="connsiteY11" fmla="*/ 428789 h 1351981"/>
              <a:gd name="connsiteX0" fmla="*/ 8792 w 9498612"/>
              <a:gd name="connsiteY0" fmla="*/ 595005 h 1518197"/>
              <a:gd name="connsiteX1" fmla="*/ 2057399 w 9498612"/>
              <a:gd name="connsiteY1" fmla="*/ 551043 h 1518197"/>
              <a:gd name="connsiteX2" fmla="*/ 3698995 w 9498612"/>
              <a:gd name="connsiteY2" fmla="*/ 1127590 h 1518197"/>
              <a:gd name="connsiteX3" fmla="*/ 5386116 w 9498612"/>
              <a:gd name="connsiteY3" fmla="*/ 48678 h 1518197"/>
              <a:gd name="connsiteX4" fmla="*/ 7009426 w 9498612"/>
              <a:gd name="connsiteY4" fmla="*/ 229992 h 1518197"/>
              <a:gd name="connsiteX5" fmla="*/ 8414099 w 9498612"/>
              <a:gd name="connsiteY5" fmla="*/ 1042343 h 1518197"/>
              <a:gd name="connsiteX6" fmla="*/ 9498612 w 9498612"/>
              <a:gd name="connsiteY6" fmla="*/ 332527 h 1518197"/>
              <a:gd name="connsiteX7" fmla="*/ 9469315 w 9498612"/>
              <a:gd name="connsiteY7" fmla="*/ 1500613 h 1518197"/>
              <a:gd name="connsiteX8" fmla="*/ 7253653 w 9498612"/>
              <a:gd name="connsiteY8" fmla="*/ 1491820 h 1518197"/>
              <a:gd name="connsiteX9" fmla="*/ 4826976 w 9498612"/>
              <a:gd name="connsiteY9" fmla="*/ 1518197 h 1518197"/>
              <a:gd name="connsiteX10" fmla="*/ 2751992 w 9498612"/>
              <a:gd name="connsiteY10" fmla="*/ 1509405 h 1518197"/>
              <a:gd name="connsiteX11" fmla="*/ 0 w 9498612"/>
              <a:gd name="connsiteY11" fmla="*/ 1456651 h 1518197"/>
              <a:gd name="connsiteX12" fmla="*/ 8792 w 9498612"/>
              <a:gd name="connsiteY12" fmla="*/ 595005 h 1518197"/>
              <a:gd name="connsiteX0" fmla="*/ 8792 w 9498612"/>
              <a:gd name="connsiteY0" fmla="*/ 629716 h 1552908"/>
              <a:gd name="connsiteX1" fmla="*/ 2057399 w 9498612"/>
              <a:gd name="connsiteY1" fmla="*/ 585754 h 1552908"/>
              <a:gd name="connsiteX2" fmla="*/ 3698995 w 9498612"/>
              <a:gd name="connsiteY2" fmla="*/ 1162301 h 1552908"/>
              <a:gd name="connsiteX3" fmla="*/ 5386116 w 9498612"/>
              <a:gd name="connsiteY3" fmla="*/ 83389 h 1552908"/>
              <a:gd name="connsiteX4" fmla="*/ 7009426 w 9498612"/>
              <a:gd name="connsiteY4" fmla="*/ 264703 h 1552908"/>
              <a:gd name="connsiteX5" fmla="*/ 8414099 w 9498612"/>
              <a:gd name="connsiteY5" fmla="*/ 1077054 h 1552908"/>
              <a:gd name="connsiteX6" fmla="*/ 9498612 w 9498612"/>
              <a:gd name="connsiteY6" fmla="*/ 367238 h 1552908"/>
              <a:gd name="connsiteX7" fmla="*/ 9469315 w 9498612"/>
              <a:gd name="connsiteY7" fmla="*/ 1535324 h 1552908"/>
              <a:gd name="connsiteX8" fmla="*/ 7253653 w 9498612"/>
              <a:gd name="connsiteY8" fmla="*/ 1526531 h 1552908"/>
              <a:gd name="connsiteX9" fmla="*/ 4826976 w 9498612"/>
              <a:gd name="connsiteY9" fmla="*/ 1552908 h 1552908"/>
              <a:gd name="connsiteX10" fmla="*/ 2751992 w 9498612"/>
              <a:gd name="connsiteY10" fmla="*/ 1544116 h 1552908"/>
              <a:gd name="connsiteX11" fmla="*/ 0 w 9498612"/>
              <a:gd name="connsiteY11" fmla="*/ 1491362 h 1552908"/>
              <a:gd name="connsiteX12" fmla="*/ 8792 w 9498612"/>
              <a:gd name="connsiteY12" fmla="*/ 629716 h 1552908"/>
              <a:gd name="connsiteX0" fmla="*/ 8792 w 9498612"/>
              <a:gd name="connsiteY0" fmla="*/ 629716 h 1552908"/>
              <a:gd name="connsiteX1" fmla="*/ 2057399 w 9498612"/>
              <a:gd name="connsiteY1" fmla="*/ 585754 h 1552908"/>
              <a:gd name="connsiteX2" fmla="*/ 3698995 w 9498612"/>
              <a:gd name="connsiteY2" fmla="*/ 1162301 h 1552908"/>
              <a:gd name="connsiteX3" fmla="*/ 5386116 w 9498612"/>
              <a:gd name="connsiteY3" fmla="*/ 83389 h 1552908"/>
              <a:gd name="connsiteX4" fmla="*/ 7009426 w 9498612"/>
              <a:gd name="connsiteY4" fmla="*/ 264703 h 1552908"/>
              <a:gd name="connsiteX5" fmla="*/ 8414099 w 9498612"/>
              <a:gd name="connsiteY5" fmla="*/ 1077054 h 1552908"/>
              <a:gd name="connsiteX6" fmla="*/ 9498612 w 9498612"/>
              <a:gd name="connsiteY6" fmla="*/ 367238 h 1552908"/>
              <a:gd name="connsiteX7" fmla="*/ 9469315 w 9498612"/>
              <a:gd name="connsiteY7" fmla="*/ 1535324 h 1552908"/>
              <a:gd name="connsiteX8" fmla="*/ 7253653 w 9498612"/>
              <a:gd name="connsiteY8" fmla="*/ 1526531 h 1552908"/>
              <a:gd name="connsiteX9" fmla="*/ 4826976 w 9498612"/>
              <a:gd name="connsiteY9" fmla="*/ 1552908 h 1552908"/>
              <a:gd name="connsiteX10" fmla="*/ 2751992 w 9498612"/>
              <a:gd name="connsiteY10" fmla="*/ 1544116 h 1552908"/>
              <a:gd name="connsiteX11" fmla="*/ 0 w 9498612"/>
              <a:gd name="connsiteY11" fmla="*/ 1491362 h 1552908"/>
              <a:gd name="connsiteX12" fmla="*/ 8792 w 9498612"/>
              <a:gd name="connsiteY12" fmla="*/ 629716 h 1552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9498612" h="1552908">
                <a:moveTo>
                  <a:pt x="8792" y="629716"/>
                </a:moveTo>
                <a:cubicBezTo>
                  <a:pt x="671146" y="635577"/>
                  <a:pt x="973014" y="-123492"/>
                  <a:pt x="2057399" y="585754"/>
                </a:cubicBezTo>
                <a:cubicBezTo>
                  <a:pt x="3282459" y="1283277"/>
                  <a:pt x="3144209" y="1246028"/>
                  <a:pt x="3698995" y="1162301"/>
                </a:cubicBezTo>
                <a:cubicBezTo>
                  <a:pt x="4253781" y="1078574"/>
                  <a:pt x="4834377" y="232989"/>
                  <a:pt x="5386116" y="83389"/>
                </a:cubicBezTo>
                <a:cubicBezTo>
                  <a:pt x="5937855" y="-66211"/>
                  <a:pt x="6463751" y="-19649"/>
                  <a:pt x="7009426" y="264703"/>
                </a:cubicBezTo>
                <a:cubicBezTo>
                  <a:pt x="7646042" y="612966"/>
                  <a:pt x="8003791" y="1075589"/>
                  <a:pt x="8414099" y="1077054"/>
                </a:cubicBezTo>
                <a:cubicBezTo>
                  <a:pt x="8824407" y="1078519"/>
                  <a:pt x="9320464" y="250238"/>
                  <a:pt x="9498612" y="367238"/>
                </a:cubicBezTo>
                <a:cubicBezTo>
                  <a:pt x="9495681" y="669107"/>
                  <a:pt x="9472246" y="1233455"/>
                  <a:pt x="9469315" y="1535324"/>
                </a:cubicBezTo>
                <a:lnTo>
                  <a:pt x="7253653" y="1526531"/>
                </a:lnTo>
                <a:lnTo>
                  <a:pt x="4826976" y="1552908"/>
                </a:lnTo>
                <a:lnTo>
                  <a:pt x="2751992" y="1544116"/>
                </a:lnTo>
                <a:lnTo>
                  <a:pt x="0" y="1491362"/>
                </a:lnTo>
                <a:cubicBezTo>
                  <a:pt x="2931" y="1207077"/>
                  <a:pt x="-2932" y="931585"/>
                  <a:pt x="8792" y="629716"/>
                </a:cubicBezTo>
                <a:close/>
              </a:path>
            </a:pathLst>
          </a:custGeom>
          <a:gradFill>
            <a:gsLst>
              <a:gs pos="0">
                <a:srgbClr val="EFFCFF"/>
              </a:gs>
              <a:gs pos="50000">
                <a:schemeClr val="accent4">
                  <a:lumMod val="40000"/>
                  <a:lumOff val="6000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ffectLst>
            <a:glow>
              <a:srgbClr val="FFFF00"/>
            </a:glow>
            <a:outerShdw algn="ctr" rotWithShape="0">
              <a:schemeClr val="tx1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4F1F55E8-3941-97C9-CB04-D825658CA3BD}"/>
              </a:ext>
            </a:extLst>
          </p:cNvPr>
          <p:cNvSpPr/>
          <p:nvPr/>
        </p:nvSpPr>
        <p:spPr>
          <a:xfrm>
            <a:off x="-7747" y="6538183"/>
            <a:ext cx="12207494" cy="319817"/>
          </a:xfrm>
          <a:prstGeom prst="rect">
            <a:avLst/>
          </a:prstGeom>
          <a:solidFill>
            <a:srgbClr val="8ECEFA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8C3AE7E-FAB4-358F-1D16-C44C5D700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417" y="502853"/>
            <a:ext cx="9234617" cy="712728"/>
          </a:xfrm>
        </p:spPr>
        <p:txBody>
          <a:bodyPr>
            <a:normAutofit/>
          </a:bodyPr>
          <a:lstStyle/>
          <a:p>
            <a:r>
              <a:rPr lang="en-GB" dirty="0"/>
              <a:t>Conclusion</a:t>
            </a:r>
            <a:endParaRPr lang="de-DE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2114096-A77C-FF58-EAFB-223242195D06}"/>
              </a:ext>
            </a:extLst>
          </p:cNvPr>
          <p:cNvCxnSpPr/>
          <p:nvPr/>
        </p:nvCxnSpPr>
        <p:spPr>
          <a:xfrm>
            <a:off x="484418" y="1171879"/>
            <a:ext cx="11218984" cy="0"/>
          </a:xfrm>
          <a:prstGeom prst="line">
            <a:avLst/>
          </a:prstGeom>
          <a:ln w="38100">
            <a:solidFill>
              <a:srgbClr val="8ECE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F411549-E99C-BA76-A58E-EAD18673631F}"/>
              </a:ext>
            </a:extLst>
          </p:cNvPr>
          <p:cNvSpPr txBox="1"/>
          <p:nvPr/>
        </p:nvSpPr>
        <p:spPr>
          <a:xfrm>
            <a:off x="484417" y="1840667"/>
            <a:ext cx="10045931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Analyzed DLC with Updated parameters with  feedback controller result are optimized.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Generated Extremes with updated parameters.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Delivering Forces and moments to different group to analyze their scaled down value from shakti.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Completed with Batch Extreme calculations.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Starts comparison with scaled down values from different team to optimized loads.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2C4E52FD-3D1B-730F-6986-CC1DD2079981}"/>
              </a:ext>
            </a:extLst>
          </p:cNvPr>
          <p:cNvSpPr txBox="1">
            <a:spLocks/>
          </p:cNvSpPr>
          <p:nvPr/>
        </p:nvSpPr>
        <p:spPr>
          <a:xfrm>
            <a:off x="1661819" y="6533293"/>
            <a:ext cx="386021" cy="3198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13F6232-4F06-48BA-8F69-BF531F607829}" type="slidenum">
              <a:rPr lang="en-GB" sz="1400" smtClean="0">
                <a:solidFill>
                  <a:schemeClr val="bg1"/>
                </a:solidFill>
              </a:rPr>
              <a:pPr/>
              <a:t>9</a:t>
            </a:fld>
            <a:endParaRPr lang="en-GB" sz="14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5C1AE3-9990-4F4B-7ADE-BE9342DE7129}"/>
              </a:ext>
            </a:extLst>
          </p:cNvPr>
          <p:cNvSpPr txBox="1"/>
          <p:nvPr/>
        </p:nvSpPr>
        <p:spPr>
          <a:xfrm>
            <a:off x="9172575" y="6542216"/>
            <a:ext cx="27876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Load &amp; Dynamics Team/ Optimus Syria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BD068C-4E60-3639-3CDC-8889BDAF6624}"/>
              </a:ext>
            </a:extLst>
          </p:cNvPr>
          <p:cNvSpPr txBox="1"/>
          <p:nvPr/>
        </p:nvSpPr>
        <p:spPr>
          <a:xfrm>
            <a:off x="412716" y="6565449"/>
            <a:ext cx="10001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16/12/2025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49F58A-0CA4-0F11-5485-277976911D7C}"/>
              </a:ext>
            </a:extLst>
          </p:cNvPr>
          <p:cNvSpPr txBox="1"/>
          <p:nvPr/>
        </p:nvSpPr>
        <p:spPr>
          <a:xfrm>
            <a:off x="5372759" y="6597317"/>
            <a:ext cx="14764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Arham Memon</a:t>
            </a:r>
          </a:p>
        </p:txBody>
      </p:sp>
    </p:spTree>
    <p:extLst>
      <p:ext uri="{BB962C8B-B14F-4D97-AF65-F5344CB8AC3E}">
        <p14:creationId xmlns:p14="http://schemas.microsoft.com/office/powerpoint/2010/main" val="31580601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F9DB2-1C60-2A59-656D-A5B74C9C4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-form: Shape 13">
            <a:extLst>
              <a:ext uri="{FF2B5EF4-FFF2-40B4-BE49-F238E27FC236}">
                <a16:creationId xmlns:a16="http://schemas.microsoft.com/office/drawing/2014/main" id="{28A9E759-5D36-7577-1B72-EEFA19D202C6}"/>
              </a:ext>
            </a:extLst>
          </p:cNvPr>
          <p:cNvSpPr/>
          <p:nvPr/>
        </p:nvSpPr>
        <p:spPr>
          <a:xfrm rot="10800000">
            <a:off x="-35168" y="277945"/>
            <a:ext cx="12216286" cy="898824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4457699 w 9478107"/>
              <a:gd name="connsiteY2" fmla="*/ 373331 h 1270146"/>
              <a:gd name="connsiteX3" fmla="*/ 7016261 w 9478107"/>
              <a:gd name="connsiteY3" fmla="*/ 33816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16261 w 9478107"/>
              <a:gd name="connsiteY3" fmla="*/ 33816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724642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9478107 w 9478107"/>
              <a:gd name="connsiteY4" fmla="*/ 346954 h 1270146"/>
              <a:gd name="connsiteX5" fmla="*/ 9469315 w 9478107"/>
              <a:gd name="connsiteY5" fmla="*/ 1252562 h 1270146"/>
              <a:gd name="connsiteX6" fmla="*/ 7253653 w 9478107"/>
              <a:gd name="connsiteY6" fmla="*/ 1243769 h 1270146"/>
              <a:gd name="connsiteX7" fmla="*/ 4826976 w 9478107"/>
              <a:gd name="connsiteY7" fmla="*/ 1270146 h 1270146"/>
              <a:gd name="connsiteX8" fmla="*/ 2751992 w 9478107"/>
              <a:gd name="connsiteY8" fmla="*/ 1261354 h 1270146"/>
              <a:gd name="connsiteX9" fmla="*/ 0 w 9478107"/>
              <a:gd name="connsiteY9" fmla="*/ 1208600 h 1270146"/>
              <a:gd name="connsiteX10" fmla="*/ 8792 w 9478107"/>
              <a:gd name="connsiteY10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8755857 w 9478107"/>
              <a:gd name="connsiteY4" fmla="*/ 446231 h 1270146"/>
              <a:gd name="connsiteX5" fmla="*/ 9478107 w 9478107"/>
              <a:gd name="connsiteY5" fmla="*/ 346954 h 1270146"/>
              <a:gd name="connsiteX6" fmla="*/ 9469315 w 9478107"/>
              <a:gd name="connsiteY6" fmla="*/ 1252562 h 1270146"/>
              <a:gd name="connsiteX7" fmla="*/ 7253653 w 9478107"/>
              <a:gd name="connsiteY7" fmla="*/ 1243769 h 1270146"/>
              <a:gd name="connsiteX8" fmla="*/ 4826976 w 9478107"/>
              <a:gd name="connsiteY8" fmla="*/ 1270146 h 1270146"/>
              <a:gd name="connsiteX9" fmla="*/ 2751992 w 9478107"/>
              <a:gd name="connsiteY9" fmla="*/ 1261354 h 1270146"/>
              <a:gd name="connsiteX10" fmla="*/ 0 w 9478107"/>
              <a:gd name="connsiteY10" fmla="*/ 1208600 h 1270146"/>
              <a:gd name="connsiteX11" fmla="*/ 8792 w 9478107"/>
              <a:gd name="connsiteY11" fmla="*/ 346954 h 1270146"/>
              <a:gd name="connsiteX0" fmla="*/ 8792 w 9478107"/>
              <a:gd name="connsiteY0" fmla="*/ 346954 h 1270146"/>
              <a:gd name="connsiteX1" fmla="*/ 2358147 w 9478107"/>
              <a:gd name="connsiteY1" fmla="*/ 302992 h 1270146"/>
              <a:gd name="connsiteX2" fmla="*/ 5127546 w 9478107"/>
              <a:gd name="connsiteY2" fmla="*/ 115678 h 1270146"/>
              <a:gd name="connsiteX3" fmla="*/ 7084613 w 9478107"/>
              <a:gd name="connsiteY3" fmla="*/ 647346 h 1270146"/>
              <a:gd name="connsiteX4" fmla="*/ 8557637 w 9478107"/>
              <a:gd name="connsiteY4" fmla="*/ 716768 h 1270146"/>
              <a:gd name="connsiteX5" fmla="*/ 9478107 w 9478107"/>
              <a:gd name="connsiteY5" fmla="*/ 346954 h 1270146"/>
              <a:gd name="connsiteX6" fmla="*/ 9469315 w 9478107"/>
              <a:gd name="connsiteY6" fmla="*/ 1252562 h 1270146"/>
              <a:gd name="connsiteX7" fmla="*/ 7253653 w 9478107"/>
              <a:gd name="connsiteY7" fmla="*/ 1243769 h 1270146"/>
              <a:gd name="connsiteX8" fmla="*/ 4826976 w 9478107"/>
              <a:gd name="connsiteY8" fmla="*/ 1270146 h 1270146"/>
              <a:gd name="connsiteX9" fmla="*/ 2751992 w 9478107"/>
              <a:gd name="connsiteY9" fmla="*/ 1261354 h 1270146"/>
              <a:gd name="connsiteX10" fmla="*/ 0 w 9478107"/>
              <a:gd name="connsiteY10" fmla="*/ 1208600 h 1270146"/>
              <a:gd name="connsiteX11" fmla="*/ 8792 w 9478107"/>
              <a:gd name="connsiteY11" fmla="*/ 346954 h 1270146"/>
              <a:gd name="connsiteX0" fmla="*/ 15627 w 9484942"/>
              <a:gd name="connsiteY0" fmla="*/ 346954 h 1277035"/>
              <a:gd name="connsiteX1" fmla="*/ 2364982 w 9484942"/>
              <a:gd name="connsiteY1" fmla="*/ 302992 h 1277035"/>
              <a:gd name="connsiteX2" fmla="*/ 5134381 w 9484942"/>
              <a:gd name="connsiteY2" fmla="*/ 115678 h 1277035"/>
              <a:gd name="connsiteX3" fmla="*/ 7091448 w 9484942"/>
              <a:gd name="connsiteY3" fmla="*/ 647346 h 1277035"/>
              <a:gd name="connsiteX4" fmla="*/ 8564472 w 9484942"/>
              <a:gd name="connsiteY4" fmla="*/ 716768 h 1277035"/>
              <a:gd name="connsiteX5" fmla="*/ 9484942 w 9484942"/>
              <a:gd name="connsiteY5" fmla="*/ 346954 h 1277035"/>
              <a:gd name="connsiteX6" fmla="*/ 9476150 w 9484942"/>
              <a:gd name="connsiteY6" fmla="*/ 1252562 h 1277035"/>
              <a:gd name="connsiteX7" fmla="*/ 7260488 w 9484942"/>
              <a:gd name="connsiteY7" fmla="*/ 1243769 h 1277035"/>
              <a:gd name="connsiteX8" fmla="*/ 4833811 w 9484942"/>
              <a:gd name="connsiteY8" fmla="*/ 1270146 h 1277035"/>
              <a:gd name="connsiteX9" fmla="*/ 2758827 w 9484942"/>
              <a:gd name="connsiteY9" fmla="*/ 1261354 h 1277035"/>
              <a:gd name="connsiteX10" fmla="*/ 0 w 9484942"/>
              <a:gd name="connsiteY10" fmla="*/ 1273013 h 1277035"/>
              <a:gd name="connsiteX11" fmla="*/ 15627 w 9484942"/>
              <a:gd name="connsiteY11" fmla="*/ 346954 h 1277035"/>
              <a:gd name="connsiteX0" fmla="*/ 15627 w 9484942"/>
              <a:gd name="connsiteY0" fmla="*/ 346954 h 1300002"/>
              <a:gd name="connsiteX1" fmla="*/ 2364982 w 9484942"/>
              <a:gd name="connsiteY1" fmla="*/ 302992 h 1300002"/>
              <a:gd name="connsiteX2" fmla="*/ 5134381 w 9484942"/>
              <a:gd name="connsiteY2" fmla="*/ 115678 h 1300002"/>
              <a:gd name="connsiteX3" fmla="*/ 7091448 w 9484942"/>
              <a:gd name="connsiteY3" fmla="*/ 647346 h 1300002"/>
              <a:gd name="connsiteX4" fmla="*/ 8564472 w 9484942"/>
              <a:gd name="connsiteY4" fmla="*/ 716768 h 1300002"/>
              <a:gd name="connsiteX5" fmla="*/ 9484942 w 9484942"/>
              <a:gd name="connsiteY5" fmla="*/ 346954 h 1300002"/>
              <a:gd name="connsiteX6" fmla="*/ 9476150 w 9484942"/>
              <a:gd name="connsiteY6" fmla="*/ 1252562 h 1300002"/>
              <a:gd name="connsiteX7" fmla="*/ 7260488 w 9484942"/>
              <a:gd name="connsiteY7" fmla="*/ 1243769 h 1300002"/>
              <a:gd name="connsiteX8" fmla="*/ 4833811 w 9484942"/>
              <a:gd name="connsiteY8" fmla="*/ 1270146 h 1300002"/>
              <a:gd name="connsiteX9" fmla="*/ 2779333 w 9484942"/>
              <a:gd name="connsiteY9" fmla="*/ 1300002 h 1300002"/>
              <a:gd name="connsiteX10" fmla="*/ 0 w 9484942"/>
              <a:gd name="connsiteY10" fmla="*/ 1273013 h 1300002"/>
              <a:gd name="connsiteX11" fmla="*/ 15627 w 9484942"/>
              <a:gd name="connsiteY11" fmla="*/ 346954 h 1300002"/>
              <a:gd name="connsiteX0" fmla="*/ 15627 w 9484942"/>
              <a:gd name="connsiteY0" fmla="*/ 346954 h 1346830"/>
              <a:gd name="connsiteX1" fmla="*/ 2364982 w 9484942"/>
              <a:gd name="connsiteY1" fmla="*/ 302992 h 1346830"/>
              <a:gd name="connsiteX2" fmla="*/ 5134381 w 9484942"/>
              <a:gd name="connsiteY2" fmla="*/ 115678 h 1346830"/>
              <a:gd name="connsiteX3" fmla="*/ 7091448 w 9484942"/>
              <a:gd name="connsiteY3" fmla="*/ 647346 h 1346830"/>
              <a:gd name="connsiteX4" fmla="*/ 8564472 w 9484942"/>
              <a:gd name="connsiteY4" fmla="*/ 716768 h 1346830"/>
              <a:gd name="connsiteX5" fmla="*/ 9484942 w 9484942"/>
              <a:gd name="connsiteY5" fmla="*/ 346954 h 1346830"/>
              <a:gd name="connsiteX6" fmla="*/ 9476150 w 9484942"/>
              <a:gd name="connsiteY6" fmla="*/ 1252562 h 1346830"/>
              <a:gd name="connsiteX7" fmla="*/ 7267323 w 9484942"/>
              <a:gd name="connsiteY7" fmla="*/ 1346830 h 1346830"/>
              <a:gd name="connsiteX8" fmla="*/ 4833811 w 9484942"/>
              <a:gd name="connsiteY8" fmla="*/ 1270146 h 1346830"/>
              <a:gd name="connsiteX9" fmla="*/ 2779333 w 9484942"/>
              <a:gd name="connsiteY9" fmla="*/ 1300002 h 1346830"/>
              <a:gd name="connsiteX10" fmla="*/ 0 w 9484942"/>
              <a:gd name="connsiteY10" fmla="*/ 1273013 h 1346830"/>
              <a:gd name="connsiteX11" fmla="*/ 15627 w 9484942"/>
              <a:gd name="connsiteY11" fmla="*/ 346954 h 1346830"/>
              <a:gd name="connsiteX0" fmla="*/ 15627 w 9484942"/>
              <a:gd name="connsiteY0" fmla="*/ 346954 h 1308182"/>
              <a:gd name="connsiteX1" fmla="*/ 2364982 w 9484942"/>
              <a:gd name="connsiteY1" fmla="*/ 302992 h 1308182"/>
              <a:gd name="connsiteX2" fmla="*/ 5134381 w 9484942"/>
              <a:gd name="connsiteY2" fmla="*/ 115678 h 1308182"/>
              <a:gd name="connsiteX3" fmla="*/ 7091448 w 9484942"/>
              <a:gd name="connsiteY3" fmla="*/ 647346 h 1308182"/>
              <a:gd name="connsiteX4" fmla="*/ 8564472 w 9484942"/>
              <a:gd name="connsiteY4" fmla="*/ 716768 h 1308182"/>
              <a:gd name="connsiteX5" fmla="*/ 9484942 w 9484942"/>
              <a:gd name="connsiteY5" fmla="*/ 346954 h 1308182"/>
              <a:gd name="connsiteX6" fmla="*/ 9476150 w 9484942"/>
              <a:gd name="connsiteY6" fmla="*/ 1252562 h 1308182"/>
              <a:gd name="connsiteX7" fmla="*/ 7246817 w 9484942"/>
              <a:gd name="connsiteY7" fmla="*/ 1308182 h 1308182"/>
              <a:gd name="connsiteX8" fmla="*/ 4833811 w 9484942"/>
              <a:gd name="connsiteY8" fmla="*/ 1270146 h 1308182"/>
              <a:gd name="connsiteX9" fmla="*/ 2779333 w 9484942"/>
              <a:gd name="connsiteY9" fmla="*/ 1300002 h 1308182"/>
              <a:gd name="connsiteX10" fmla="*/ 0 w 9484942"/>
              <a:gd name="connsiteY10" fmla="*/ 1273013 h 1308182"/>
              <a:gd name="connsiteX11" fmla="*/ 15627 w 9484942"/>
              <a:gd name="connsiteY11" fmla="*/ 346954 h 1308182"/>
              <a:gd name="connsiteX0" fmla="*/ 15627 w 9496987"/>
              <a:gd name="connsiteY0" fmla="*/ 346954 h 1316976"/>
              <a:gd name="connsiteX1" fmla="*/ 2364982 w 9496987"/>
              <a:gd name="connsiteY1" fmla="*/ 302992 h 1316976"/>
              <a:gd name="connsiteX2" fmla="*/ 5134381 w 9496987"/>
              <a:gd name="connsiteY2" fmla="*/ 115678 h 1316976"/>
              <a:gd name="connsiteX3" fmla="*/ 7091448 w 9496987"/>
              <a:gd name="connsiteY3" fmla="*/ 647346 h 1316976"/>
              <a:gd name="connsiteX4" fmla="*/ 8564472 w 9496987"/>
              <a:gd name="connsiteY4" fmla="*/ 716768 h 1316976"/>
              <a:gd name="connsiteX5" fmla="*/ 9484942 w 9496987"/>
              <a:gd name="connsiteY5" fmla="*/ 346954 h 1316976"/>
              <a:gd name="connsiteX6" fmla="*/ 9496656 w 9496987"/>
              <a:gd name="connsiteY6" fmla="*/ 1316976 h 1316976"/>
              <a:gd name="connsiteX7" fmla="*/ 7246817 w 9496987"/>
              <a:gd name="connsiteY7" fmla="*/ 1308182 h 1316976"/>
              <a:gd name="connsiteX8" fmla="*/ 4833811 w 9496987"/>
              <a:gd name="connsiteY8" fmla="*/ 1270146 h 1316976"/>
              <a:gd name="connsiteX9" fmla="*/ 2779333 w 9496987"/>
              <a:gd name="connsiteY9" fmla="*/ 1300002 h 1316976"/>
              <a:gd name="connsiteX10" fmla="*/ 0 w 9496987"/>
              <a:gd name="connsiteY10" fmla="*/ 1273013 h 1316976"/>
              <a:gd name="connsiteX11" fmla="*/ 15627 w 9496987"/>
              <a:gd name="connsiteY11" fmla="*/ 346954 h 13169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9496987" h="1316976">
                <a:moveTo>
                  <a:pt x="15627" y="346954"/>
                </a:moveTo>
                <a:cubicBezTo>
                  <a:pt x="677981" y="352815"/>
                  <a:pt x="1280597" y="-406254"/>
                  <a:pt x="2364982" y="302992"/>
                </a:cubicBezTo>
                <a:cubicBezTo>
                  <a:pt x="3590042" y="1000515"/>
                  <a:pt x="4346637" y="58286"/>
                  <a:pt x="5134381" y="115678"/>
                </a:cubicBezTo>
                <a:cubicBezTo>
                  <a:pt x="5922125" y="173070"/>
                  <a:pt x="6479894" y="562194"/>
                  <a:pt x="7091448" y="647346"/>
                </a:cubicBezTo>
                <a:cubicBezTo>
                  <a:pt x="7703002" y="732498"/>
                  <a:pt x="8165556" y="766833"/>
                  <a:pt x="8564472" y="716768"/>
                </a:cubicBezTo>
                <a:cubicBezTo>
                  <a:pt x="8963388" y="666703"/>
                  <a:pt x="9372868" y="242625"/>
                  <a:pt x="9484942" y="346954"/>
                </a:cubicBezTo>
                <a:cubicBezTo>
                  <a:pt x="9482011" y="648823"/>
                  <a:pt x="9499587" y="1015107"/>
                  <a:pt x="9496656" y="1316976"/>
                </a:cubicBezTo>
                <a:lnTo>
                  <a:pt x="7246817" y="1308182"/>
                </a:lnTo>
                <a:lnTo>
                  <a:pt x="4833811" y="1270146"/>
                </a:lnTo>
                <a:lnTo>
                  <a:pt x="2779333" y="1300002"/>
                </a:lnTo>
                <a:lnTo>
                  <a:pt x="0" y="1273013"/>
                </a:lnTo>
                <a:cubicBezTo>
                  <a:pt x="2931" y="988728"/>
                  <a:pt x="3903" y="648823"/>
                  <a:pt x="15627" y="346954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>
                  <a:lumMod val="20000"/>
                  <a:lumOff val="80000"/>
                </a:schemeClr>
              </a:gs>
              <a:gs pos="50000">
                <a:schemeClr val="bg1"/>
              </a:gs>
              <a:gs pos="100000">
                <a:schemeClr val="accent4">
                  <a:lumMod val="20000"/>
                  <a:lumOff val="80000"/>
                </a:schemeClr>
              </a:gs>
            </a:gsLst>
            <a:lin ang="0" scaled="1"/>
            <a:tileRect/>
          </a:gradFill>
          <a:ln w="15875">
            <a:solidFill>
              <a:schemeClr val="accent1">
                <a:alpha val="0"/>
              </a:schemeClr>
            </a:solidFill>
          </a:ln>
          <a:effectLst>
            <a:glow>
              <a:srgbClr val="FFFF00"/>
            </a:glow>
            <a:outerShdw algn="ctr" rotWithShape="0">
              <a:schemeClr val="tx1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Free-form: Shape 13">
            <a:extLst>
              <a:ext uri="{FF2B5EF4-FFF2-40B4-BE49-F238E27FC236}">
                <a16:creationId xmlns:a16="http://schemas.microsoft.com/office/drawing/2014/main" id="{0DF2E086-1F77-7ADA-A072-C1020548044D}"/>
              </a:ext>
            </a:extLst>
          </p:cNvPr>
          <p:cNvSpPr/>
          <p:nvPr/>
        </p:nvSpPr>
        <p:spPr>
          <a:xfrm rot="10800000">
            <a:off x="-2090" y="-10376"/>
            <a:ext cx="12192000" cy="898826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478107" h="1273677">
                <a:moveTo>
                  <a:pt x="8792" y="350485"/>
                </a:moveTo>
                <a:cubicBezTo>
                  <a:pt x="671146" y="356346"/>
                  <a:pt x="973014" y="-402723"/>
                  <a:pt x="2057399" y="306523"/>
                </a:cubicBezTo>
                <a:cubicBezTo>
                  <a:pt x="3282459" y="1004046"/>
                  <a:pt x="3979984" y="611323"/>
                  <a:pt x="4457699" y="376862"/>
                </a:cubicBezTo>
                <a:cubicBezTo>
                  <a:pt x="5723792" y="-223945"/>
                  <a:pt x="6216161" y="-7069"/>
                  <a:pt x="7016261" y="341693"/>
                </a:cubicBezTo>
                <a:cubicBezTo>
                  <a:pt x="8672145" y="977671"/>
                  <a:pt x="8657492" y="347554"/>
                  <a:pt x="9478107" y="350485"/>
                </a:cubicBezTo>
                <a:cubicBezTo>
                  <a:pt x="9475176" y="652354"/>
                  <a:pt x="9472246" y="954224"/>
                  <a:pt x="9469315" y="1256093"/>
                </a:cubicBezTo>
                <a:lnTo>
                  <a:pt x="7253653" y="1247300"/>
                </a:lnTo>
                <a:lnTo>
                  <a:pt x="4826976" y="1273677"/>
                </a:lnTo>
                <a:lnTo>
                  <a:pt x="2751992" y="1264885"/>
                </a:lnTo>
                <a:lnTo>
                  <a:pt x="0" y="1212131"/>
                </a:lnTo>
                <a:cubicBezTo>
                  <a:pt x="2931" y="927846"/>
                  <a:pt x="-2932" y="652354"/>
                  <a:pt x="8792" y="350485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  <a:effectLst>
            <a:glow>
              <a:srgbClr val="FFFF00"/>
            </a:glow>
            <a:outerShdw algn="ctr" rotWithShape="0">
              <a:schemeClr val="tx1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Free-form: Shape 13">
            <a:extLst>
              <a:ext uri="{FF2B5EF4-FFF2-40B4-BE49-F238E27FC236}">
                <a16:creationId xmlns:a16="http://schemas.microsoft.com/office/drawing/2014/main" id="{16784C5A-545D-7FC3-0803-92836236CBEC}"/>
              </a:ext>
            </a:extLst>
          </p:cNvPr>
          <p:cNvSpPr/>
          <p:nvPr/>
        </p:nvSpPr>
        <p:spPr>
          <a:xfrm rot="10800000">
            <a:off x="-26376" y="-237830"/>
            <a:ext cx="12218376" cy="965187"/>
          </a:xfrm>
          <a:custGeom>
            <a:avLst/>
            <a:gdLst>
              <a:gd name="connsiteX0" fmla="*/ 17585 w 9486900"/>
              <a:gd name="connsiteY0" fmla="*/ 8792 h 931984"/>
              <a:gd name="connsiteX1" fmla="*/ 2004646 w 9486900"/>
              <a:gd name="connsiteY1" fmla="*/ 26376 h 931984"/>
              <a:gd name="connsiteX2" fmla="*/ 4466492 w 9486900"/>
              <a:gd name="connsiteY2" fmla="*/ 35169 h 931984"/>
              <a:gd name="connsiteX3" fmla="*/ 7025054 w 9486900"/>
              <a:gd name="connsiteY3" fmla="*/ 0 h 931984"/>
              <a:gd name="connsiteX4" fmla="*/ 9486900 w 9486900"/>
              <a:gd name="connsiteY4" fmla="*/ 8792 h 931984"/>
              <a:gd name="connsiteX5" fmla="*/ 9478108 w 9486900"/>
              <a:gd name="connsiteY5" fmla="*/ 914400 h 931984"/>
              <a:gd name="connsiteX6" fmla="*/ 7262446 w 9486900"/>
              <a:gd name="connsiteY6" fmla="*/ 905607 h 931984"/>
              <a:gd name="connsiteX7" fmla="*/ 4835769 w 9486900"/>
              <a:gd name="connsiteY7" fmla="*/ 931984 h 931984"/>
              <a:gd name="connsiteX8" fmla="*/ 2760785 w 9486900"/>
              <a:gd name="connsiteY8" fmla="*/ 923192 h 931984"/>
              <a:gd name="connsiteX9" fmla="*/ 0 w 9486900"/>
              <a:gd name="connsiteY9" fmla="*/ 879230 h 931984"/>
              <a:gd name="connsiteX10" fmla="*/ 17585 w 9486900"/>
              <a:gd name="connsiteY10" fmla="*/ 8792 h 931984"/>
              <a:gd name="connsiteX0" fmla="*/ 17585 w 9486900"/>
              <a:gd name="connsiteY0" fmla="*/ 168095 h 1091287"/>
              <a:gd name="connsiteX1" fmla="*/ 2004646 w 9486900"/>
              <a:gd name="connsiteY1" fmla="*/ 185679 h 1091287"/>
              <a:gd name="connsiteX2" fmla="*/ 4466492 w 9486900"/>
              <a:gd name="connsiteY2" fmla="*/ 194472 h 1091287"/>
              <a:gd name="connsiteX3" fmla="*/ 7025054 w 9486900"/>
              <a:gd name="connsiteY3" fmla="*/ 159303 h 1091287"/>
              <a:gd name="connsiteX4" fmla="*/ 9486900 w 9486900"/>
              <a:gd name="connsiteY4" fmla="*/ 168095 h 1091287"/>
              <a:gd name="connsiteX5" fmla="*/ 9478108 w 9486900"/>
              <a:gd name="connsiteY5" fmla="*/ 1073703 h 1091287"/>
              <a:gd name="connsiteX6" fmla="*/ 7262446 w 9486900"/>
              <a:gd name="connsiteY6" fmla="*/ 1064910 h 1091287"/>
              <a:gd name="connsiteX7" fmla="*/ 4835769 w 9486900"/>
              <a:gd name="connsiteY7" fmla="*/ 1091287 h 1091287"/>
              <a:gd name="connsiteX8" fmla="*/ 2760785 w 9486900"/>
              <a:gd name="connsiteY8" fmla="*/ 1082495 h 1091287"/>
              <a:gd name="connsiteX9" fmla="*/ 0 w 9486900"/>
              <a:gd name="connsiteY9" fmla="*/ 1038533 h 1091287"/>
              <a:gd name="connsiteX10" fmla="*/ 17585 w 9486900"/>
              <a:gd name="connsiteY10" fmla="*/ 168095 h 1091287"/>
              <a:gd name="connsiteX0" fmla="*/ 17585 w 9486900"/>
              <a:gd name="connsiteY0" fmla="*/ 234508 h 1157700"/>
              <a:gd name="connsiteX1" fmla="*/ 2004646 w 9486900"/>
              <a:gd name="connsiteY1" fmla="*/ 252092 h 1157700"/>
              <a:gd name="connsiteX2" fmla="*/ 4466492 w 9486900"/>
              <a:gd name="connsiteY2" fmla="*/ 260885 h 1157700"/>
              <a:gd name="connsiteX3" fmla="*/ 7025054 w 9486900"/>
              <a:gd name="connsiteY3" fmla="*/ 225716 h 1157700"/>
              <a:gd name="connsiteX4" fmla="*/ 9486900 w 9486900"/>
              <a:gd name="connsiteY4" fmla="*/ 234508 h 1157700"/>
              <a:gd name="connsiteX5" fmla="*/ 9478108 w 9486900"/>
              <a:gd name="connsiteY5" fmla="*/ 1140116 h 1157700"/>
              <a:gd name="connsiteX6" fmla="*/ 7262446 w 9486900"/>
              <a:gd name="connsiteY6" fmla="*/ 1131323 h 1157700"/>
              <a:gd name="connsiteX7" fmla="*/ 4835769 w 9486900"/>
              <a:gd name="connsiteY7" fmla="*/ 1157700 h 1157700"/>
              <a:gd name="connsiteX8" fmla="*/ 2760785 w 9486900"/>
              <a:gd name="connsiteY8" fmla="*/ 1148908 h 1157700"/>
              <a:gd name="connsiteX9" fmla="*/ 0 w 9486900"/>
              <a:gd name="connsiteY9" fmla="*/ 1104946 h 1157700"/>
              <a:gd name="connsiteX10" fmla="*/ 17585 w 9486900"/>
              <a:gd name="connsiteY10" fmla="*/ 234508 h 115770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17585 w 9486900"/>
              <a:gd name="connsiteY0" fmla="*/ 375168 h 1298360"/>
              <a:gd name="connsiteX1" fmla="*/ 2004646 w 9486900"/>
              <a:gd name="connsiteY1" fmla="*/ 392752 h 1298360"/>
              <a:gd name="connsiteX2" fmla="*/ 4466492 w 9486900"/>
              <a:gd name="connsiteY2" fmla="*/ 401545 h 1298360"/>
              <a:gd name="connsiteX3" fmla="*/ 7025054 w 9486900"/>
              <a:gd name="connsiteY3" fmla="*/ 366376 h 1298360"/>
              <a:gd name="connsiteX4" fmla="*/ 9486900 w 9486900"/>
              <a:gd name="connsiteY4" fmla="*/ 375168 h 1298360"/>
              <a:gd name="connsiteX5" fmla="*/ 9478108 w 9486900"/>
              <a:gd name="connsiteY5" fmla="*/ 1280776 h 1298360"/>
              <a:gd name="connsiteX6" fmla="*/ 7262446 w 9486900"/>
              <a:gd name="connsiteY6" fmla="*/ 1271983 h 1298360"/>
              <a:gd name="connsiteX7" fmla="*/ 4835769 w 9486900"/>
              <a:gd name="connsiteY7" fmla="*/ 1298360 h 1298360"/>
              <a:gd name="connsiteX8" fmla="*/ 2760785 w 9486900"/>
              <a:gd name="connsiteY8" fmla="*/ 1289568 h 1298360"/>
              <a:gd name="connsiteX9" fmla="*/ 0 w 9486900"/>
              <a:gd name="connsiteY9" fmla="*/ 1245606 h 1298360"/>
              <a:gd name="connsiteX10" fmla="*/ 17585 w 9486900"/>
              <a:gd name="connsiteY10" fmla="*/ 375168 h 1298360"/>
              <a:gd name="connsiteX0" fmla="*/ 8792 w 9478107"/>
              <a:gd name="connsiteY0" fmla="*/ 375168 h 1298360"/>
              <a:gd name="connsiteX1" fmla="*/ 1995853 w 9478107"/>
              <a:gd name="connsiteY1" fmla="*/ 392752 h 1298360"/>
              <a:gd name="connsiteX2" fmla="*/ 4457699 w 9478107"/>
              <a:gd name="connsiteY2" fmla="*/ 401545 h 1298360"/>
              <a:gd name="connsiteX3" fmla="*/ 7016261 w 9478107"/>
              <a:gd name="connsiteY3" fmla="*/ 366376 h 1298360"/>
              <a:gd name="connsiteX4" fmla="*/ 9478107 w 9478107"/>
              <a:gd name="connsiteY4" fmla="*/ 375168 h 1298360"/>
              <a:gd name="connsiteX5" fmla="*/ 9469315 w 9478107"/>
              <a:gd name="connsiteY5" fmla="*/ 1280776 h 1298360"/>
              <a:gd name="connsiteX6" fmla="*/ 7253653 w 9478107"/>
              <a:gd name="connsiteY6" fmla="*/ 1271983 h 1298360"/>
              <a:gd name="connsiteX7" fmla="*/ 4826976 w 9478107"/>
              <a:gd name="connsiteY7" fmla="*/ 1298360 h 1298360"/>
              <a:gd name="connsiteX8" fmla="*/ 2751992 w 9478107"/>
              <a:gd name="connsiteY8" fmla="*/ 1289568 h 1298360"/>
              <a:gd name="connsiteX9" fmla="*/ 0 w 9478107"/>
              <a:gd name="connsiteY9" fmla="*/ 1236814 h 1298360"/>
              <a:gd name="connsiteX10" fmla="*/ 8792 w 9478107"/>
              <a:gd name="connsiteY10" fmla="*/ 375168 h 1298360"/>
              <a:gd name="connsiteX0" fmla="*/ 8792 w 9478107"/>
              <a:gd name="connsiteY0" fmla="*/ 421112 h 1344304"/>
              <a:gd name="connsiteX1" fmla="*/ 2057399 w 9478107"/>
              <a:gd name="connsiteY1" fmla="*/ 377150 h 1344304"/>
              <a:gd name="connsiteX2" fmla="*/ 4457699 w 9478107"/>
              <a:gd name="connsiteY2" fmla="*/ 447489 h 1344304"/>
              <a:gd name="connsiteX3" fmla="*/ 7016261 w 9478107"/>
              <a:gd name="connsiteY3" fmla="*/ 412320 h 1344304"/>
              <a:gd name="connsiteX4" fmla="*/ 9478107 w 9478107"/>
              <a:gd name="connsiteY4" fmla="*/ 421112 h 1344304"/>
              <a:gd name="connsiteX5" fmla="*/ 9469315 w 9478107"/>
              <a:gd name="connsiteY5" fmla="*/ 1326720 h 1344304"/>
              <a:gd name="connsiteX6" fmla="*/ 7253653 w 9478107"/>
              <a:gd name="connsiteY6" fmla="*/ 1317927 h 1344304"/>
              <a:gd name="connsiteX7" fmla="*/ 4826976 w 9478107"/>
              <a:gd name="connsiteY7" fmla="*/ 1344304 h 1344304"/>
              <a:gd name="connsiteX8" fmla="*/ 2751992 w 9478107"/>
              <a:gd name="connsiteY8" fmla="*/ 1335512 h 1344304"/>
              <a:gd name="connsiteX9" fmla="*/ 0 w 9478107"/>
              <a:gd name="connsiteY9" fmla="*/ 1282758 h 1344304"/>
              <a:gd name="connsiteX10" fmla="*/ 8792 w 9478107"/>
              <a:gd name="connsiteY10" fmla="*/ 421112 h 1344304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9478107 w 9478107"/>
              <a:gd name="connsiteY4" fmla="*/ 350485 h 1273677"/>
              <a:gd name="connsiteX5" fmla="*/ 9469315 w 9478107"/>
              <a:gd name="connsiteY5" fmla="*/ 1256093 h 1273677"/>
              <a:gd name="connsiteX6" fmla="*/ 7253653 w 9478107"/>
              <a:gd name="connsiteY6" fmla="*/ 1247300 h 1273677"/>
              <a:gd name="connsiteX7" fmla="*/ 4826976 w 9478107"/>
              <a:gd name="connsiteY7" fmla="*/ 1273677 h 1273677"/>
              <a:gd name="connsiteX8" fmla="*/ 2751992 w 9478107"/>
              <a:gd name="connsiteY8" fmla="*/ 1264885 h 1273677"/>
              <a:gd name="connsiteX9" fmla="*/ 0 w 9478107"/>
              <a:gd name="connsiteY9" fmla="*/ 1212131 h 1273677"/>
              <a:gd name="connsiteX10" fmla="*/ 8792 w 9478107"/>
              <a:gd name="connsiteY10" fmla="*/ 350485 h 1273677"/>
              <a:gd name="connsiteX0" fmla="*/ 8792 w 9478107"/>
              <a:gd name="connsiteY0" fmla="*/ 350485 h 1273677"/>
              <a:gd name="connsiteX1" fmla="*/ 2057399 w 9478107"/>
              <a:gd name="connsiteY1" fmla="*/ 306523 h 1273677"/>
              <a:gd name="connsiteX2" fmla="*/ 4457699 w 9478107"/>
              <a:gd name="connsiteY2" fmla="*/ 376862 h 1273677"/>
              <a:gd name="connsiteX3" fmla="*/ 7016261 w 9478107"/>
              <a:gd name="connsiteY3" fmla="*/ 341693 h 1273677"/>
              <a:gd name="connsiteX4" fmla="*/ 8414099 w 9478107"/>
              <a:gd name="connsiteY4" fmla="*/ 797823 h 1273677"/>
              <a:gd name="connsiteX5" fmla="*/ 9478107 w 9478107"/>
              <a:gd name="connsiteY5" fmla="*/ 350485 h 1273677"/>
              <a:gd name="connsiteX6" fmla="*/ 9469315 w 9478107"/>
              <a:gd name="connsiteY6" fmla="*/ 1256093 h 1273677"/>
              <a:gd name="connsiteX7" fmla="*/ 7253653 w 9478107"/>
              <a:gd name="connsiteY7" fmla="*/ 1247300 h 1273677"/>
              <a:gd name="connsiteX8" fmla="*/ 4826976 w 9478107"/>
              <a:gd name="connsiteY8" fmla="*/ 1273677 h 1273677"/>
              <a:gd name="connsiteX9" fmla="*/ 2751992 w 9478107"/>
              <a:gd name="connsiteY9" fmla="*/ 1264885 h 1273677"/>
              <a:gd name="connsiteX10" fmla="*/ 0 w 9478107"/>
              <a:gd name="connsiteY10" fmla="*/ 1212131 h 1273677"/>
              <a:gd name="connsiteX11" fmla="*/ 8792 w 9478107"/>
              <a:gd name="connsiteY11" fmla="*/ 350485 h 1273677"/>
              <a:gd name="connsiteX0" fmla="*/ 8792 w 9478107"/>
              <a:gd name="connsiteY0" fmla="*/ 463370 h 1386562"/>
              <a:gd name="connsiteX1" fmla="*/ 2057399 w 9478107"/>
              <a:gd name="connsiteY1" fmla="*/ 419408 h 1386562"/>
              <a:gd name="connsiteX2" fmla="*/ 4457699 w 9478107"/>
              <a:gd name="connsiteY2" fmla="*/ 489747 h 1386562"/>
              <a:gd name="connsiteX3" fmla="*/ 7009426 w 9478107"/>
              <a:gd name="connsiteY3" fmla="*/ 98357 h 1386562"/>
              <a:gd name="connsiteX4" fmla="*/ 8414099 w 9478107"/>
              <a:gd name="connsiteY4" fmla="*/ 910708 h 1386562"/>
              <a:gd name="connsiteX5" fmla="*/ 9478107 w 9478107"/>
              <a:gd name="connsiteY5" fmla="*/ 463370 h 1386562"/>
              <a:gd name="connsiteX6" fmla="*/ 9469315 w 9478107"/>
              <a:gd name="connsiteY6" fmla="*/ 1368978 h 1386562"/>
              <a:gd name="connsiteX7" fmla="*/ 7253653 w 9478107"/>
              <a:gd name="connsiteY7" fmla="*/ 1360185 h 1386562"/>
              <a:gd name="connsiteX8" fmla="*/ 4826976 w 9478107"/>
              <a:gd name="connsiteY8" fmla="*/ 1386562 h 1386562"/>
              <a:gd name="connsiteX9" fmla="*/ 2751992 w 9478107"/>
              <a:gd name="connsiteY9" fmla="*/ 1377770 h 1386562"/>
              <a:gd name="connsiteX10" fmla="*/ 0 w 9478107"/>
              <a:gd name="connsiteY10" fmla="*/ 1325016 h 1386562"/>
              <a:gd name="connsiteX11" fmla="*/ 8792 w 9478107"/>
              <a:gd name="connsiteY11" fmla="*/ 463370 h 1386562"/>
              <a:gd name="connsiteX0" fmla="*/ 8792 w 9478107"/>
              <a:gd name="connsiteY0" fmla="*/ 463370 h 1386562"/>
              <a:gd name="connsiteX1" fmla="*/ 2057399 w 9478107"/>
              <a:gd name="connsiteY1" fmla="*/ 419408 h 1386562"/>
              <a:gd name="connsiteX2" fmla="*/ 4457699 w 9478107"/>
              <a:gd name="connsiteY2" fmla="*/ 489747 h 1386562"/>
              <a:gd name="connsiteX3" fmla="*/ 7009426 w 9478107"/>
              <a:gd name="connsiteY3" fmla="*/ 98357 h 1386562"/>
              <a:gd name="connsiteX4" fmla="*/ 8414099 w 9478107"/>
              <a:gd name="connsiteY4" fmla="*/ 910708 h 1386562"/>
              <a:gd name="connsiteX5" fmla="*/ 9478107 w 9478107"/>
              <a:gd name="connsiteY5" fmla="*/ 463370 h 1386562"/>
              <a:gd name="connsiteX6" fmla="*/ 9469315 w 9478107"/>
              <a:gd name="connsiteY6" fmla="*/ 1368978 h 1386562"/>
              <a:gd name="connsiteX7" fmla="*/ 7253653 w 9478107"/>
              <a:gd name="connsiteY7" fmla="*/ 1360185 h 1386562"/>
              <a:gd name="connsiteX8" fmla="*/ 4826976 w 9478107"/>
              <a:gd name="connsiteY8" fmla="*/ 1386562 h 1386562"/>
              <a:gd name="connsiteX9" fmla="*/ 2751992 w 9478107"/>
              <a:gd name="connsiteY9" fmla="*/ 1377770 h 1386562"/>
              <a:gd name="connsiteX10" fmla="*/ 0 w 9478107"/>
              <a:gd name="connsiteY10" fmla="*/ 1325016 h 1386562"/>
              <a:gd name="connsiteX11" fmla="*/ 8792 w 9478107"/>
              <a:gd name="connsiteY11" fmla="*/ 463370 h 1386562"/>
              <a:gd name="connsiteX0" fmla="*/ 8792 w 9498612"/>
              <a:gd name="connsiteY0" fmla="*/ 463370 h 1386562"/>
              <a:gd name="connsiteX1" fmla="*/ 2057399 w 9498612"/>
              <a:gd name="connsiteY1" fmla="*/ 419408 h 1386562"/>
              <a:gd name="connsiteX2" fmla="*/ 4457699 w 9498612"/>
              <a:gd name="connsiteY2" fmla="*/ 489747 h 1386562"/>
              <a:gd name="connsiteX3" fmla="*/ 7009426 w 9498612"/>
              <a:gd name="connsiteY3" fmla="*/ 98357 h 1386562"/>
              <a:gd name="connsiteX4" fmla="*/ 8414099 w 9498612"/>
              <a:gd name="connsiteY4" fmla="*/ 910708 h 1386562"/>
              <a:gd name="connsiteX5" fmla="*/ 9498612 w 9498612"/>
              <a:gd name="connsiteY5" fmla="*/ 200892 h 1386562"/>
              <a:gd name="connsiteX6" fmla="*/ 9469315 w 9498612"/>
              <a:gd name="connsiteY6" fmla="*/ 1368978 h 1386562"/>
              <a:gd name="connsiteX7" fmla="*/ 7253653 w 9498612"/>
              <a:gd name="connsiteY7" fmla="*/ 1360185 h 1386562"/>
              <a:gd name="connsiteX8" fmla="*/ 4826976 w 9498612"/>
              <a:gd name="connsiteY8" fmla="*/ 1386562 h 1386562"/>
              <a:gd name="connsiteX9" fmla="*/ 2751992 w 9498612"/>
              <a:gd name="connsiteY9" fmla="*/ 1377770 h 1386562"/>
              <a:gd name="connsiteX10" fmla="*/ 0 w 9498612"/>
              <a:gd name="connsiteY10" fmla="*/ 1325016 h 1386562"/>
              <a:gd name="connsiteX11" fmla="*/ 8792 w 9498612"/>
              <a:gd name="connsiteY11" fmla="*/ 463370 h 1386562"/>
              <a:gd name="connsiteX0" fmla="*/ 8792 w 9498612"/>
              <a:gd name="connsiteY0" fmla="*/ 444298 h 1367490"/>
              <a:gd name="connsiteX1" fmla="*/ 2057399 w 9498612"/>
              <a:gd name="connsiteY1" fmla="*/ 400336 h 1367490"/>
              <a:gd name="connsiteX2" fmla="*/ 4320995 w 9498612"/>
              <a:gd name="connsiteY2" fmla="*/ 695656 h 1367490"/>
              <a:gd name="connsiteX3" fmla="*/ 7009426 w 9498612"/>
              <a:gd name="connsiteY3" fmla="*/ 79285 h 1367490"/>
              <a:gd name="connsiteX4" fmla="*/ 8414099 w 9498612"/>
              <a:gd name="connsiteY4" fmla="*/ 891636 h 1367490"/>
              <a:gd name="connsiteX5" fmla="*/ 9498612 w 9498612"/>
              <a:gd name="connsiteY5" fmla="*/ 181820 h 1367490"/>
              <a:gd name="connsiteX6" fmla="*/ 9469315 w 9498612"/>
              <a:gd name="connsiteY6" fmla="*/ 1349906 h 1367490"/>
              <a:gd name="connsiteX7" fmla="*/ 7253653 w 9498612"/>
              <a:gd name="connsiteY7" fmla="*/ 1341113 h 1367490"/>
              <a:gd name="connsiteX8" fmla="*/ 4826976 w 9498612"/>
              <a:gd name="connsiteY8" fmla="*/ 1367490 h 1367490"/>
              <a:gd name="connsiteX9" fmla="*/ 2751992 w 9498612"/>
              <a:gd name="connsiteY9" fmla="*/ 1358698 h 1367490"/>
              <a:gd name="connsiteX10" fmla="*/ 0 w 9498612"/>
              <a:gd name="connsiteY10" fmla="*/ 1305944 h 1367490"/>
              <a:gd name="connsiteX11" fmla="*/ 8792 w 9498612"/>
              <a:gd name="connsiteY11" fmla="*/ 444298 h 1367490"/>
              <a:gd name="connsiteX0" fmla="*/ 8792 w 9498612"/>
              <a:gd name="connsiteY0" fmla="*/ 428789 h 1351981"/>
              <a:gd name="connsiteX1" fmla="*/ 2057399 w 9498612"/>
              <a:gd name="connsiteY1" fmla="*/ 384827 h 1351981"/>
              <a:gd name="connsiteX2" fmla="*/ 3698995 w 9498612"/>
              <a:gd name="connsiteY2" fmla="*/ 961374 h 1351981"/>
              <a:gd name="connsiteX3" fmla="*/ 7009426 w 9498612"/>
              <a:gd name="connsiteY3" fmla="*/ 63776 h 1351981"/>
              <a:gd name="connsiteX4" fmla="*/ 8414099 w 9498612"/>
              <a:gd name="connsiteY4" fmla="*/ 876127 h 1351981"/>
              <a:gd name="connsiteX5" fmla="*/ 9498612 w 9498612"/>
              <a:gd name="connsiteY5" fmla="*/ 166311 h 1351981"/>
              <a:gd name="connsiteX6" fmla="*/ 9469315 w 9498612"/>
              <a:gd name="connsiteY6" fmla="*/ 1334397 h 1351981"/>
              <a:gd name="connsiteX7" fmla="*/ 7253653 w 9498612"/>
              <a:gd name="connsiteY7" fmla="*/ 1325604 h 1351981"/>
              <a:gd name="connsiteX8" fmla="*/ 4826976 w 9498612"/>
              <a:gd name="connsiteY8" fmla="*/ 1351981 h 1351981"/>
              <a:gd name="connsiteX9" fmla="*/ 2751992 w 9498612"/>
              <a:gd name="connsiteY9" fmla="*/ 1343189 h 1351981"/>
              <a:gd name="connsiteX10" fmla="*/ 0 w 9498612"/>
              <a:gd name="connsiteY10" fmla="*/ 1290435 h 1351981"/>
              <a:gd name="connsiteX11" fmla="*/ 8792 w 9498612"/>
              <a:gd name="connsiteY11" fmla="*/ 428789 h 1351981"/>
              <a:gd name="connsiteX0" fmla="*/ 8792 w 9498612"/>
              <a:gd name="connsiteY0" fmla="*/ 595005 h 1518197"/>
              <a:gd name="connsiteX1" fmla="*/ 2057399 w 9498612"/>
              <a:gd name="connsiteY1" fmla="*/ 551043 h 1518197"/>
              <a:gd name="connsiteX2" fmla="*/ 3698995 w 9498612"/>
              <a:gd name="connsiteY2" fmla="*/ 1127590 h 1518197"/>
              <a:gd name="connsiteX3" fmla="*/ 5386116 w 9498612"/>
              <a:gd name="connsiteY3" fmla="*/ 48678 h 1518197"/>
              <a:gd name="connsiteX4" fmla="*/ 7009426 w 9498612"/>
              <a:gd name="connsiteY4" fmla="*/ 229992 h 1518197"/>
              <a:gd name="connsiteX5" fmla="*/ 8414099 w 9498612"/>
              <a:gd name="connsiteY5" fmla="*/ 1042343 h 1518197"/>
              <a:gd name="connsiteX6" fmla="*/ 9498612 w 9498612"/>
              <a:gd name="connsiteY6" fmla="*/ 332527 h 1518197"/>
              <a:gd name="connsiteX7" fmla="*/ 9469315 w 9498612"/>
              <a:gd name="connsiteY7" fmla="*/ 1500613 h 1518197"/>
              <a:gd name="connsiteX8" fmla="*/ 7253653 w 9498612"/>
              <a:gd name="connsiteY8" fmla="*/ 1491820 h 1518197"/>
              <a:gd name="connsiteX9" fmla="*/ 4826976 w 9498612"/>
              <a:gd name="connsiteY9" fmla="*/ 1518197 h 1518197"/>
              <a:gd name="connsiteX10" fmla="*/ 2751992 w 9498612"/>
              <a:gd name="connsiteY10" fmla="*/ 1509405 h 1518197"/>
              <a:gd name="connsiteX11" fmla="*/ 0 w 9498612"/>
              <a:gd name="connsiteY11" fmla="*/ 1456651 h 1518197"/>
              <a:gd name="connsiteX12" fmla="*/ 8792 w 9498612"/>
              <a:gd name="connsiteY12" fmla="*/ 595005 h 1518197"/>
              <a:gd name="connsiteX0" fmla="*/ 8792 w 9498612"/>
              <a:gd name="connsiteY0" fmla="*/ 629716 h 1552908"/>
              <a:gd name="connsiteX1" fmla="*/ 2057399 w 9498612"/>
              <a:gd name="connsiteY1" fmla="*/ 585754 h 1552908"/>
              <a:gd name="connsiteX2" fmla="*/ 3698995 w 9498612"/>
              <a:gd name="connsiteY2" fmla="*/ 1162301 h 1552908"/>
              <a:gd name="connsiteX3" fmla="*/ 5386116 w 9498612"/>
              <a:gd name="connsiteY3" fmla="*/ 83389 h 1552908"/>
              <a:gd name="connsiteX4" fmla="*/ 7009426 w 9498612"/>
              <a:gd name="connsiteY4" fmla="*/ 264703 h 1552908"/>
              <a:gd name="connsiteX5" fmla="*/ 8414099 w 9498612"/>
              <a:gd name="connsiteY5" fmla="*/ 1077054 h 1552908"/>
              <a:gd name="connsiteX6" fmla="*/ 9498612 w 9498612"/>
              <a:gd name="connsiteY6" fmla="*/ 367238 h 1552908"/>
              <a:gd name="connsiteX7" fmla="*/ 9469315 w 9498612"/>
              <a:gd name="connsiteY7" fmla="*/ 1535324 h 1552908"/>
              <a:gd name="connsiteX8" fmla="*/ 7253653 w 9498612"/>
              <a:gd name="connsiteY8" fmla="*/ 1526531 h 1552908"/>
              <a:gd name="connsiteX9" fmla="*/ 4826976 w 9498612"/>
              <a:gd name="connsiteY9" fmla="*/ 1552908 h 1552908"/>
              <a:gd name="connsiteX10" fmla="*/ 2751992 w 9498612"/>
              <a:gd name="connsiteY10" fmla="*/ 1544116 h 1552908"/>
              <a:gd name="connsiteX11" fmla="*/ 0 w 9498612"/>
              <a:gd name="connsiteY11" fmla="*/ 1491362 h 1552908"/>
              <a:gd name="connsiteX12" fmla="*/ 8792 w 9498612"/>
              <a:gd name="connsiteY12" fmla="*/ 629716 h 1552908"/>
              <a:gd name="connsiteX0" fmla="*/ 8792 w 9498612"/>
              <a:gd name="connsiteY0" fmla="*/ 629716 h 1552908"/>
              <a:gd name="connsiteX1" fmla="*/ 2057399 w 9498612"/>
              <a:gd name="connsiteY1" fmla="*/ 585754 h 1552908"/>
              <a:gd name="connsiteX2" fmla="*/ 3698995 w 9498612"/>
              <a:gd name="connsiteY2" fmla="*/ 1162301 h 1552908"/>
              <a:gd name="connsiteX3" fmla="*/ 5386116 w 9498612"/>
              <a:gd name="connsiteY3" fmla="*/ 83389 h 1552908"/>
              <a:gd name="connsiteX4" fmla="*/ 7009426 w 9498612"/>
              <a:gd name="connsiteY4" fmla="*/ 264703 h 1552908"/>
              <a:gd name="connsiteX5" fmla="*/ 8414099 w 9498612"/>
              <a:gd name="connsiteY5" fmla="*/ 1077054 h 1552908"/>
              <a:gd name="connsiteX6" fmla="*/ 9498612 w 9498612"/>
              <a:gd name="connsiteY6" fmla="*/ 367238 h 1552908"/>
              <a:gd name="connsiteX7" fmla="*/ 9469315 w 9498612"/>
              <a:gd name="connsiteY7" fmla="*/ 1535324 h 1552908"/>
              <a:gd name="connsiteX8" fmla="*/ 7253653 w 9498612"/>
              <a:gd name="connsiteY8" fmla="*/ 1526531 h 1552908"/>
              <a:gd name="connsiteX9" fmla="*/ 4826976 w 9498612"/>
              <a:gd name="connsiteY9" fmla="*/ 1552908 h 1552908"/>
              <a:gd name="connsiteX10" fmla="*/ 2751992 w 9498612"/>
              <a:gd name="connsiteY10" fmla="*/ 1544116 h 1552908"/>
              <a:gd name="connsiteX11" fmla="*/ 0 w 9498612"/>
              <a:gd name="connsiteY11" fmla="*/ 1491362 h 1552908"/>
              <a:gd name="connsiteX12" fmla="*/ 8792 w 9498612"/>
              <a:gd name="connsiteY12" fmla="*/ 629716 h 1552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9498612" h="1552908">
                <a:moveTo>
                  <a:pt x="8792" y="629716"/>
                </a:moveTo>
                <a:cubicBezTo>
                  <a:pt x="671146" y="635577"/>
                  <a:pt x="973014" y="-123492"/>
                  <a:pt x="2057399" y="585754"/>
                </a:cubicBezTo>
                <a:cubicBezTo>
                  <a:pt x="3282459" y="1283277"/>
                  <a:pt x="3144209" y="1246028"/>
                  <a:pt x="3698995" y="1162301"/>
                </a:cubicBezTo>
                <a:cubicBezTo>
                  <a:pt x="4253781" y="1078574"/>
                  <a:pt x="4834377" y="232989"/>
                  <a:pt x="5386116" y="83389"/>
                </a:cubicBezTo>
                <a:cubicBezTo>
                  <a:pt x="5937855" y="-66211"/>
                  <a:pt x="6463751" y="-19649"/>
                  <a:pt x="7009426" y="264703"/>
                </a:cubicBezTo>
                <a:cubicBezTo>
                  <a:pt x="7646042" y="612966"/>
                  <a:pt x="8003791" y="1075589"/>
                  <a:pt x="8414099" y="1077054"/>
                </a:cubicBezTo>
                <a:cubicBezTo>
                  <a:pt x="8824407" y="1078519"/>
                  <a:pt x="9320464" y="250238"/>
                  <a:pt x="9498612" y="367238"/>
                </a:cubicBezTo>
                <a:cubicBezTo>
                  <a:pt x="9495681" y="669107"/>
                  <a:pt x="9472246" y="1233455"/>
                  <a:pt x="9469315" y="1535324"/>
                </a:cubicBezTo>
                <a:lnTo>
                  <a:pt x="7253653" y="1526531"/>
                </a:lnTo>
                <a:lnTo>
                  <a:pt x="4826976" y="1552908"/>
                </a:lnTo>
                <a:lnTo>
                  <a:pt x="2751992" y="1544116"/>
                </a:lnTo>
                <a:lnTo>
                  <a:pt x="0" y="1491362"/>
                </a:lnTo>
                <a:cubicBezTo>
                  <a:pt x="2931" y="1207077"/>
                  <a:pt x="-2932" y="931585"/>
                  <a:pt x="8792" y="629716"/>
                </a:cubicBezTo>
                <a:close/>
              </a:path>
            </a:pathLst>
          </a:custGeom>
          <a:gradFill>
            <a:gsLst>
              <a:gs pos="0">
                <a:srgbClr val="EFFCFF"/>
              </a:gs>
              <a:gs pos="50000">
                <a:schemeClr val="accent4">
                  <a:lumMod val="40000"/>
                  <a:lumOff val="6000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  <a:effectLst>
            <a:glow>
              <a:srgbClr val="FFFF00"/>
            </a:glow>
            <a:outerShdw algn="ctr" rotWithShape="0">
              <a:schemeClr val="tx1"/>
            </a:outerShdw>
          </a:effectLst>
          <a:scene3d>
            <a:camera prst="orthographicFront"/>
            <a:lightRig rig="threePt" dir="t"/>
          </a:scene3d>
          <a:sp3d>
            <a:bevelT w="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3F48FE32-30A8-91E8-073B-1CE94513A3C5}"/>
              </a:ext>
            </a:extLst>
          </p:cNvPr>
          <p:cNvSpPr/>
          <p:nvPr/>
        </p:nvSpPr>
        <p:spPr>
          <a:xfrm>
            <a:off x="-7747" y="6538183"/>
            <a:ext cx="12207494" cy="319817"/>
          </a:xfrm>
          <a:prstGeom prst="rect">
            <a:avLst/>
          </a:prstGeom>
          <a:solidFill>
            <a:srgbClr val="8ECEFA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32C03B4-4368-B8A0-5078-A33BA60C0D0C}"/>
              </a:ext>
            </a:extLst>
          </p:cNvPr>
          <p:cNvSpPr txBox="1"/>
          <p:nvPr/>
        </p:nvSpPr>
        <p:spPr>
          <a:xfrm>
            <a:off x="463483" y="1401679"/>
            <a:ext cx="1054702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cs typeface="Times New Roman" panose="02020603050405020304" pitchFamily="18" charset="0"/>
              </a:rPr>
              <a:t>Load Reports of the OPTIMUS </a:t>
            </a:r>
            <a:r>
              <a:rPr lang="en-GB" dirty="0" err="1">
                <a:solidFill>
                  <a:schemeClr val="tx1">
                    <a:lumMod val="95000"/>
                    <a:lumOff val="5000"/>
                  </a:schemeClr>
                </a:solidFill>
                <a:cs typeface="Times New Roman" panose="02020603050405020304" pitchFamily="18" charset="0"/>
              </a:rPr>
              <a:t>Ocenaus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cs typeface="Times New Roman" panose="02020603050405020304" pitchFamily="18" charset="0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Standard, DNVGL-ST-0376 – Edition December 2016</a:t>
            </a:r>
            <a:endParaRPr lang="en-GB" dirty="0"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>
                <a:cs typeface="Times New Roman" panose="02020603050405020304" pitchFamily="18" charset="0"/>
              </a:rPr>
              <a:t>TurbSim</a:t>
            </a:r>
            <a:r>
              <a:rPr lang="en-GB" dirty="0">
                <a:cs typeface="Times New Roman" panose="02020603050405020304" pitchFamily="18" charset="0"/>
              </a:rPr>
              <a:t>, OpenFAST_v3.0 &amp; NREL 5 MW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>
                <a:cs typeface="Times New Roman" panose="02020603050405020304" pitchFamily="18" charset="0"/>
              </a:rPr>
              <a:t>MatLAB</a:t>
            </a:r>
            <a:r>
              <a:rPr lang="en-GB" dirty="0">
                <a:cs typeface="Times New Roman" panose="02020603050405020304" pitchFamily="18" charset="0"/>
              </a:rPr>
              <a:t> 2011b, </a:t>
            </a:r>
            <a:r>
              <a:rPr lang="en-GB" dirty="0" err="1">
                <a:cs typeface="Times New Roman" panose="02020603050405020304" pitchFamily="18" charset="0"/>
              </a:rPr>
              <a:t>MExtremes</a:t>
            </a:r>
            <a:endParaRPr lang="en-GB" dirty="0">
              <a:cs typeface="Times New Roman" panose="02020603050405020304" pitchFamily="18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5E1DA7A-832B-59A9-3560-8C4D55C27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418" y="502853"/>
            <a:ext cx="2724774" cy="712728"/>
          </a:xfrm>
        </p:spPr>
        <p:txBody>
          <a:bodyPr>
            <a:normAutofit fontScale="90000"/>
          </a:bodyPr>
          <a:lstStyle/>
          <a:p>
            <a:r>
              <a:rPr lang="en-US" dirty="0"/>
              <a:t>References</a:t>
            </a:r>
            <a:endParaRPr lang="de-DE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80213FB-EC9C-6767-58CC-49D609115B85}"/>
              </a:ext>
            </a:extLst>
          </p:cNvPr>
          <p:cNvCxnSpPr/>
          <p:nvPr/>
        </p:nvCxnSpPr>
        <p:spPr>
          <a:xfrm>
            <a:off x="484418" y="1171879"/>
            <a:ext cx="11218984" cy="0"/>
          </a:xfrm>
          <a:prstGeom prst="line">
            <a:avLst/>
          </a:prstGeom>
          <a:ln w="38100">
            <a:solidFill>
              <a:srgbClr val="8ECE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1129FCA-49E1-C2AD-B541-FCEDEF0BB603}"/>
              </a:ext>
            </a:extLst>
          </p:cNvPr>
          <p:cNvSpPr txBox="1">
            <a:spLocks/>
          </p:cNvSpPr>
          <p:nvPr/>
        </p:nvSpPr>
        <p:spPr>
          <a:xfrm>
            <a:off x="1833304" y="6538183"/>
            <a:ext cx="376496" cy="3198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13F6232-4F06-48BA-8F69-BF531F607829}" type="slidenum">
              <a:rPr lang="en-GB" sz="1400" smtClean="0">
                <a:solidFill>
                  <a:schemeClr val="bg1"/>
                </a:solidFill>
              </a:rPr>
              <a:pPr/>
              <a:t>10</a:t>
            </a:fld>
            <a:endParaRPr lang="en-GB" sz="14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563EE5-B3E5-55A6-0898-3C96C1BE7B95}"/>
              </a:ext>
            </a:extLst>
          </p:cNvPr>
          <p:cNvSpPr txBox="1"/>
          <p:nvPr/>
        </p:nvSpPr>
        <p:spPr>
          <a:xfrm>
            <a:off x="9172575" y="6542216"/>
            <a:ext cx="27876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Load &amp; Dynamics Team/ Optimus Syria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54D7F5-6570-ACBE-ED5E-F8FE71E45631}"/>
              </a:ext>
            </a:extLst>
          </p:cNvPr>
          <p:cNvSpPr txBox="1"/>
          <p:nvPr/>
        </p:nvSpPr>
        <p:spPr>
          <a:xfrm>
            <a:off x="412716" y="6565449"/>
            <a:ext cx="10001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16/12/2025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054D57-B39A-6E7C-09BD-BB4527BE02A1}"/>
              </a:ext>
            </a:extLst>
          </p:cNvPr>
          <p:cNvSpPr txBox="1"/>
          <p:nvPr/>
        </p:nvSpPr>
        <p:spPr>
          <a:xfrm>
            <a:off x="5372759" y="6597317"/>
            <a:ext cx="14764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Arham Memon</a:t>
            </a:r>
          </a:p>
        </p:txBody>
      </p:sp>
    </p:spTree>
    <p:extLst>
      <p:ext uri="{BB962C8B-B14F-4D97-AF65-F5344CB8AC3E}">
        <p14:creationId xmlns:p14="http://schemas.microsoft.com/office/powerpoint/2010/main" val="38779412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  <wetp:taskpane dockstate="right" visibility="0" width="438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BCD039B6-C6AB-492A-94BF-C46AF895D2E7}">
  <we:reference id="WA200007130" version="1.0.0.1" store="en-US" storeType="omex"/>
  <we:alternateReferences>
    <we:reference id="WA200007130" version="1.0.0.1" store="en-US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73D784B2-E216-4A14-BE4B-F0CA301E2B20}">
  <we:reference id="WA200005566" version="3.0.0.3" store="en-US" storeType="omex"/>
  <we:alternateReferences>
    <we:reference id="WA200005566" version="3.0.0.3" store="en-US" storeType="omex"/>
  </we:alternateReferences>
  <we:properties/>
  <we:bindings/>
  <we:snapshot xmlns:r="http://schemas.openxmlformats.org/officeDocument/2006/relationships"/>
</we:webextension>
</file>

<file path=docMetadata/LabelInfo.xml><?xml version="1.0" encoding="utf-8"?>
<clbl:labelList xmlns:clbl="http://schemas.microsoft.com/office/2020/mipLabelMetadata">
  <clbl:label id="{48141450-2387-4aca-b41f-19cd6be9dd3c}" enabled="1" method="Standard" siteId="{adf10e2b-b6e9-41d6-be2f-c12bb566019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329</TotalTime>
  <Words>358</Words>
  <Application>Microsoft Office PowerPoint</Application>
  <PresentationFormat>Widescreen</PresentationFormat>
  <Paragraphs>103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Times New Roman</vt:lpstr>
      <vt:lpstr>Office Theme</vt:lpstr>
      <vt:lpstr>Custom Design</vt:lpstr>
      <vt:lpstr>Weekly report: Load &amp; Dynamics</vt:lpstr>
      <vt:lpstr>Agenda For Loads &amp; Dynamics</vt:lpstr>
      <vt:lpstr>Final Procedure</vt:lpstr>
      <vt:lpstr>Working Directory</vt:lpstr>
      <vt:lpstr>Result Output</vt:lpstr>
      <vt:lpstr>Extreme Tables</vt:lpstr>
      <vt:lpstr>Maximum Extracted Values </vt:lpstr>
      <vt:lpstr>Maximum Extracted Values </vt:lpstr>
      <vt:lpstr>Conclusion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Weekly report lidar-assisted control group</dc:title>
  <dc:creator>Federico De Mita</dc:creator>
  <cp:lastModifiedBy>Md Aman</cp:lastModifiedBy>
  <cp:revision>102</cp:revision>
  <dcterms:created xsi:type="dcterms:W3CDTF">2025-07-21T13:11:31Z</dcterms:created>
  <dcterms:modified xsi:type="dcterms:W3CDTF">2025-12-16T03:18:35Z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umentInfoFinished">
    <vt:lpwstr>True</vt:lpwstr>
  </property>
  <property fmtid="{D5CDD505-2E9C-101B-9397-08002B2CF9AE}" pid="3" name="MSIP_Label_48141450-2387-4aca-b41f-19cd6be9dd3c_Enabled">
    <vt:lpwstr>true</vt:lpwstr>
  </property>
  <property fmtid="{D5CDD505-2E9C-101B-9397-08002B2CF9AE}" pid="4" name="MSIP_Label_48141450-2387-4aca-b41f-19cd6be9dd3c_SetDate">
    <vt:lpwstr>2025-09-28T13:19:16Z</vt:lpwstr>
  </property>
  <property fmtid="{D5CDD505-2E9C-101B-9397-08002B2CF9AE}" pid="5" name="MSIP_Label_48141450-2387-4aca-b41f-19cd6be9dd3c_Method">
    <vt:lpwstr>Standard</vt:lpwstr>
  </property>
  <property fmtid="{D5CDD505-2E9C-101B-9397-08002B2CF9AE}" pid="6" name="MSIP_Label_48141450-2387-4aca-b41f-19cd6be9dd3c_Name">
    <vt:lpwstr>Restricted_Unprotected</vt:lpwstr>
  </property>
  <property fmtid="{D5CDD505-2E9C-101B-9397-08002B2CF9AE}" pid="7" name="MSIP_Label_48141450-2387-4aca-b41f-19cd6be9dd3c_SiteId">
    <vt:lpwstr>adf10e2b-b6e9-41d6-be2f-c12bb566019c</vt:lpwstr>
  </property>
  <property fmtid="{D5CDD505-2E9C-101B-9397-08002B2CF9AE}" pid="8" name="MSIP_Label_48141450-2387-4aca-b41f-19cd6be9dd3c_ActionId">
    <vt:lpwstr>2ebed701-3566-4ac7-9aa9-92359fcb4805</vt:lpwstr>
  </property>
  <property fmtid="{D5CDD505-2E9C-101B-9397-08002B2CF9AE}" pid="9" name="MSIP_Label_48141450-2387-4aca-b41f-19cd6be9dd3c_ContentBits">
    <vt:lpwstr>0</vt:lpwstr>
  </property>
  <property fmtid="{D5CDD505-2E9C-101B-9397-08002B2CF9AE}" pid="10" name="MSIP_Label_48141450-2387-4aca-b41f-19cd6be9dd3c_Tag">
    <vt:lpwstr>10, 3, 0, 1</vt:lpwstr>
  </property>
</Properties>
</file>