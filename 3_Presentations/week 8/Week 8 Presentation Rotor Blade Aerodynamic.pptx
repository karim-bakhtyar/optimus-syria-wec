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1"/>
  </p:notesMasterIdLst>
  <p:handoutMasterIdLst>
    <p:handoutMasterId r:id="rId12"/>
  </p:handoutMasterIdLst>
  <p:sldIdLst>
    <p:sldId id="270" r:id="rId4"/>
    <p:sldId id="259" r:id="rId5"/>
    <p:sldId id="284" r:id="rId6"/>
    <p:sldId id="296" r:id="rId7"/>
    <p:sldId id="300" r:id="rId8"/>
    <p:sldId id="301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6"/>
            <p14:sldId id="300"/>
            <p14:sldId id="301"/>
          </p14:sldIdLst>
        </p14:section>
        <p14:section name="Bibliography" id="{2ECB0A3B-7D16-4F98-AD6A-5308DF7BF078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BCABD-33AA-459D-B346-06C830A87B27}" v="175" dt="2025-11-17T18:07:02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arp Pathak" userId="4a92b423ed8c55cf" providerId="LiveId" clId="{8CD35AB5-3580-4BDC-947D-96F75907F7B2}"/>
    <pc:docChg chg="undo custSel addSld delSld modSld sldOrd modSection">
      <pc:chgData name="Kandarp Pathak" userId="4a92b423ed8c55cf" providerId="LiveId" clId="{8CD35AB5-3580-4BDC-947D-96F75907F7B2}" dt="2025-11-17T18:07:05.866" v="4268" actId="1076"/>
      <pc:docMkLst>
        <pc:docMk/>
      </pc:docMkLst>
      <pc:sldChg chg="modSp mod">
        <pc:chgData name="Kandarp Pathak" userId="4a92b423ed8c55cf" providerId="LiveId" clId="{8CD35AB5-3580-4BDC-947D-96F75907F7B2}" dt="2025-11-17T17:38:11.224" v="3587" actId="1076"/>
        <pc:sldMkLst>
          <pc:docMk/>
          <pc:sldMk cId="1106553756" sldId="259"/>
        </pc:sldMkLst>
        <pc:spChg chg="mod">
          <ac:chgData name="Kandarp Pathak" userId="4a92b423ed8c55cf" providerId="LiveId" clId="{8CD35AB5-3580-4BDC-947D-96F75907F7B2}" dt="2025-11-17T17:38:11.224" v="3587" actId="1076"/>
          <ac:spMkLst>
            <pc:docMk/>
            <pc:sldMk cId="1106553756" sldId="259"/>
            <ac:spMk id="4" creationId="{00000000-0000-0000-0000-000000000000}"/>
          </ac:spMkLst>
        </pc:spChg>
        <pc:spChg chg="mod">
          <ac:chgData name="Kandarp Pathak" userId="4a92b423ed8c55cf" providerId="LiveId" clId="{8CD35AB5-3580-4BDC-947D-96F75907F7B2}" dt="2025-11-17T17:23:11.089" v="3349" actId="20577"/>
          <ac:spMkLst>
            <pc:docMk/>
            <pc:sldMk cId="1106553756" sldId="259"/>
            <ac:spMk id="8" creationId="{9982188D-DB72-4CAF-98D5-DE22407E3D28}"/>
          </ac:spMkLst>
        </pc:spChg>
        <pc:spChg chg="mod">
          <ac:chgData name="Kandarp Pathak" userId="4a92b423ed8c55cf" providerId="LiveId" clId="{8CD35AB5-3580-4BDC-947D-96F75907F7B2}" dt="2025-10-26T14:27:32.662" v="148" actId="20577"/>
          <ac:spMkLst>
            <pc:docMk/>
            <pc:sldMk cId="1106553756" sldId="259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17T17:23:06.723" v="3347" actId="20577"/>
          <ac:spMkLst>
            <pc:docMk/>
            <pc:sldMk cId="1106553756" sldId="259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0-26T17:56:35.174" v="1449" actId="255"/>
          <ac:spMkLst>
            <pc:docMk/>
            <pc:sldMk cId="1106553756" sldId="259"/>
            <ac:spMk id="22" creationId="{C01C5AA7-5821-01BD-1AC8-74837347C777}"/>
          </ac:spMkLst>
        </pc:spChg>
      </pc:sldChg>
      <pc:sldChg chg="delSp modSp mod">
        <pc:chgData name="Kandarp Pathak" userId="4a92b423ed8c55cf" providerId="LiveId" clId="{8CD35AB5-3580-4BDC-947D-96F75907F7B2}" dt="2025-11-17T17:20:41.490" v="3228" actId="20577"/>
        <pc:sldMkLst>
          <pc:docMk/>
          <pc:sldMk cId="1515102388" sldId="270"/>
        </pc:sldMkLst>
        <pc:spChg chg="mod">
          <ac:chgData name="Kandarp Pathak" userId="4a92b423ed8c55cf" providerId="LiveId" clId="{8CD35AB5-3580-4BDC-947D-96F75907F7B2}" dt="2025-10-26T14:31:28.748" v="391" actId="20577"/>
          <ac:spMkLst>
            <pc:docMk/>
            <pc:sldMk cId="1515102388" sldId="270"/>
            <ac:spMk id="8" creationId="{7FF1E788-369D-9A8F-8F84-AD852E9D2EDA}"/>
          </ac:spMkLst>
        </pc:spChg>
        <pc:spChg chg="mod">
          <ac:chgData name="Kandarp Pathak" userId="4a92b423ed8c55cf" providerId="LiveId" clId="{8CD35AB5-3580-4BDC-947D-96F75907F7B2}" dt="2025-11-17T17:19:48.288" v="3167" actId="20577"/>
          <ac:spMkLst>
            <pc:docMk/>
            <pc:sldMk cId="1515102388" sldId="270"/>
            <ac:spMk id="10" creationId="{277A63BB-08BE-619B-2533-3CC69CC19E93}"/>
          </ac:spMkLst>
        </pc:spChg>
        <pc:spChg chg="mod">
          <ac:chgData name="Kandarp Pathak" userId="4a92b423ed8c55cf" providerId="LiveId" clId="{8CD35AB5-3580-4BDC-947D-96F75907F7B2}" dt="2025-10-26T14:26:48.436" v="95" actId="20577"/>
          <ac:spMkLst>
            <pc:docMk/>
            <pc:sldMk cId="1515102388" sldId="270"/>
            <ac:spMk id="11" creationId="{6C33708F-5C1C-4DEB-9893-96704EE48E03}"/>
          </ac:spMkLst>
        </pc:spChg>
        <pc:spChg chg="mod">
          <ac:chgData name="Kandarp Pathak" userId="4a92b423ed8c55cf" providerId="LiveId" clId="{8CD35AB5-3580-4BDC-947D-96F75907F7B2}" dt="2025-11-17T17:20:36.147" v="3226" actId="20577"/>
          <ac:spMkLst>
            <pc:docMk/>
            <pc:sldMk cId="1515102388" sldId="270"/>
            <ac:spMk id="12" creationId="{55185CE4-A5C3-45EC-B552-A42597EFE5E0}"/>
          </ac:spMkLst>
        </pc:spChg>
        <pc:spChg chg="mod">
          <ac:chgData name="Kandarp Pathak" userId="4a92b423ed8c55cf" providerId="LiveId" clId="{8CD35AB5-3580-4BDC-947D-96F75907F7B2}" dt="2025-11-17T17:20:05.489" v="3206" actId="20577"/>
          <ac:spMkLst>
            <pc:docMk/>
            <pc:sldMk cId="1515102388" sldId="270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1-17T17:20:41.490" v="3228" actId="20577"/>
          <ac:spMkLst>
            <pc:docMk/>
            <pc:sldMk cId="1515102388" sldId="270"/>
            <ac:spMk id="14" creationId="{417D587D-76A0-4058-87DA-7E769D5E55A9}"/>
          </ac:spMkLst>
        </pc:spChg>
      </pc:sldChg>
      <pc:sldChg chg="addSp delSp modSp mod ord">
        <pc:chgData name="Kandarp Pathak" userId="4a92b423ed8c55cf" providerId="LiveId" clId="{8CD35AB5-3580-4BDC-947D-96F75907F7B2}" dt="2025-11-17T18:07:05.866" v="4268" actId="1076"/>
        <pc:sldMkLst>
          <pc:docMk/>
          <pc:sldMk cId="1469653946" sldId="284"/>
        </pc:sldMkLst>
        <pc:spChg chg="add mod">
          <ac:chgData name="Kandarp Pathak" userId="4a92b423ed8c55cf" providerId="LiveId" clId="{8CD35AB5-3580-4BDC-947D-96F75907F7B2}" dt="2025-11-17T18:07:05.866" v="4268" actId="1076"/>
          <ac:spMkLst>
            <pc:docMk/>
            <pc:sldMk cId="1469653946" sldId="284"/>
            <ac:spMk id="4" creationId="{4861B443-0B49-739C-2B1C-1D11E25FEB4F}"/>
          </ac:spMkLst>
        </pc:spChg>
        <pc:spChg chg="add del mod">
          <ac:chgData name="Kandarp Pathak" userId="4a92b423ed8c55cf" providerId="LiveId" clId="{8CD35AB5-3580-4BDC-947D-96F75907F7B2}" dt="2025-11-17T17:42:36.628" v="3611" actId="113"/>
          <ac:spMkLst>
            <pc:docMk/>
            <pc:sldMk cId="1469653946" sldId="284"/>
            <ac:spMk id="9" creationId="{00000000-0000-0000-0000-000000000000}"/>
          </ac:spMkLst>
        </pc:spChg>
        <pc:spChg chg="mod">
          <ac:chgData name="Kandarp Pathak" userId="4a92b423ed8c55cf" providerId="LiveId" clId="{8CD35AB5-3580-4BDC-947D-96F75907F7B2}" dt="2025-10-26T14:29:27.370" v="306" actId="20577"/>
          <ac:spMkLst>
            <pc:docMk/>
            <pc:sldMk cId="1469653946" sldId="284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17T17:23:31.351" v="3375" actId="20577"/>
          <ac:spMkLst>
            <pc:docMk/>
            <pc:sldMk cId="1469653946" sldId="284"/>
            <ac:spMk id="12" creationId="{132D16E5-6BE7-8FC8-CFB3-81C918BB45F1}"/>
          </ac:spMkLst>
        </pc:spChg>
        <pc:spChg chg="mod">
          <ac:chgData name="Kandarp Pathak" userId="4a92b423ed8c55cf" providerId="LiveId" clId="{8CD35AB5-3580-4BDC-947D-96F75907F7B2}" dt="2025-11-17T17:23:19.472" v="3355" actId="20577"/>
          <ac:spMkLst>
            <pc:docMk/>
            <pc:sldMk cId="1469653946" sldId="284"/>
            <ac:spMk id="16" creationId="{1A85B8DA-23F3-4768-8FBE-B758843AF63C}"/>
          </ac:spMkLst>
        </pc:spChg>
        <pc:picChg chg="add mod">
          <ac:chgData name="Kandarp Pathak" userId="4a92b423ed8c55cf" providerId="LiveId" clId="{8CD35AB5-3580-4BDC-947D-96F75907F7B2}" dt="2025-11-17T18:06:51.584" v="4266" actId="1076"/>
          <ac:picMkLst>
            <pc:docMk/>
            <pc:sldMk cId="1469653946" sldId="284"/>
            <ac:picMk id="3" creationId="{DD478D90-5919-CDF0-67C3-87BB2A895EC6}"/>
          </ac:picMkLst>
        </pc:picChg>
      </pc:sldChg>
      <pc:sldChg chg="addSp delSp modSp add mod ord">
        <pc:chgData name="Kandarp Pathak" userId="4a92b423ed8c55cf" providerId="LiveId" clId="{8CD35AB5-3580-4BDC-947D-96F75907F7B2}" dt="2025-11-17T17:25:41.191" v="3487" actId="20577"/>
        <pc:sldMkLst>
          <pc:docMk/>
          <pc:sldMk cId="2462744162" sldId="295"/>
        </pc:sldMkLst>
        <pc:spChg chg="add mod">
          <ac:chgData name="Kandarp Pathak" userId="4a92b423ed8c55cf" providerId="LiveId" clId="{8CD35AB5-3580-4BDC-947D-96F75907F7B2}" dt="2025-11-17T17:22:18.174" v="3319" actId="20577"/>
          <ac:spMkLst>
            <pc:docMk/>
            <pc:sldMk cId="2462744162" sldId="295"/>
            <ac:spMk id="4" creationId="{77693C0B-6526-C4D4-FCC1-931F741AED90}"/>
          </ac:spMkLst>
        </pc:spChg>
        <pc:spChg chg="mod">
          <ac:chgData name="Kandarp Pathak" userId="4a92b423ed8c55cf" providerId="LiveId" clId="{8CD35AB5-3580-4BDC-947D-96F75907F7B2}" dt="2025-11-17T17:25:41.191" v="3487" actId="20577"/>
          <ac:spMkLst>
            <pc:docMk/>
            <pc:sldMk cId="2462744162" sldId="295"/>
            <ac:spMk id="10" creationId="{0A37090C-7749-16F9-501E-6104E0EC5591}"/>
          </ac:spMkLst>
        </pc:spChg>
        <pc:spChg chg="mod">
          <ac:chgData name="Kandarp Pathak" userId="4a92b423ed8c55cf" providerId="LiveId" clId="{8CD35AB5-3580-4BDC-947D-96F75907F7B2}" dt="2025-10-26T17:45:36.565" v="1283" actId="113"/>
          <ac:spMkLst>
            <pc:docMk/>
            <pc:sldMk cId="2462744162" sldId="295"/>
            <ac:spMk id="13" creationId="{0265B650-5C12-DCEA-370A-74CD7B7770A0}"/>
          </ac:spMkLst>
        </pc:spChg>
        <pc:spChg chg="mod">
          <ac:chgData name="Kandarp Pathak" userId="4a92b423ed8c55cf" providerId="LiveId" clId="{8CD35AB5-3580-4BDC-947D-96F75907F7B2}" dt="2025-11-17T17:25:38.138" v="3485" actId="20577"/>
          <ac:spMkLst>
            <pc:docMk/>
            <pc:sldMk cId="2462744162" sldId="295"/>
            <ac:spMk id="15" creationId="{FD893080-6DAE-DA86-12D0-34A77F409673}"/>
          </ac:spMkLst>
        </pc:spChg>
      </pc:sldChg>
      <pc:sldChg chg="addSp delSp modSp add mod">
        <pc:chgData name="Kandarp Pathak" userId="4a92b423ed8c55cf" providerId="LiveId" clId="{8CD35AB5-3580-4BDC-947D-96F75907F7B2}" dt="2025-11-17T17:55:44.339" v="4058" actId="20577"/>
        <pc:sldMkLst>
          <pc:docMk/>
          <pc:sldMk cId="841049168" sldId="296"/>
        </pc:sldMkLst>
        <pc:spChg chg="add del 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2" creationId="{04498A4F-33D9-D9D9-56A2-065D6CCBB619}"/>
          </ac:spMkLst>
        </pc:spChg>
        <pc:spChg chg="add del mod">
          <ac:chgData name="Kandarp Pathak" userId="4a92b423ed8c55cf" providerId="LiveId" clId="{8CD35AB5-3580-4BDC-947D-96F75907F7B2}" dt="2025-11-17T17:47:29.159" v="3629"/>
          <ac:spMkLst>
            <pc:docMk/>
            <pc:sldMk cId="841049168" sldId="296"/>
            <ac:spMk id="5" creationId="{A4C8D9A8-21BC-D7D7-63E9-8C84337F2EA8}"/>
          </ac:spMkLst>
        </pc:spChg>
        <pc:spChg chg="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6" creationId="{26CAE4E5-9171-994A-2764-15DA4FC44BE8}"/>
          </ac:spMkLst>
        </pc:spChg>
        <pc:spChg chg="add mod">
          <ac:chgData name="Kandarp Pathak" userId="4a92b423ed8c55cf" providerId="LiveId" clId="{8CD35AB5-3580-4BDC-947D-96F75907F7B2}" dt="2025-11-17T17:53:41.562" v="3920" actId="113"/>
          <ac:spMkLst>
            <pc:docMk/>
            <pc:sldMk cId="841049168" sldId="296"/>
            <ac:spMk id="7" creationId="{86ACD087-9743-8A09-96B5-CA7F2EBEE137}"/>
          </ac:spMkLst>
        </pc:spChg>
        <pc:spChg chg="add mod">
          <ac:chgData name="Kandarp Pathak" userId="4a92b423ed8c55cf" providerId="LiveId" clId="{8CD35AB5-3580-4BDC-947D-96F75907F7B2}" dt="2025-11-17T17:43:21.671" v="3616" actId="14100"/>
          <ac:spMkLst>
            <pc:docMk/>
            <pc:sldMk cId="841049168" sldId="296"/>
            <ac:spMk id="8" creationId="{76EF2121-66B0-4082-A2E9-A1C5B3DAE4D2}"/>
          </ac:spMkLst>
        </pc:spChg>
        <pc:spChg chg="add del mod">
          <ac:chgData name="Kandarp Pathak" userId="4a92b423ed8c55cf" providerId="LiveId" clId="{8CD35AB5-3580-4BDC-947D-96F75907F7B2}" dt="2025-11-17T17:54:32.713" v="3936"/>
          <ac:spMkLst>
            <pc:docMk/>
            <pc:sldMk cId="841049168" sldId="296"/>
            <ac:spMk id="9" creationId="{36F14878-1DE4-B5DC-00EA-73E46767C1D5}"/>
          </ac:spMkLst>
        </pc:spChg>
        <pc:spChg chg="add del mod">
          <ac:chgData name="Kandarp Pathak" userId="4a92b423ed8c55cf" providerId="LiveId" clId="{8CD35AB5-3580-4BDC-947D-96F75907F7B2}" dt="2025-11-17T17:54:56.105" v="3964"/>
          <ac:spMkLst>
            <pc:docMk/>
            <pc:sldMk cId="841049168" sldId="296"/>
            <ac:spMk id="10" creationId="{1BEEF17A-01C5-1B06-F40D-57769B360610}"/>
          </ac:spMkLst>
        </pc:spChg>
        <pc:spChg chg="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11" creationId="{67009BC6-9FB4-4475-E975-1D09260757F8}"/>
          </ac:spMkLst>
        </pc:spChg>
        <pc:spChg chg="mod">
          <ac:chgData name="Kandarp Pathak" userId="4a92b423ed8c55cf" providerId="LiveId" clId="{8CD35AB5-3580-4BDC-947D-96F75907F7B2}" dt="2025-11-17T17:23:53.157" v="3393" actId="20577"/>
          <ac:spMkLst>
            <pc:docMk/>
            <pc:sldMk cId="841049168" sldId="296"/>
            <ac:spMk id="12" creationId="{2C2EE7FC-FA2B-329E-7606-1DE35E2AB4A0}"/>
          </ac:spMkLst>
        </pc:spChg>
        <pc:spChg chg="add mod">
          <ac:chgData name="Kandarp Pathak" userId="4a92b423ed8c55cf" providerId="LiveId" clId="{8CD35AB5-3580-4BDC-947D-96F75907F7B2}" dt="2025-11-17T17:55:44.339" v="4058" actId="20577"/>
          <ac:spMkLst>
            <pc:docMk/>
            <pc:sldMk cId="841049168" sldId="296"/>
            <ac:spMk id="13" creationId="{029D49DC-4A90-2A51-B484-2801541870C9}"/>
          </ac:spMkLst>
        </pc:spChg>
        <pc:spChg chg="mod">
          <ac:chgData name="Kandarp Pathak" userId="4a92b423ed8c55cf" providerId="LiveId" clId="{8CD35AB5-3580-4BDC-947D-96F75907F7B2}" dt="2025-11-17T17:23:40.037" v="3377" actId="20577"/>
          <ac:spMkLst>
            <pc:docMk/>
            <pc:sldMk cId="841049168" sldId="296"/>
            <ac:spMk id="16" creationId="{D0149319-9B3A-E7D3-2DF7-107D97204BF3}"/>
          </ac:spMkLst>
        </pc:spChg>
        <pc:picChg chg="add mod">
          <ac:chgData name="Kandarp Pathak" userId="4a92b423ed8c55cf" providerId="LiveId" clId="{8CD35AB5-3580-4BDC-947D-96F75907F7B2}" dt="2025-11-17T17:53:55.905" v="3923" actId="14100"/>
          <ac:picMkLst>
            <pc:docMk/>
            <pc:sldMk cId="841049168" sldId="296"/>
            <ac:picMk id="4" creationId="{5EA98E5A-7BF5-E8FB-8E54-B58A4E046A2E}"/>
          </ac:picMkLst>
        </pc:picChg>
        <pc:picChg chg="add del mod">
          <ac:chgData name="Kandarp Pathak" userId="4a92b423ed8c55cf" providerId="LiveId" clId="{8CD35AB5-3580-4BDC-947D-96F75907F7B2}" dt="2025-11-17T17:42:55.635" v="3612" actId="478"/>
          <ac:picMkLst>
            <pc:docMk/>
            <pc:sldMk cId="841049168" sldId="296"/>
            <ac:picMk id="20" creationId="{07A3928C-056C-E772-0B8D-B6648B06E3A8}"/>
          </ac:picMkLst>
        </pc:picChg>
      </pc:sldChg>
      <pc:sldChg chg="addSp delSp modSp add del mod">
        <pc:chgData name="Kandarp Pathak" userId="4a92b423ed8c55cf" providerId="LiveId" clId="{8CD35AB5-3580-4BDC-947D-96F75907F7B2}" dt="2025-11-17T18:06:09.369" v="4260" actId="2696"/>
        <pc:sldMkLst>
          <pc:docMk/>
          <pc:sldMk cId="151406496" sldId="298"/>
        </pc:sldMkLst>
        <pc:spChg chg="add mod">
          <ac:chgData name="Kandarp Pathak" userId="4a92b423ed8c55cf" providerId="LiveId" clId="{8CD35AB5-3580-4BDC-947D-96F75907F7B2}" dt="2025-11-09T14:43:07.480" v="2911" actId="113"/>
          <ac:spMkLst>
            <pc:docMk/>
            <pc:sldMk cId="151406496" sldId="298"/>
            <ac:spMk id="10" creationId="{48F4F4A1-A296-171F-05F0-B255883A26E9}"/>
          </ac:spMkLst>
        </pc:spChg>
        <pc:spChg chg="mod">
          <ac:chgData name="Kandarp Pathak" userId="4a92b423ed8c55cf" providerId="LiveId" clId="{8CD35AB5-3580-4BDC-947D-96F75907F7B2}" dt="2025-11-17T17:24:37.854" v="3429" actId="20577"/>
          <ac:spMkLst>
            <pc:docMk/>
            <pc:sldMk cId="151406496" sldId="298"/>
            <ac:spMk id="12" creationId="{AD919F20-DD77-D58A-2D34-D51CE22C62AE}"/>
          </ac:spMkLst>
        </pc:spChg>
        <pc:spChg chg="mod">
          <ac:chgData name="Kandarp Pathak" userId="4a92b423ed8c55cf" providerId="LiveId" clId="{8CD35AB5-3580-4BDC-947D-96F75907F7B2}" dt="2025-11-17T17:24:42.250" v="3431" actId="20577"/>
          <ac:spMkLst>
            <pc:docMk/>
            <pc:sldMk cId="151406496" sldId="298"/>
            <ac:spMk id="16" creationId="{2E4C43E8-AC20-089A-F8C6-7B712E727CD2}"/>
          </ac:spMkLst>
        </pc:spChg>
        <pc:picChg chg="add mod">
          <ac:chgData name="Kandarp Pathak" userId="4a92b423ed8c55cf" providerId="LiveId" clId="{8CD35AB5-3580-4BDC-947D-96F75907F7B2}" dt="2025-11-09T14:45:21.674" v="2941" actId="1076"/>
          <ac:picMkLst>
            <pc:docMk/>
            <pc:sldMk cId="151406496" sldId="298"/>
            <ac:picMk id="9" creationId="{890AACF6-ECC4-92AC-1636-10C4A361F249}"/>
          </ac:picMkLst>
        </pc:picChg>
      </pc:sldChg>
      <pc:sldChg chg="addSp delSp modSp add mod">
        <pc:chgData name="Kandarp Pathak" userId="4a92b423ed8c55cf" providerId="LiveId" clId="{8CD35AB5-3580-4BDC-947D-96F75907F7B2}" dt="2025-11-17T18:05:35.057" v="4255" actId="14100"/>
        <pc:sldMkLst>
          <pc:docMk/>
          <pc:sldMk cId="3755546926" sldId="300"/>
        </pc:sldMkLst>
        <pc:spChg chg="add mod">
          <ac:chgData name="Kandarp Pathak" userId="4a92b423ed8c55cf" providerId="LiveId" clId="{8CD35AB5-3580-4BDC-947D-96F75907F7B2}" dt="2025-11-17T18:05:35.057" v="4255" actId="14100"/>
          <ac:spMkLst>
            <pc:docMk/>
            <pc:sldMk cId="3755546926" sldId="300"/>
            <ac:spMk id="5" creationId="{F9CEF223-D668-D6BB-92CB-B528FC0360F6}"/>
          </ac:spMkLst>
        </pc:spChg>
        <pc:spChg chg="mod">
          <ac:chgData name="Kandarp Pathak" userId="4a92b423ed8c55cf" providerId="LiveId" clId="{8CD35AB5-3580-4BDC-947D-96F75907F7B2}" dt="2025-11-17T17:57:53.370" v="4074" actId="14100"/>
          <ac:spMkLst>
            <pc:docMk/>
            <pc:sldMk cId="3755546926" sldId="300"/>
            <ac:spMk id="8" creationId="{FF7D25EC-F827-D28F-AEA4-4C363A344F96}"/>
          </ac:spMkLst>
        </pc:spChg>
        <pc:spChg chg="add mod">
          <ac:chgData name="Kandarp Pathak" userId="4a92b423ed8c55cf" providerId="LiveId" clId="{8CD35AB5-3580-4BDC-947D-96F75907F7B2}" dt="2025-11-17T17:58:11.799" v="4075"/>
          <ac:spMkLst>
            <pc:docMk/>
            <pc:sldMk cId="3755546926" sldId="300"/>
            <ac:spMk id="10" creationId="{BFE83B88-006E-548D-ACE5-D69CF3C66465}"/>
          </ac:spMkLst>
        </pc:spChg>
        <pc:spChg chg="mod">
          <ac:chgData name="Kandarp Pathak" userId="4a92b423ed8c55cf" providerId="LiveId" clId="{8CD35AB5-3580-4BDC-947D-96F75907F7B2}" dt="2025-11-17T17:24:17.600" v="3411" actId="20577"/>
          <ac:spMkLst>
            <pc:docMk/>
            <pc:sldMk cId="3755546926" sldId="300"/>
            <ac:spMk id="12" creationId="{FDED4FD0-221D-5702-C1E5-5B9979D4DE44}"/>
          </ac:spMkLst>
        </pc:spChg>
        <pc:spChg chg="mod">
          <ac:chgData name="Kandarp Pathak" userId="4a92b423ed8c55cf" providerId="LiveId" clId="{8CD35AB5-3580-4BDC-947D-96F75907F7B2}" dt="2025-11-17T17:24:20.554" v="3413" actId="20577"/>
          <ac:spMkLst>
            <pc:docMk/>
            <pc:sldMk cId="3755546926" sldId="300"/>
            <ac:spMk id="16" creationId="{DC03EE47-F08C-7C7C-0BA0-A9FED3B8278C}"/>
          </ac:spMkLst>
        </pc:spChg>
        <pc:picChg chg="add del mod">
          <ac:chgData name="Kandarp Pathak" userId="4a92b423ed8c55cf" providerId="LiveId" clId="{8CD35AB5-3580-4BDC-947D-96F75907F7B2}" dt="2025-11-17T17:43:26.977" v="3617" actId="478"/>
          <ac:picMkLst>
            <pc:docMk/>
            <pc:sldMk cId="3755546926" sldId="300"/>
            <ac:picMk id="4" creationId="{6A341A49-03C3-6F22-062B-D234A2DB370D}"/>
          </ac:picMkLst>
        </pc:picChg>
        <pc:picChg chg="add mod">
          <ac:chgData name="Kandarp Pathak" userId="4a92b423ed8c55cf" providerId="LiveId" clId="{8CD35AB5-3580-4BDC-947D-96F75907F7B2}" dt="2025-11-17T18:05:31.939" v="4254" actId="14100"/>
          <ac:picMkLst>
            <pc:docMk/>
            <pc:sldMk cId="3755546926" sldId="300"/>
            <ac:picMk id="9" creationId="{8F0022A5-6451-64AC-82F1-3ACBDBE7BF9F}"/>
          </ac:picMkLst>
        </pc:picChg>
      </pc:sldChg>
      <pc:sldChg chg="addSp delSp modSp add mod">
        <pc:chgData name="Kandarp Pathak" userId="4a92b423ed8c55cf" providerId="LiveId" clId="{8CD35AB5-3580-4BDC-947D-96F75907F7B2}" dt="2025-11-17T18:05:56.556" v="4257" actId="1076"/>
        <pc:sldMkLst>
          <pc:docMk/>
          <pc:sldMk cId="881374087" sldId="301"/>
        </pc:sldMkLst>
        <pc:spChg chg="add mod">
          <ac:chgData name="Kandarp Pathak" userId="4a92b423ed8c55cf" providerId="LiveId" clId="{8CD35AB5-3580-4BDC-947D-96F75907F7B2}" dt="2025-11-17T18:05:11.208" v="4235" actId="20577"/>
          <ac:spMkLst>
            <pc:docMk/>
            <pc:sldMk cId="881374087" sldId="301"/>
            <ac:spMk id="7" creationId="{BD7EA81E-7981-EF8C-AB78-F8B93C4751EF}"/>
          </ac:spMkLst>
        </pc:spChg>
        <pc:spChg chg="mod">
          <ac:chgData name="Kandarp Pathak" userId="4a92b423ed8c55cf" providerId="LiveId" clId="{8CD35AB5-3580-4BDC-947D-96F75907F7B2}" dt="2025-11-17T18:02:20.465" v="4179" actId="20577"/>
          <ac:spMkLst>
            <pc:docMk/>
            <pc:sldMk cId="881374087" sldId="301"/>
            <ac:spMk id="8" creationId="{3B29AF67-D8DB-61F8-A2EF-8435C6C3274B}"/>
          </ac:spMkLst>
        </pc:spChg>
        <pc:spChg chg="add mod">
          <ac:chgData name="Kandarp Pathak" userId="4a92b423ed8c55cf" providerId="LiveId" clId="{8CD35AB5-3580-4BDC-947D-96F75907F7B2}" dt="2025-11-17T18:05:56.556" v="4257" actId="1076"/>
          <ac:spMkLst>
            <pc:docMk/>
            <pc:sldMk cId="881374087" sldId="301"/>
            <ac:spMk id="9" creationId="{A13141EE-9693-DFA0-D5DB-EF9D02DBDF5C}"/>
          </ac:spMkLst>
        </pc:spChg>
        <pc:spChg chg="mod">
          <ac:chgData name="Kandarp Pathak" userId="4a92b423ed8c55cf" providerId="LiveId" clId="{8CD35AB5-3580-4BDC-947D-96F75907F7B2}" dt="2025-11-17T17:25:16.650" v="3467" actId="20577"/>
          <ac:spMkLst>
            <pc:docMk/>
            <pc:sldMk cId="881374087" sldId="301"/>
            <ac:spMk id="12" creationId="{7F501998-E1F5-ECD6-0B78-CAEF42E01E8E}"/>
          </ac:spMkLst>
        </pc:spChg>
        <pc:spChg chg="mod">
          <ac:chgData name="Kandarp Pathak" userId="4a92b423ed8c55cf" providerId="LiveId" clId="{8CD35AB5-3580-4BDC-947D-96F75907F7B2}" dt="2025-11-17T17:25:19.819" v="3469" actId="20577"/>
          <ac:spMkLst>
            <pc:docMk/>
            <pc:sldMk cId="881374087" sldId="301"/>
            <ac:spMk id="16" creationId="{12457EFC-A06B-CA9D-FB0A-7C79C55BFD26}"/>
          </ac:spMkLst>
        </pc:spChg>
        <pc:picChg chg="add mod">
          <ac:chgData name="Kandarp Pathak" userId="4a92b423ed8c55cf" providerId="LiveId" clId="{8CD35AB5-3580-4BDC-947D-96F75907F7B2}" dt="2025-11-17T18:03:00.194" v="4186" actId="14100"/>
          <ac:picMkLst>
            <pc:docMk/>
            <pc:sldMk cId="881374087" sldId="301"/>
            <ac:picMk id="4" creationId="{BFE47385-4A6D-05D3-AF81-5463122910AD}"/>
          </ac:picMkLst>
        </pc:picChg>
        <pc:picChg chg="add del mod">
          <ac:chgData name="Kandarp Pathak" userId="4a92b423ed8c55cf" providerId="LiveId" clId="{8CD35AB5-3580-4BDC-947D-96F75907F7B2}" dt="2025-11-17T18:02:22.808" v="4180" actId="478"/>
          <ac:picMkLst>
            <pc:docMk/>
            <pc:sldMk cId="881374087" sldId="301"/>
            <ac:picMk id="5" creationId="{17AC4E1C-821C-7878-4948-6280A63E4BF3}"/>
          </ac:picMkLst>
        </pc:picChg>
      </pc:sldChg>
      <pc:sldChg chg="addSp delSp modSp add del mod">
        <pc:chgData name="Kandarp Pathak" userId="4a92b423ed8c55cf" providerId="LiveId" clId="{8CD35AB5-3580-4BDC-947D-96F75907F7B2}" dt="2025-11-17T18:06:06.203" v="4259" actId="2696"/>
        <pc:sldMkLst>
          <pc:docMk/>
          <pc:sldMk cId="3327099253" sldId="302"/>
        </pc:sldMkLst>
        <pc:spChg chg="mod">
          <ac:chgData name="Kandarp Pathak" userId="4a92b423ed8c55cf" providerId="LiveId" clId="{8CD35AB5-3580-4BDC-947D-96F75907F7B2}" dt="2025-11-17T17:24:54.394" v="3449" actId="20577"/>
          <ac:spMkLst>
            <pc:docMk/>
            <pc:sldMk cId="3327099253" sldId="302"/>
            <ac:spMk id="12" creationId="{D0FF7D21-2296-E1F1-76E0-C0603F2BC278}"/>
          </ac:spMkLst>
        </pc:spChg>
        <pc:spChg chg="mod">
          <ac:chgData name="Kandarp Pathak" userId="4a92b423ed8c55cf" providerId="LiveId" clId="{8CD35AB5-3580-4BDC-947D-96F75907F7B2}" dt="2025-11-17T17:24:57.777" v="3451" actId="20577"/>
          <ac:spMkLst>
            <pc:docMk/>
            <pc:sldMk cId="3327099253" sldId="302"/>
            <ac:spMk id="16" creationId="{C1440D33-3727-CD6D-FAF4-F3FF97F35D25}"/>
          </ac:spMkLst>
        </pc:spChg>
        <pc:picChg chg="add del mod">
          <ac:chgData name="Kandarp Pathak" userId="4a92b423ed8c55cf" providerId="LiveId" clId="{8CD35AB5-3580-4BDC-947D-96F75907F7B2}" dt="2025-11-17T18:06:01.291" v="4258" actId="478"/>
          <ac:picMkLst>
            <pc:docMk/>
            <pc:sldMk cId="3327099253" sldId="302"/>
            <ac:picMk id="4" creationId="{8B416BE8-099D-C6D5-A480-AD7A94547843}"/>
          </ac:picMkLst>
        </pc:picChg>
      </pc:sldChg>
      <pc:sldMasterChg chg="delSldLayout">
        <pc:chgData name="Kandarp Pathak" userId="4a92b423ed8c55cf" providerId="LiveId" clId="{8CD35AB5-3580-4BDC-947D-96F75907F7B2}" dt="2025-10-26T17:58:34.161" v="1501" actId="2696"/>
        <pc:sldMasterMkLst>
          <pc:docMk/>
          <pc:sldMasterMk cId="2653178425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Rotor Blade Design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08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18/11/2025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/>
              <a:t>Prof. Dr. rer.nat. Alois Schaffarczyk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64180" y="4665554"/>
            <a:ext cx="7751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Presented by: </a:t>
            </a:r>
            <a:r>
              <a:rPr lang="en-GB" sz="1600" dirty="0"/>
              <a:t>Kandarp Pathak / </a:t>
            </a:r>
            <a:r>
              <a:rPr lang="de-DE" sz="1600" dirty="0"/>
              <a:t>Jay Pandya,</a:t>
            </a:r>
            <a:r>
              <a:rPr lang="en-GB" sz="1600" dirty="0"/>
              <a:t> Harsh Panchal, Daniyal Sikander </a:t>
            </a:r>
            <a:endParaRPr lang="de-DE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417D587D-76A0-4058-87DA-7E769D5E55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List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contents</a:t>
            </a:r>
            <a:endParaRPr lang="de-DE" sz="2400" b="1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151906" y="1335973"/>
            <a:ext cx="7927769" cy="17607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Blade Geometry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Co-efficient Vs Tip speed ratio Graph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Vs Wind speed Graph</a:t>
            </a:r>
          </a:p>
          <a:p>
            <a:pPr>
              <a:lnSpc>
                <a:spcPct val="400000"/>
              </a:lnSpc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9982188D-DB72-4CAF-98D5-DE22407E3D2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57248" y="787400"/>
            <a:ext cx="604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Final Blade Geometry</a:t>
            </a:r>
          </a:p>
          <a:p>
            <a:endParaRPr lang="de-DE" sz="2400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A85B8DA-23F3-4768-8FBE-B758843AF63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78D90-5919-CDF0-67C3-87BB2A895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48" y="1369805"/>
            <a:ext cx="10477504" cy="4793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61B443-0B49-739C-2B1C-1D11E25FEB4F}"/>
              </a:ext>
            </a:extLst>
          </p:cNvPr>
          <p:cNvSpPr txBox="1"/>
          <p:nvPr/>
        </p:nvSpPr>
        <p:spPr>
          <a:xfrm>
            <a:off x="4667003" y="6218853"/>
            <a:ext cx="2511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 – Self Generated in Q-Blade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DF3F-BDDA-DA76-4A6F-CE8572BA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AE4E5-9171-994A-2764-15DA4FC4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7009BC6-9FB4-4475-E975-1D09260757F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2C2EE7FC-FA2B-329E-7606-1DE35E2AB4A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0149319-9B3A-E7D3-2DF7-107D97204BF3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98A4F-33D9-D9D9-56A2-065D6CCBB619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F2121-66B0-4082-A2E9-A1C5B3DAE4D2}"/>
              </a:ext>
            </a:extLst>
          </p:cNvPr>
          <p:cNvSpPr txBox="1"/>
          <p:nvPr/>
        </p:nvSpPr>
        <p:spPr>
          <a:xfrm>
            <a:off x="857247" y="787400"/>
            <a:ext cx="657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Power Co-efficient Vs Tip speed ratio Graph</a:t>
            </a:r>
          </a:p>
          <a:p>
            <a:endParaRPr lang="en-US" sz="2400" b="1" dirty="0">
              <a:latin typeface="Caliba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98E5A-7BF5-E8FB-8E54-B58A4E046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338" y="1460666"/>
            <a:ext cx="8147462" cy="4459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ACD087-9743-8A09-96B5-CA7F2EBEE137}"/>
              </a:ext>
            </a:extLst>
          </p:cNvPr>
          <p:cNvSpPr txBox="1"/>
          <p:nvPr/>
        </p:nvSpPr>
        <p:spPr>
          <a:xfrm>
            <a:off x="857247" y="1757548"/>
            <a:ext cx="234909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500" b="1" dirty="0"/>
              <a:t>Cp</a:t>
            </a:r>
            <a:r>
              <a:rPr lang="en-IN" sz="1500" b="0" dirty="0"/>
              <a:t> </a:t>
            </a:r>
            <a:r>
              <a:rPr lang="en-IN" sz="1500" dirty="0"/>
              <a:t>=</a:t>
            </a:r>
            <a:r>
              <a:rPr lang="en-IN" sz="1500" b="0" dirty="0"/>
              <a:t> 0.427</a:t>
            </a:r>
            <a:r>
              <a:rPr lang="en-IN" sz="1500" dirty="0"/>
              <a:t> at </a:t>
            </a:r>
            <a:r>
              <a:rPr lang="en-IN" sz="1500" b="1" dirty="0"/>
              <a:t>TSR </a:t>
            </a:r>
            <a:r>
              <a:rPr lang="en-IN" sz="1500" dirty="0"/>
              <a:t>= 8.4</a:t>
            </a:r>
          </a:p>
          <a:p>
            <a:pPr algn="l"/>
            <a:endParaRPr lang="en-IN" sz="1500" dirty="0"/>
          </a:p>
          <a:p>
            <a:pPr algn="l"/>
            <a:r>
              <a:rPr lang="en-IN" sz="1500" b="1" dirty="0"/>
              <a:t>Cp</a:t>
            </a:r>
            <a:r>
              <a:rPr lang="en-IN" sz="1500" dirty="0"/>
              <a:t> = 0.426 at </a:t>
            </a:r>
            <a:r>
              <a:rPr lang="en-IN" sz="1500" b="1" dirty="0"/>
              <a:t>TSR </a:t>
            </a:r>
            <a:r>
              <a:rPr lang="en-IN" sz="1500" dirty="0"/>
              <a:t>= 8.6</a:t>
            </a:r>
            <a:endParaRPr lang="en-IN" sz="1500" b="0" dirty="0"/>
          </a:p>
          <a:p>
            <a:pPr algn="l"/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D49DC-4A90-2A51-B484-2801541870C9}"/>
              </a:ext>
            </a:extLst>
          </p:cNvPr>
          <p:cNvSpPr txBox="1"/>
          <p:nvPr/>
        </p:nvSpPr>
        <p:spPr>
          <a:xfrm>
            <a:off x="4684816" y="6097979"/>
            <a:ext cx="2511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 – Self Generated in Q-Blade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04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14DF-9220-7D7E-003A-9819FCDD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7DEABC-7502-EBDF-02E3-EA1EB9DD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10516B5C-F811-346A-E06C-466F496264B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FDED4FD0-221D-5702-C1E5-5B9979D4DE4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C03EE47-F08C-7C7C-0BA0-A9FED3B8278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6F8DF-C1D1-21FF-7A4B-46C94172441F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D25EC-F827-D28F-AEA4-4C363A344F96}"/>
              </a:ext>
            </a:extLst>
          </p:cNvPr>
          <p:cNvSpPr txBox="1"/>
          <p:nvPr/>
        </p:nvSpPr>
        <p:spPr>
          <a:xfrm>
            <a:off x="857248" y="787400"/>
            <a:ext cx="503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Power Vs Wind speed Graph</a:t>
            </a:r>
          </a:p>
          <a:p>
            <a:endParaRPr lang="en-US" sz="2400" b="1" dirty="0">
              <a:latin typeface="Calibary"/>
            </a:endParaRPr>
          </a:p>
          <a:p>
            <a:endParaRPr lang="en-US" sz="2400" b="1" dirty="0">
              <a:latin typeface="Calibary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EF223-D668-D6BB-92CB-B528FC0360F6}"/>
                  </a:ext>
                </a:extLst>
              </p:cNvPr>
              <p:cNvSpPr txBox="1"/>
              <p:nvPr/>
            </p:nvSpPr>
            <p:spPr>
              <a:xfrm>
                <a:off x="762989" y="1641165"/>
                <a:ext cx="3221181" cy="1985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1500" b="1" dirty="0"/>
                  <a:t>Wind Speed </a:t>
                </a:r>
                <a:r>
                  <a:rPr lang="en-IN" sz="1500" dirty="0"/>
                  <a:t>= 10m/s</a:t>
                </a:r>
              </a:p>
              <a:p>
                <a:pPr algn="l"/>
                <a:endParaRPr lang="en-IN" sz="1500" dirty="0"/>
              </a:p>
              <a:p>
                <a:pPr algn="l"/>
                <a:r>
                  <a:rPr lang="en-IN" sz="1500" b="1" dirty="0"/>
                  <a:t>         Rotational Speed </a:t>
                </a:r>
                <a:r>
                  <a:rPr lang="en-IN" sz="1500" dirty="0"/>
                  <a:t>=</a:t>
                </a:r>
                <a:r>
                  <a:rPr lang="en-IN" sz="1500" b="1" dirty="0"/>
                  <a:t> </a:t>
                </a:r>
                <a:r>
                  <a:rPr lang="en-IN" sz="1500" dirty="0"/>
                  <a:t>10.5</a:t>
                </a:r>
                <a:r>
                  <a:rPr lang="en-IN" sz="1500" b="1" dirty="0"/>
                  <a:t> </a:t>
                </a:r>
                <a:r>
                  <a:rPr lang="en-IN" sz="1500" dirty="0"/>
                  <a:t>1/min.</a:t>
                </a:r>
              </a:p>
              <a:p>
                <a:pPr algn="l"/>
                <a:endParaRPr lang="en-IN" sz="1500" b="1" dirty="0"/>
              </a:p>
              <a:p>
                <a:pPr algn="l"/>
                <a:r>
                  <a:rPr lang="en-IN" sz="1500" b="1" dirty="0"/>
                  <a:t>         Power</a:t>
                </a:r>
                <a:r>
                  <a:rPr lang="en-IN" sz="1500" dirty="0"/>
                  <a:t> = 5.236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5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5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500" b="0" dirty="0"/>
              </a:p>
              <a:p>
                <a:pPr algn="l"/>
                <a:endParaRPr lang="en-IN" sz="1500" b="0" dirty="0"/>
              </a:p>
              <a:p>
                <a:pPr algn="l"/>
                <a:endParaRPr lang="en-IN" sz="1500" b="0" dirty="0"/>
              </a:p>
              <a:p>
                <a:pPr algn="l"/>
                <a:endParaRPr lang="en-IN" sz="1800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EF223-D668-D6BB-92CB-B528FC036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89" y="1641165"/>
                <a:ext cx="3221181" cy="1985159"/>
              </a:xfrm>
              <a:prstGeom prst="rect">
                <a:avLst/>
              </a:prstGeom>
              <a:blipFill>
                <a:blip r:embed="rId2"/>
                <a:stretch>
                  <a:fillRect l="-567" t="-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F0022A5-6451-64AC-82F1-3ACBDBE7B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62" y="1446673"/>
            <a:ext cx="7244938" cy="43677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E83B88-006E-548D-ACE5-D69CF3C66465}"/>
              </a:ext>
            </a:extLst>
          </p:cNvPr>
          <p:cNvSpPr txBox="1"/>
          <p:nvPr/>
        </p:nvSpPr>
        <p:spPr>
          <a:xfrm>
            <a:off x="4684816" y="6097979"/>
            <a:ext cx="2511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 – Self Generated in Q-Blade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4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D304-8F22-503A-A1EA-C4AFF233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3D538-84EF-386B-56AE-7B81343D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4251492-7431-20EB-DCFC-39D21B666D6B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7F501998-E1F5-ECD6-0B78-CAEF42E01E8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2457EFC-A06B-CA9D-FB0A-7C79C55BFD26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34BD8-B8DF-EA00-2FAB-ABF5C88FED38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9AF67-D8DB-61F8-A2EF-8435C6C3274B}"/>
              </a:ext>
            </a:extLst>
          </p:cNvPr>
          <p:cNvSpPr txBox="1"/>
          <p:nvPr/>
        </p:nvSpPr>
        <p:spPr>
          <a:xfrm>
            <a:off x="857248" y="787400"/>
            <a:ext cx="604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Power Vs Wind speed Graph</a:t>
            </a:r>
          </a:p>
          <a:p>
            <a:endParaRPr lang="en-US" sz="2400" b="1" dirty="0">
              <a:latin typeface="Calibar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47385-4A6D-05D3-AF81-546312291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239" y="1618397"/>
            <a:ext cx="7166513" cy="37083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EA81E-7981-EF8C-AB78-F8B93C4751EF}"/>
                  </a:ext>
                </a:extLst>
              </p:cNvPr>
              <p:cNvSpPr txBox="1"/>
              <p:nvPr/>
            </p:nvSpPr>
            <p:spPr>
              <a:xfrm>
                <a:off x="762990" y="1641165"/>
                <a:ext cx="3250870" cy="1985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IN" sz="1500" b="1" dirty="0"/>
                  <a:t>Wind Speed </a:t>
                </a:r>
                <a:r>
                  <a:rPr lang="en-IN" sz="1500" dirty="0"/>
                  <a:t>= 10.5 m/s</a:t>
                </a:r>
              </a:p>
              <a:p>
                <a:pPr algn="l"/>
                <a:endParaRPr lang="en-IN" sz="1500" b="1" dirty="0"/>
              </a:p>
              <a:p>
                <a:pPr algn="l"/>
                <a:r>
                  <a:rPr lang="en-IN" sz="1500" b="1" dirty="0"/>
                  <a:t>         Rotational Speed </a:t>
                </a:r>
                <a:r>
                  <a:rPr lang="en-IN" sz="1500" dirty="0"/>
                  <a:t>=</a:t>
                </a:r>
                <a:r>
                  <a:rPr lang="en-IN" sz="1500" b="1" dirty="0"/>
                  <a:t> </a:t>
                </a:r>
                <a:r>
                  <a:rPr lang="en-IN" sz="1500" dirty="0"/>
                  <a:t>10.5</a:t>
                </a:r>
                <a:r>
                  <a:rPr lang="en-IN" sz="1500" b="1" dirty="0"/>
                  <a:t> </a:t>
                </a:r>
                <a:r>
                  <a:rPr lang="en-IN" sz="1500" dirty="0"/>
                  <a:t>1/min.</a:t>
                </a:r>
              </a:p>
              <a:p>
                <a:pPr algn="l"/>
                <a:endParaRPr lang="en-IN" sz="1500" b="1" dirty="0"/>
              </a:p>
              <a:p>
                <a:pPr algn="l"/>
                <a:r>
                  <a:rPr lang="en-IN" sz="1500" b="1" dirty="0"/>
                  <a:t>         Power</a:t>
                </a:r>
                <a:r>
                  <a:rPr lang="en-IN" sz="1500" dirty="0"/>
                  <a:t> = 6.090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5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5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5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500" b="0" dirty="0"/>
              </a:p>
              <a:p>
                <a:pPr algn="l"/>
                <a:endParaRPr lang="en-IN" sz="1500" b="0" dirty="0"/>
              </a:p>
              <a:p>
                <a:pPr algn="l"/>
                <a:endParaRPr lang="en-IN" sz="1500" b="0" dirty="0"/>
              </a:p>
              <a:p>
                <a:pPr algn="l"/>
                <a:endParaRPr lang="en-IN" sz="1800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EA81E-7981-EF8C-AB78-F8B93C475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90" y="1641165"/>
                <a:ext cx="3250870" cy="1985159"/>
              </a:xfrm>
              <a:prstGeom prst="rect">
                <a:avLst/>
              </a:prstGeom>
              <a:blipFill>
                <a:blip r:embed="rId3"/>
                <a:stretch>
                  <a:fillRect l="-563" t="-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13141EE-9693-DFA0-D5DB-EF9D02DBDF5C}"/>
              </a:ext>
            </a:extLst>
          </p:cNvPr>
          <p:cNvSpPr txBox="1"/>
          <p:nvPr/>
        </p:nvSpPr>
        <p:spPr>
          <a:xfrm>
            <a:off x="4593789" y="5793601"/>
            <a:ext cx="2511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 – Self Generated in Q-Blade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37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62CE-AB43-84F5-DB50-89747CFA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3848A-7210-9FFE-60B0-0A48ECE2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5B650-5C12-DCEA-370A-74CD7B7770A0}"/>
              </a:ext>
            </a:extLst>
          </p:cNvPr>
          <p:cNvSpPr txBox="1"/>
          <p:nvPr/>
        </p:nvSpPr>
        <p:spPr>
          <a:xfrm>
            <a:off x="857249" y="787400"/>
            <a:ext cx="193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Bibliography</a:t>
            </a:r>
            <a:endParaRPr lang="de-DE" sz="2400" b="1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58FE4F8B-7E21-40B8-1C54-A5EE8116A84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Design / Optimus Syria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FD893080-6DAE-DA86-12D0-34A77F40967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Kandarp Pathak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0A37090C-7749-16F9-501E-6104E0EC559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18.11.2025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93C0B-6526-C4D4-FCC1-931F741AED90}"/>
              </a:ext>
            </a:extLst>
          </p:cNvPr>
          <p:cNvSpPr txBox="1"/>
          <p:nvPr/>
        </p:nvSpPr>
        <p:spPr>
          <a:xfrm>
            <a:off x="838200" y="1651107"/>
            <a:ext cx="613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Self Generated Content (17.11.2025)(10:00)</a:t>
            </a:r>
          </a:p>
        </p:txBody>
      </p:sp>
    </p:spTree>
    <p:extLst>
      <p:ext uri="{BB962C8B-B14F-4D97-AF65-F5344CB8AC3E}">
        <p14:creationId xmlns:p14="http://schemas.microsoft.com/office/powerpoint/2010/main" val="246274416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3394</TotalTime>
  <Words>240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Calibary</vt:lpstr>
      <vt:lpstr>Calibri</vt:lpstr>
      <vt:lpstr>Calibri Light</vt:lpstr>
      <vt:lpstr>Cambria Math</vt:lpstr>
      <vt:lpstr>Times New Roman</vt:lpstr>
      <vt:lpstr>Wingdings</vt:lpstr>
      <vt:lpstr>Presentation template_final</vt:lpstr>
      <vt:lpstr>Custom Design</vt:lpstr>
      <vt:lpstr>Benutzerdefiniertes Design</vt:lpstr>
      <vt:lpstr>Weekly report: Rotor Blade Design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Kandarp Pathak</cp:lastModifiedBy>
  <cp:revision>58</cp:revision>
  <dcterms:created xsi:type="dcterms:W3CDTF">2025-09-28T13:42:33Z</dcterms:created>
  <dcterms:modified xsi:type="dcterms:W3CDTF">2025-11-17T18:07:07Z</dcterms:modified>
</cp:coreProperties>
</file>