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sldIdLst>
    <p:sldId id="257" r:id="rId3"/>
    <p:sldId id="258" r:id="rId4"/>
    <p:sldId id="261" r:id="rId5"/>
    <p:sldId id="259" r:id="rId6"/>
    <p:sldId id="263" r:id="rId7"/>
    <p:sldId id="260" r:id="rId8"/>
    <p:sldId id="264" r:id="rId9"/>
    <p:sldId id="265" r:id="rId10"/>
    <p:sldId id="267" r:id="rId11"/>
    <p:sldId id="266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4AADBA-839A-42A7-8889-BCC94FC0F789}" v="372" dt="2025-11-17T20:25:30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erico De Mita" userId="6ce638df-d46f-4fb8-b9fa-d85fcdec2cd5" providerId="ADAL" clId="{08362040-18E5-4911-871A-90A5BB37375A}"/>
    <pc:docChg chg="undo custSel addSld delSld modSld">
      <pc:chgData name="Federico De Mita" userId="6ce638df-d46f-4fb8-b9fa-d85fcdec2cd5" providerId="ADAL" clId="{08362040-18E5-4911-871A-90A5BB37375A}" dt="2025-11-17T20:25:30.479" v="4564"/>
      <pc:docMkLst>
        <pc:docMk/>
      </pc:docMkLst>
      <pc:sldChg chg="addSp delSp modSp mod">
        <pc:chgData name="Federico De Mita" userId="6ce638df-d46f-4fb8-b9fa-d85fcdec2cd5" providerId="ADAL" clId="{08362040-18E5-4911-871A-90A5BB37375A}" dt="2025-11-17T20:25:02.577" v="4555" actId="20577"/>
        <pc:sldMkLst>
          <pc:docMk/>
          <pc:sldMk cId="2036457168" sldId="257"/>
        </pc:sldMkLst>
        <pc:spChg chg="mod">
          <ac:chgData name="Federico De Mita" userId="6ce638df-d46f-4fb8-b9fa-d85fcdec2cd5" providerId="ADAL" clId="{08362040-18E5-4911-871A-90A5BB37375A}" dt="2025-11-17T20:23:51.644" v="4465" actId="20577"/>
          <ac:spMkLst>
            <pc:docMk/>
            <pc:sldMk cId="2036457168" sldId="257"/>
            <ac:spMk id="2" creationId="{E39EBD9B-3C28-5216-4AF0-A8C0FD4F8BCD}"/>
          </ac:spMkLst>
        </pc:spChg>
        <pc:spChg chg="mod">
          <ac:chgData name="Federico De Mita" userId="6ce638df-d46f-4fb8-b9fa-d85fcdec2cd5" providerId="ADAL" clId="{08362040-18E5-4911-871A-90A5BB37375A}" dt="2025-11-17T20:25:02.577" v="4555" actId="20577"/>
          <ac:spMkLst>
            <pc:docMk/>
            <pc:sldMk cId="2036457168" sldId="257"/>
            <ac:spMk id="7" creationId="{D525B69D-7A4C-ED5C-2BF2-1A6E79F472DD}"/>
          </ac:spMkLst>
        </pc:spChg>
        <pc:picChg chg="add del mod">
          <ac:chgData name="Federico De Mita" userId="6ce638df-d46f-4fb8-b9fa-d85fcdec2cd5" providerId="ADAL" clId="{08362040-18E5-4911-871A-90A5BB37375A}" dt="2025-11-17T18:21:08.536" v="1122" actId="478"/>
          <ac:picMkLst>
            <pc:docMk/>
            <pc:sldMk cId="2036457168" sldId="257"/>
            <ac:picMk id="9" creationId="{EB512992-A9AA-29DD-3C11-B9299A1E51F7}"/>
          </ac:picMkLst>
        </pc:picChg>
      </pc:sldChg>
      <pc:sldChg chg="addSp delSp modSp mod addAnim delAnim modAnim">
        <pc:chgData name="Federico De Mita" userId="6ce638df-d46f-4fb8-b9fa-d85fcdec2cd5" providerId="ADAL" clId="{08362040-18E5-4911-871A-90A5BB37375A}" dt="2025-11-17T20:24:05.333" v="4507" actId="20577"/>
        <pc:sldMkLst>
          <pc:docMk/>
          <pc:sldMk cId="349808944" sldId="258"/>
        </pc:sldMkLst>
        <pc:spChg chg="mod">
          <ac:chgData name="Federico De Mita" userId="6ce638df-d46f-4fb8-b9fa-d85fcdec2cd5" providerId="ADAL" clId="{08362040-18E5-4911-871A-90A5BB37375A}" dt="2025-11-17T16:32:16.077" v="709" actId="1076"/>
          <ac:spMkLst>
            <pc:docMk/>
            <pc:sldMk cId="349808944" sldId="258"/>
            <ac:spMk id="2" creationId="{8CDDD640-E979-390D-7406-06C0B5EC4435}"/>
          </ac:spMkLst>
        </pc:spChg>
        <pc:spChg chg="mod">
          <ac:chgData name="Federico De Mita" userId="6ce638df-d46f-4fb8-b9fa-d85fcdec2cd5" providerId="ADAL" clId="{08362040-18E5-4911-871A-90A5BB37375A}" dt="2025-11-17T20:24:05.333" v="4507" actId="20577"/>
          <ac:spMkLst>
            <pc:docMk/>
            <pc:sldMk cId="349808944" sldId="258"/>
            <ac:spMk id="5" creationId="{5CF4EA98-B565-A30B-350C-ED3ADA792717}"/>
          </ac:spMkLst>
        </pc:spChg>
        <pc:spChg chg="mod">
          <ac:chgData name="Federico De Mita" userId="6ce638df-d46f-4fb8-b9fa-d85fcdec2cd5" providerId="ADAL" clId="{08362040-18E5-4911-871A-90A5BB37375A}" dt="2025-11-16T11:09:58.629" v="38" actId="20577"/>
          <ac:spMkLst>
            <pc:docMk/>
            <pc:sldMk cId="349808944" sldId="258"/>
            <ac:spMk id="7" creationId="{4BE8A709-DAC7-1EBD-5296-0D72174EBC1B}"/>
          </ac:spMkLst>
        </pc:spChg>
        <pc:spChg chg="mod">
          <ac:chgData name="Federico De Mita" userId="6ce638df-d46f-4fb8-b9fa-d85fcdec2cd5" providerId="ADAL" clId="{08362040-18E5-4911-871A-90A5BB37375A}" dt="2025-11-17T20:23:59.325" v="4487" actId="20577"/>
          <ac:spMkLst>
            <pc:docMk/>
            <pc:sldMk cId="349808944" sldId="258"/>
            <ac:spMk id="8" creationId="{37D312AE-34E1-E78D-EF86-5712D7133E82}"/>
          </ac:spMkLst>
        </pc:spChg>
        <pc:spChg chg="add mod">
          <ac:chgData name="Federico De Mita" userId="6ce638df-d46f-4fb8-b9fa-d85fcdec2cd5" providerId="ADAL" clId="{08362040-18E5-4911-871A-90A5BB37375A}" dt="2025-11-17T16:32:25.565" v="712" actId="1076"/>
          <ac:spMkLst>
            <pc:docMk/>
            <pc:sldMk cId="349808944" sldId="258"/>
            <ac:spMk id="11" creationId="{D07709D9-86C6-0742-C9BB-FE1BA417D421}"/>
          </ac:spMkLst>
        </pc:spChg>
        <pc:spChg chg="add mod">
          <ac:chgData name="Federico De Mita" userId="6ce638df-d46f-4fb8-b9fa-d85fcdec2cd5" providerId="ADAL" clId="{08362040-18E5-4911-871A-90A5BB37375A}" dt="2025-11-17T16:32:25.565" v="712" actId="1076"/>
          <ac:spMkLst>
            <pc:docMk/>
            <pc:sldMk cId="349808944" sldId="258"/>
            <ac:spMk id="17" creationId="{EFA45AA1-BAF2-3727-D8BF-032D720A9CFF}"/>
          </ac:spMkLst>
        </pc:spChg>
        <pc:spChg chg="add mod">
          <ac:chgData name="Federico De Mita" userId="6ce638df-d46f-4fb8-b9fa-d85fcdec2cd5" providerId="ADAL" clId="{08362040-18E5-4911-871A-90A5BB37375A}" dt="2025-11-17T16:29:13.818" v="673" actId="571"/>
          <ac:spMkLst>
            <pc:docMk/>
            <pc:sldMk cId="349808944" sldId="258"/>
            <ac:spMk id="29" creationId="{B462DB08-DC26-1441-E559-880DE5BD72DF}"/>
          </ac:spMkLst>
        </pc:spChg>
        <pc:spChg chg="add mod">
          <ac:chgData name="Federico De Mita" userId="6ce638df-d46f-4fb8-b9fa-d85fcdec2cd5" providerId="ADAL" clId="{08362040-18E5-4911-871A-90A5BB37375A}" dt="2025-11-17T16:29:13.818" v="673" actId="571"/>
          <ac:spMkLst>
            <pc:docMk/>
            <pc:sldMk cId="349808944" sldId="258"/>
            <ac:spMk id="31" creationId="{A593DBE7-6E48-EE9D-7988-7A0284A583C5}"/>
          </ac:spMkLst>
        </pc:spChg>
        <pc:spChg chg="add del">
          <ac:chgData name="Federico De Mita" userId="6ce638df-d46f-4fb8-b9fa-d85fcdec2cd5" providerId="ADAL" clId="{08362040-18E5-4911-871A-90A5BB37375A}" dt="2025-11-17T16:30:14.189" v="686" actId="11529"/>
          <ac:spMkLst>
            <pc:docMk/>
            <pc:sldMk cId="349808944" sldId="258"/>
            <ac:spMk id="36" creationId="{D4D727E3-7555-707A-3ECA-18D7F25CC78E}"/>
          </ac:spMkLst>
        </pc:spChg>
        <pc:spChg chg="add mod">
          <ac:chgData name="Federico De Mita" userId="6ce638df-d46f-4fb8-b9fa-d85fcdec2cd5" providerId="ADAL" clId="{08362040-18E5-4911-871A-90A5BB37375A}" dt="2025-11-17T16:32:25.565" v="712" actId="1076"/>
          <ac:spMkLst>
            <pc:docMk/>
            <pc:sldMk cId="349808944" sldId="258"/>
            <ac:spMk id="37" creationId="{617CD583-9D3F-D4C6-3691-F6AFD2BC296F}"/>
          </ac:spMkLst>
        </pc:spChg>
        <pc:spChg chg="add del mod">
          <ac:chgData name="Federico De Mita" userId="6ce638df-d46f-4fb8-b9fa-d85fcdec2cd5" providerId="ADAL" clId="{08362040-18E5-4911-871A-90A5BB37375A}" dt="2025-11-17T16:32:16.745" v="711"/>
          <ac:spMkLst>
            <pc:docMk/>
            <pc:sldMk cId="349808944" sldId="258"/>
            <ac:spMk id="42" creationId="{FF3E7000-C4DD-DCD0-9838-2CFEE6427027}"/>
          </ac:spMkLst>
        </pc:spChg>
        <pc:spChg chg="add mod">
          <ac:chgData name="Federico De Mita" userId="6ce638df-d46f-4fb8-b9fa-d85fcdec2cd5" providerId="ADAL" clId="{08362040-18E5-4911-871A-90A5BB37375A}" dt="2025-11-17T16:32:53.933" v="747" actId="20577"/>
          <ac:spMkLst>
            <pc:docMk/>
            <pc:sldMk cId="349808944" sldId="258"/>
            <ac:spMk id="43" creationId="{265823C3-D530-67F4-A18C-CC807D8FB96D}"/>
          </ac:spMkLst>
        </pc:spChg>
        <pc:picChg chg="add del mod modCrop">
          <ac:chgData name="Federico De Mita" userId="6ce638df-d46f-4fb8-b9fa-d85fcdec2cd5" providerId="ADAL" clId="{08362040-18E5-4911-871A-90A5BB37375A}" dt="2025-11-17T15:49:37.725" v="302" actId="478"/>
          <ac:picMkLst>
            <pc:docMk/>
            <pc:sldMk cId="349808944" sldId="258"/>
            <ac:picMk id="10" creationId="{0E9C87C5-012A-EE3C-D43A-DFC12E8FCCE2}"/>
          </ac:picMkLst>
        </pc:picChg>
        <pc:picChg chg="add del mod">
          <ac:chgData name="Federico De Mita" userId="6ce638df-d46f-4fb8-b9fa-d85fcdec2cd5" providerId="ADAL" clId="{08362040-18E5-4911-871A-90A5BB37375A}" dt="2025-11-17T15:49:39.594" v="303" actId="478"/>
          <ac:picMkLst>
            <pc:docMk/>
            <pc:sldMk cId="349808944" sldId="258"/>
            <ac:picMk id="12" creationId="{6B238DCB-18D4-ACFF-CD2D-99313C9B5983}"/>
          </ac:picMkLst>
        </pc:picChg>
        <pc:picChg chg="add mod ord">
          <ac:chgData name="Federico De Mita" userId="6ce638df-d46f-4fb8-b9fa-d85fcdec2cd5" providerId="ADAL" clId="{08362040-18E5-4911-871A-90A5BB37375A}" dt="2025-11-17T16:32:25.565" v="712" actId="1076"/>
          <ac:picMkLst>
            <pc:docMk/>
            <pc:sldMk cId="349808944" sldId="258"/>
            <ac:picMk id="13" creationId="{B562A97E-F85C-0634-9458-C4B8DDFF597B}"/>
          </ac:picMkLst>
        </pc:picChg>
        <pc:picChg chg="add mod">
          <ac:chgData name="Federico De Mita" userId="6ce638df-d46f-4fb8-b9fa-d85fcdec2cd5" providerId="ADAL" clId="{08362040-18E5-4911-871A-90A5BB37375A}" dt="2025-11-17T16:32:25.565" v="712" actId="1076"/>
          <ac:picMkLst>
            <pc:docMk/>
            <pc:sldMk cId="349808944" sldId="258"/>
            <ac:picMk id="26" creationId="{99310591-EBAC-4023-BED5-5C2A83B832E6}"/>
          </ac:picMkLst>
        </pc:picChg>
        <pc:picChg chg="add mod">
          <ac:chgData name="Federico De Mita" userId="6ce638df-d46f-4fb8-b9fa-d85fcdec2cd5" providerId="ADAL" clId="{08362040-18E5-4911-871A-90A5BB37375A}" dt="2025-11-17T16:29:13.818" v="673" actId="571"/>
          <ac:picMkLst>
            <pc:docMk/>
            <pc:sldMk cId="349808944" sldId="258"/>
            <ac:picMk id="33" creationId="{ED49C40A-6682-47D6-375A-E53532C31E07}"/>
          </ac:picMkLst>
        </pc:picChg>
        <pc:picChg chg="add mod">
          <ac:chgData name="Federico De Mita" userId="6ce638df-d46f-4fb8-b9fa-d85fcdec2cd5" providerId="ADAL" clId="{08362040-18E5-4911-871A-90A5BB37375A}" dt="2025-11-17T16:32:25.565" v="712" actId="1076"/>
          <ac:picMkLst>
            <pc:docMk/>
            <pc:sldMk cId="349808944" sldId="258"/>
            <ac:picMk id="39" creationId="{07D7253B-DEC2-1DD7-D65A-02E7CF73D2B6}"/>
          </ac:picMkLst>
        </pc:picChg>
        <pc:cxnChg chg="add mod">
          <ac:chgData name="Federico De Mita" userId="6ce638df-d46f-4fb8-b9fa-d85fcdec2cd5" providerId="ADAL" clId="{08362040-18E5-4911-871A-90A5BB37375A}" dt="2025-11-17T16:32:25.565" v="712" actId="1076"/>
          <ac:cxnSpMkLst>
            <pc:docMk/>
            <pc:sldMk cId="349808944" sldId="258"/>
            <ac:cxnSpMk id="14" creationId="{7D36E6C4-E435-70A5-B066-502B4A5B289F}"/>
          </ac:cxnSpMkLst>
        </pc:cxnChg>
        <pc:cxnChg chg="add mod">
          <ac:chgData name="Federico De Mita" userId="6ce638df-d46f-4fb8-b9fa-d85fcdec2cd5" providerId="ADAL" clId="{08362040-18E5-4911-871A-90A5BB37375A}" dt="2025-11-17T16:32:25.565" v="712" actId="1076"/>
          <ac:cxnSpMkLst>
            <pc:docMk/>
            <pc:sldMk cId="349808944" sldId="258"/>
            <ac:cxnSpMk id="18" creationId="{EE88785A-90B5-63DA-5D78-D4FDDDD74E9F}"/>
          </ac:cxnSpMkLst>
        </pc:cxnChg>
        <pc:cxnChg chg="add mod">
          <ac:chgData name="Federico De Mita" userId="6ce638df-d46f-4fb8-b9fa-d85fcdec2cd5" providerId="ADAL" clId="{08362040-18E5-4911-871A-90A5BB37375A}" dt="2025-11-17T16:29:13.818" v="673" actId="571"/>
          <ac:cxnSpMkLst>
            <pc:docMk/>
            <pc:sldMk cId="349808944" sldId="258"/>
            <ac:cxnSpMk id="30" creationId="{6FBA37CA-210E-6723-E702-0FF6311468A5}"/>
          </ac:cxnSpMkLst>
        </pc:cxnChg>
        <pc:cxnChg chg="add mod">
          <ac:chgData name="Federico De Mita" userId="6ce638df-d46f-4fb8-b9fa-d85fcdec2cd5" providerId="ADAL" clId="{08362040-18E5-4911-871A-90A5BB37375A}" dt="2025-11-17T16:29:13.818" v="673" actId="571"/>
          <ac:cxnSpMkLst>
            <pc:docMk/>
            <pc:sldMk cId="349808944" sldId="258"/>
            <ac:cxnSpMk id="32" creationId="{B42F42DA-94B2-3CC6-EF38-18E5059F6024}"/>
          </ac:cxnSpMkLst>
        </pc:cxnChg>
        <pc:cxnChg chg="add mod">
          <ac:chgData name="Federico De Mita" userId="6ce638df-d46f-4fb8-b9fa-d85fcdec2cd5" providerId="ADAL" clId="{08362040-18E5-4911-871A-90A5BB37375A}" dt="2025-11-17T16:32:25.565" v="712" actId="1076"/>
          <ac:cxnSpMkLst>
            <pc:docMk/>
            <pc:sldMk cId="349808944" sldId="258"/>
            <ac:cxnSpMk id="41" creationId="{7BAFCF61-ED95-900D-B84E-F827D73DA4A2}"/>
          </ac:cxnSpMkLst>
        </pc:cxnChg>
      </pc:sldChg>
      <pc:sldChg chg="addSp delSp modSp mod">
        <pc:chgData name="Federico De Mita" userId="6ce638df-d46f-4fb8-b9fa-d85fcdec2cd5" providerId="ADAL" clId="{08362040-18E5-4911-871A-90A5BB37375A}" dt="2025-11-17T20:25:09.592" v="4557"/>
        <pc:sldMkLst>
          <pc:docMk/>
          <pc:sldMk cId="4201299427" sldId="259"/>
        </pc:sldMkLst>
        <pc:spChg chg="add mod">
          <ac:chgData name="Federico De Mita" userId="6ce638df-d46f-4fb8-b9fa-d85fcdec2cd5" providerId="ADAL" clId="{08362040-18E5-4911-871A-90A5BB37375A}" dt="2025-11-16T11:14:52.136" v="48" actId="1076"/>
          <ac:spMkLst>
            <pc:docMk/>
            <pc:sldMk cId="4201299427" sldId="259"/>
            <ac:spMk id="3" creationId="{90AB6A68-23D2-D340-3B83-BFFA08F8C840}"/>
          </ac:spMkLst>
        </pc:spChg>
        <pc:spChg chg="del mod">
          <ac:chgData name="Federico De Mita" userId="6ce638df-d46f-4fb8-b9fa-d85fcdec2cd5" providerId="ADAL" clId="{08362040-18E5-4911-871A-90A5BB37375A}" dt="2025-11-17T20:24:16.269" v="4511"/>
          <ac:spMkLst>
            <pc:docMk/>
            <pc:sldMk cId="4201299427" sldId="259"/>
            <ac:spMk id="5" creationId="{2944E8FA-0FE7-2E66-6A80-1F6884245035}"/>
          </ac:spMkLst>
        </pc:spChg>
        <pc:spChg chg="mod">
          <ac:chgData name="Federico De Mita" userId="6ce638df-d46f-4fb8-b9fa-d85fcdec2cd5" providerId="ADAL" clId="{08362040-18E5-4911-871A-90A5BB37375A}" dt="2025-11-17T19:37:55.164" v="2134" actId="20577"/>
          <ac:spMkLst>
            <pc:docMk/>
            <pc:sldMk cId="4201299427" sldId="259"/>
            <ac:spMk id="7" creationId="{81FE421F-8418-AAD3-EAB2-6E4F7B246D58}"/>
          </ac:spMkLst>
        </pc:spChg>
        <pc:spChg chg="del">
          <ac:chgData name="Federico De Mita" userId="6ce638df-d46f-4fb8-b9fa-d85fcdec2cd5" providerId="ADAL" clId="{08362040-18E5-4911-871A-90A5BB37375A}" dt="2025-11-17T20:25:09.592" v="4557"/>
          <ac:spMkLst>
            <pc:docMk/>
            <pc:sldMk cId="4201299427" sldId="259"/>
            <ac:spMk id="8" creationId="{6AF871FF-006B-A8F6-C2FF-67B4D515893B}"/>
          </ac:spMkLst>
        </pc:spChg>
        <pc:spChg chg="add mod">
          <ac:chgData name="Federico De Mita" userId="6ce638df-d46f-4fb8-b9fa-d85fcdec2cd5" providerId="ADAL" clId="{08362040-18E5-4911-871A-90A5BB37375A}" dt="2025-11-16T11:15:04.009" v="56" actId="20577"/>
          <ac:spMkLst>
            <pc:docMk/>
            <pc:sldMk cId="4201299427" sldId="259"/>
            <ac:spMk id="9" creationId="{520205CD-1AD5-EA9D-B17E-6A7FED28CE41}"/>
          </ac:spMkLst>
        </pc:spChg>
        <pc:spChg chg="add mod">
          <ac:chgData name="Federico De Mita" userId="6ce638df-d46f-4fb8-b9fa-d85fcdec2cd5" providerId="ADAL" clId="{08362040-18E5-4911-871A-90A5BB37375A}" dt="2025-11-17T20:24:16.269" v="4511"/>
          <ac:spMkLst>
            <pc:docMk/>
            <pc:sldMk cId="4201299427" sldId="259"/>
            <ac:spMk id="11" creationId="{ECBA60C6-2455-C33B-3B22-7D97193ECB15}"/>
          </ac:spMkLst>
        </pc:spChg>
        <pc:spChg chg="add mod">
          <ac:chgData name="Federico De Mita" userId="6ce638df-d46f-4fb8-b9fa-d85fcdec2cd5" providerId="ADAL" clId="{08362040-18E5-4911-871A-90A5BB37375A}" dt="2025-11-17T20:25:09.592" v="4557"/>
          <ac:spMkLst>
            <pc:docMk/>
            <pc:sldMk cId="4201299427" sldId="259"/>
            <ac:spMk id="12" creationId="{0AF9741E-B80C-980D-1F26-E3CF2A4AE155}"/>
          </ac:spMkLst>
        </pc:spChg>
        <pc:spChg chg="mod">
          <ac:chgData name="Federico De Mita" userId="6ce638df-d46f-4fb8-b9fa-d85fcdec2cd5" providerId="ADAL" clId="{08362040-18E5-4911-871A-90A5BB37375A}" dt="2025-11-17T16:13:29.253" v="478" actId="1076"/>
          <ac:spMkLst>
            <pc:docMk/>
            <pc:sldMk cId="4201299427" sldId="259"/>
            <ac:spMk id="13" creationId="{0F7E2F58-97AF-8240-6FA6-5FCE4AFBFF3C}"/>
          </ac:spMkLst>
        </pc:spChg>
        <pc:spChg chg="mod">
          <ac:chgData name="Federico De Mita" userId="6ce638df-d46f-4fb8-b9fa-d85fcdec2cd5" providerId="ADAL" clId="{08362040-18E5-4911-871A-90A5BB37375A}" dt="2025-11-16T11:14:46.623" v="46" actId="122"/>
          <ac:spMkLst>
            <pc:docMk/>
            <pc:sldMk cId="4201299427" sldId="259"/>
            <ac:spMk id="23" creationId="{08C82AD3-1BDE-EFCA-FBD9-CF854A131A2D}"/>
          </ac:spMkLst>
        </pc:spChg>
        <pc:picChg chg="del">
          <ac:chgData name="Federico De Mita" userId="6ce638df-d46f-4fb8-b9fa-d85fcdec2cd5" providerId="ADAL" clId="{08362040-18E5-4911-871A-90A5BB37375A}" dt="2025-11-17T16:11:23.797" v="441" actId="478"/>
          <ac:picMkLst>
            <pc:docMk/>
            <pc:sldMk cId="4201299427" sldId="259"/>
            <ac:picMk id="12" creationId="{36FAFFE9-0666-CBBB-ABEB-A8AB3AD9DFF8}"/>
          </ac:picMkLst>
        </pc:picChg>
        <pc:picChg chg="add mod ord modCrop">
          <ac:chgData name="Federico De Mita" userId="6ce638df-d46f-4fb8-b9fa-d85fcdec2cd5" providerId="ADAL" clId="{08362040-18E5-4911-871A-90A5BB37375A}" dt="2025-11-17T16:12:45.550" v="454" actId="1076"/>
          <ac:picMkLst>
            <pc:docMk/>
            <pc:sldMk cId="4201299427" sldId="259"/>
            <ac:picMk id="14" creationId="{2108AF6A-34D9-3431-43CB-444043E34706}"/>
          </ac:picMkLst>
        </pc:picChg>
        <pc:cxnChg chg="mod">
          <ac:chgData name="Federico De Mita" userId="6ce638df-d46f-4fb8-b9fa-d85fcdec2cd5" providerId="ADAL" clId="{08362040-18E5-4911-871A-90A5BB37375A}" dt="2025-11-17T16:12:59.876" v="455" actId="14100"/>
          <ac:cxnSpMkLst>
            <pc:docMk/>
            <pc:sldMk cId="4201299427" sldId="259"/>
            <ac:cxnSpMk id="19" creationId="{FE0F36CD-895E-7784-6C49-52C9EE1B52DC}"/>
          </ac:cxnSpMkLst>
        </pc:cxnChg>
      </pc:sldChg>
      <pc:sldChg chg="addSp delSp modSp mod">
        <pc:chgData name="Federico De Mita" userId="6ce638df-d46f-4fb8-b9fa-d85fcdec2cd5" providerId="ADAL" clId="{08362040-18E5-4911-871A-90A5BB37375A}" dt="2025-11-17T20:25:14.931" v="4559"/>
        <pc:sldMkLst>
          <pc:docMk/>
          <pc:sldMk cId="1901696378" sldId="260"/>
        </pc:sldMkLst>
        <pc:spChg chg="mod">
          <ac:chgData name="Federico De Mita" userId="6ce638df-d46f-4fb8-b9fa-d85fcdec2cd5" providerId="ADAL" clId="{08362040-18E5-4911-871A-90A5BB37375A}" dt="2025-11-17T16:13:53.591" v="481" actId="20577"/>
          <ac:spMkLst>
            <pc:docMk/>
            <pc:sldMk cId="1901696378" sldId="260"/>
            <ac:spMk id="2" creationId="{BED3E5DD-E862-4FEC-7ED5-46FE4FCA11F8}"/>
          </ac:spMkLst>
        </pc:spChg>
        <pc:spChg chg="del mod">
          <ac:chgData name="Federico De Mita" userId="6ce638df-d46f-4fb8-b9fa-d85fcdec2cd5" providerId="ADAL" clId="{08362040-18E5-4911-871A-90A5BB37375A}" dt="2025-11-17T20:24:25.111" v="4515"/>
          <ac:spMkLst>
            <pc:docMk/>
            <pc:sldMk cId="1901696378" sldId="260"/>
            <ac:spMk id="5" creationId="{3F8734ED-E5EE-0114-2E88-AC9980EBE3B8}"/>
          </ac:spMkLst>
        </pc:spChg>
        <pc:spChg chg="mod">
          <ac:chgData name="Federico De Mita" userId="6ce638df-d46f-4fb8-b9fa-d85fcdec2cd5" providerId="ADAL" clId="{08362040-18E5-4911-871A-90A5BB37375A}" dt="2025-11-17T19:37:21.530" v="2074" actId="20577"/>
          <ac:spMkLst>
            <pc:docMk/>
            <pc:sldMk cId="1901696378" sldId="260"/>
            <ac:spMk id="7" creationId="{47E483A9-F7AA-658D-8F9D-F2802EB89F98}"/>
          </ac:spMkLst>
        </pc:spChg>
        <pc:spChg chg="del">
          <ac:chgData name="Federico De Mita" userId="6ce638df-d46f-4fb8-b9fa-d85fcdec2cd5" providerId="ADAL" clId="{08362040-18E5-4911-871A-90A5BB37375A}" dt="2025-11-17T20:25:14.931" v="4559"/>
          <ac:spMkLst>
            <pc:docMk/>
            <pc:sldMk cId="1901696378" sldId="260"/>
            <ac:spMk id="8" creationId="{41F34FCC-BCE3-28AE-5547-924348677738}"/>
          </ac:spMkLst>
        </pc:spChg>
        <pc:spChg chg="add del mod">
          <ac:chgData name="Federico De Mita" userId="6ce638df-d46f-4fb8-b9fa-d85fcdec2cd5" providerId="ADAL" clId="{08362040-18E5-4911-871A-90A5BB37375A}" dt="2025-11-17T18:22:43.484" v="1225" actId="21"/>
          <ac:spMkLst>
            <pc:docMk/>
            <pc:sldMk cId="1901696378" sldId="260"/>
            <ac:spMk id="9" creationId="{4AFC37AD-B9B1-8570-FA2A-AFC869A85FEA}"/>
          </ac:spMkLst>
        </pc:spChg>
        <pc:spChg chg="add mod">
          <ac:chgData name="Federico De Mita" userId="6ce638df-d46f-4fb8-b9fa-d85fcdec2cd5" providerId="ADAL" clId="{08362040-18E5-4911-871A-90A5BB37375A}" dt="2025-11-17T20:24:25.111" v="4515"/>
          <ac:spMkLst>
            <pc:docMk/>
            <pc:sldMk cId="1901696378" sldId="260"/>
            <ac:spMk id="9" creationId="{608F3ABC-1D9B-8D55-B936-0A5769A53120}"/>
          </ac:spMkLst>
        </pc:spChg>
        <pc:spChg chg="mod">
          <ac:chgData name="Federico De Mita" userId="6ce638df-d46f-4fb8-b9fa-d85fcdec2cd5" providerId="ADAL" clId="{08362040-18E5-4911-871A-90A5BB37375A}" dt="2025-11-17T18:35:33.917" v="1315" actId="20577"/>
          <ac:spMkLst>
            <pc:docMk/>
            <pc:sldMk cId="1901696378" sldId="260"/>
            <ac:spMk id="10" creationId="{9D4FD96A-C76C-21B7-0BA0-58C77B47F444}"/>
          </ac:spMkLst>
        </pc:spChg>
        <pc:spChg chg="add mod">
          <ac:chgData name="Federico De Mita" userId="6ce638df-d46f-4fb8-b9fa-d85fcdec2cd5" providerId="ADAL" clId="{08362040-18E5-4911-871A-90A5BB37375A}" dt="2025-11-17T20:25:14.931" v="4559"/>
          <ac:spMkLst>
            <pc:docMk/>
            <pc:sldMk cId="1901696378" sldId="260"/>
            <ac:spMk id="11" creationId="{1C3090F0-92E8-339D-E623-8741E939DAB8}"/>
          </ac:spMkLst>
        </pc:spChg>
        <pc:graphicFrameChg chg="add mod modGraphic">
          <ac:chgData name="Federico De Mita" userId="6ce638df-d46f-4fb8-b9fa-d85fcdec2cd5" providerId="ADAL" clId="{08362040-18E5-4911-871A-90A5BB37375A}" dt="2025-11-17T19:32:39.130" v="1892" actId="20577"/>
          <ac:graphicFrameMkLst>
            <pc:docMk/>
            <pc:sldMk cId="1901696378" sldId="260"/>
            <ac:graphicFrameMk id="3" creationId="{DBC33894-45E6-D9CA-4636-EC29CD1B5BD2}"/>
          </ac:graphicFrameMkLst>
        </pc:graphicFrameChg>
      </pc:sldChg>
      <pc:sldChg chg="add del">
        <pc:chgData name="Federico De Mita" userId="6ce638df-d46f-4fb8-b9fa-d85fcdec2cd5" providerId="ADAL" clId="{08362040-18E5-4911-871A-90A5BB37375A}" dt="2025-11-17T15:32:05.686" v="58"/>
        <pc:sldMkLst>
          <pc:docMk/>
          <pc:sldMk cId="3888489117" sldId="261"/>
        </pc:sldMkLst>
      </pc:sldChg>
      <pc:sldChg chg="addSp delSp modSp add mod delAnim">
        <pc:chgData name="Federico De Mita" userId="6ce638df-d46f-4fb8-b9fa-d85fcdec2cd5" providerId="ADAL" clId="{08362040-18E5-4911-871A-90A5BB37375A}" dt="2025-11-17T20:25:07.074" v="4556"/>
        <pc:sldMkLst>
          <pc:docMk/>
          <pc:sldMk cId="4292933201" sldId="261"/>
        </pc:sldMkLst>
        <pc:spChg chg="add mod">
          <ac:chgData name="Federico De Mita" userId="6ce638df-d46f-4fb8-b9fa-d85fcdec2cd5" providerId="ADAL" clId="{08362040-18E5-4911-871A-90A5BB37375A}" dt="2025-11-17T20:24:12.524" v="4509"/>
          <ac:spMkLst>
            <pc:docMk/>
            <pc:sldMk cId="4292933201" sldId="261"/>
            <ac:spMk id="3" creationId="{8ACA3651-F5A1-0A9F-CF96-6B938461880A}"/>
          </ac:spMkLst>
        </pc:spChg>
        <pc:spChg chg="del">
          <ac:chgData name="Federico De Mita" userId="6ce638df-d46f-4fb8-b9fa-d85fcdec2cd5" providerId="ADAL" clId="{08362040-18E5-4911-871A-90A5BB37375A}" dt="2025-11-17T15:32:19.180" v="60" actId="478"/>
          <ac:spMkLst>
            <pc:docMk/>
            <pc:sldMk cId="4292933201" sldId="261"/>
            <ac:spMk id="3" creationId="{C1720740-786A-6A7D-8D60-B374B61A072B}"/>
          </ac:spMkLst>
        </pc:spChg>
        <pc:spChg chg="del mod">
          <ac:chgData name="Federico De Mita" userId="6ce638df-d46f-4fb8-b9fa-d85fcdec2cd5" providerId="ADAL" clId="{08362040-18E5-4911-871A-90A5BB37375A}" dt="2025-11-17T20:24:12.524" v="4509"/>
          <ac:spMkLst>
            <pc:docMk/>
            <pc:sldMk cId="4292933201" sldId="261"/>
            <ac:spMk id="5" creationId="{CC1BEA41-7CDE-2F31-484D-4847424F55E3}"/>
          </ac:spMkLst>
        </pc:spChg>
        <pc:spChg chg="mod">
          <ac:chgData name="Federico De Mita" userId="6ce638df-d46f-4fb8-b9fa-d85fcdec2cd5" providerId="ADAL" clId="{08362040-18E5-4911-871A-90A5BB37375A}" dt="2025-11-17T16:08:10.764" v="389" actId="20577"/>
          <ac:spMkLst>
            <pc:docMk/>
            <pc:sldMk cId="4292933201" sldId="261"/>
            <ac:spMk id="7" creationId="{E8A001EF-66F8-DC5D-1255-8F8D92014B3C}"/>
          </ac:spMkLst>
        </pc:spChg>
        <pc:spChg chg="del">
          <ac:chgData name="Federico De Mita" userId="6ce638df-d46f-4fb8-b9fa-d85fcdec2cd5" providerId="ADAL" clId="{08362040-18E5-4911-871A-90A5BB37375A}" dt="2025-11-17T20:25:07.074" v="4556"/>
          <ac:spMkLst>
            <pc:docMk/>
            <pc:sldMk cId="4292933201" sldId="261"/>
            <ac:spMk id="8" creationId="{61F71DE2-8F56-6E97-8AC2-E7235D515B55}"/>
          </ac:spMkLst>
        </pc:spChg>
        <pc:spChg chg="add mod">
          <ac:chgData name="Federico De Mita" userId="6ce638df-d46f-4fb8-b9fa-d85fcdec2cd5" providerId="ADAL" clId="{08362040-18E5-4911-871A-90A5BB37375A}" dt="2025-11-17T20:25:07.074" v="4556"/>
          <ac:spMkLst>
            <pc:docMk/>
            <pc:sldMk cId="4292933201" sldId="261"/>
            <ac:spMk id="9" creationId="{E01CFBE5-8E76-49CB-3D42-A9FC41CBB85B}"/>
          </ac:spMkLst>
        </pc:spChg>
        <pc:spChg chg="del">
          <ac:chgData name="Federico De Mita" userId="6ce638df-d46f-4fb8-b9fa-d85fcdec2cd5" providerId="ADAL" clId="{08362040-18E5-4911-871A-90A5BB37375A}" dt="2025-11-17T15:32:19.180" v="60" actId="478"/>
          <ac:spMkLst>
            <pc:docMk/>
            <pc:sldMk cId="4292933201" sldId="261"/>
            <ac:spMk id="11" creationId="{55678D86-A078-A9AC-0E3F-06142A75323F}"/>
          </ac:spMkLst>
        </pc:spChg>
        <pc:spChg chg="add mod">
          <ac:chgData name="Federico De Mita" userId="6ce638df-d46f-4fb8-b9fa-d85fcdec2cd5" providerId="ADAL" clId="{08362040-18E5-4911-871A-90A5BB37375A}" dt="2025-11-17T16:06:56.161" v="338" actId="1076"/>
          <ac:spMkLst>
            <pc:docMk/>
            <pc:sldMk cId="4292933201" sldId="261"/>
            <ac:spMk id="13" creationId="{9CA78590-9539-1BD3-1B68-7B4A69ADDBA7}"/>
          </ac:spMkLst>
        </pc:spChg>
        <pc:spChg chg="add mod">
          <ac:chgData name="Federico De Mita" userId="6ce638df-d46f-4fb8-b9fa-d85fcdec2cd5" providerId="ADAL" clId="{08362040-18E5-4911-871A-90A5BB37375A}" dt="2025-11-17T16:07:01.139" v="339" actId="1076"/>
          <ac:spMkLst>
            <pc:docMk/>
            <pc:sldMk cId="4292933201" sldId="261"/>
            <ac:spMk id="17" creationId="{EFF844F2-8C8F-AF91-F8D0-4E43DD7539AA}"/>
          </ac:spMkLst>
        </pc:spChg>
        <pc:spChg chg="add mod">
          <ac:chgData name="Federico De Mita" userId="6ce638df-d46f-4fb8-b9fa-d85fcdec2cd5" providerId="ADAL" clId="{08362040-18E5-4911-871A-90A5BB37375A}" dt="2025-11-17T16:07:01.139" v="339" actId="1076"/>
          <ac:spMkLst>
            <pc:docMk/>
            <pc:sldMk cId="4292933201" sldId="261"/>
            <ac:spMk id="20" creationId="{D0261F40-39B9-FD4B-446E-BC168186856F}"/>
          </ac:spMkLst>
        </pc:spChg>
        <pc:spChg chg="add del mod">
          <ac:chgData name="Federico De Mita" userId="6ce638df-d46f-4fb8-b9fa-d85fcdec2cd5" providerId="ADAL" clId="{08362040-18E5-4911-871A-90A5BB37375A}" dt="2025-11-17T15:40:14.874" v="190" actId="11529"/>
          <ac:spMkLst>
            <pc:docMk/>
            <pc:sldMk cId="4292933201" sldId="261"/>
            <ac:spMk id="21" creationId="{FC78FFF5-7F7D-CFC2-5A47-65B144FAD741}"/>
          </ac:spMkLst>
        </pc:spChg>
        <pc:spChg chg="add mod">
          <ac:chgData name="Federico De Mita" userId="6ce638df-d46f-4fb8-b9fa-d85fcdec2cd5" providerId="ADAL" clId="{08362040-18E5-4911-871A-90A5BB37375A}" dt="2025-11-17T16:07:01.139" v="339" actId="1076"/>
          <ac:spMkLst>
            <pc:docMk/>
            <pc:sldMk cId="4292933201" sldId="261"/>
            <ac:spMk id="22" creationId="{91580338-9DC1-356D-9181-8B17C1365472}"/>
          </ac:spMkLst>
        </pc:spChg>
        <pc:spChg chg="add mod">
          <ac:chgData name="Federico De Mita" userId="6ce638df-d46f-4fb8-b9fa-d85fcdec2cd5" providerId="ADAL" clId="{08362040-18E5-4911-871A-90A5BB37375A}" dt="2025-11-17T16:07:01.139" v="339" actId="1076"/>
          <ac:spMkLst>
            <pc:docMk/>
            <pc:sldMk cId="4292933201" sldId="261"/>
            <ac:spMk id="25" creationId="{64C79E88-CAA0-81FD-0F20-1788C8E2925F}"/>
          </ac:spMkLst>
        </pc:spChg>
        <pc:spChg chg="add mod">
          <ac:chgData name="Federico De Mita" userId="6ce638df-d46f-4fb8-b9fa-d85fcdec2cd5" providerId="ADAL" clId="{08362040-18E5-4911-871A-90A5BB37375A}" dt="2025-11-17T16:07:36.442" v="368" actId="403"/>
          <ac:spMkLst>
            <pc:docMk/>
            <pc:sldMk cId="4292933201" sldId="261"/>
            <ac:spMk id="28" creationId="{0D40C4F7-5AB1-E824-9DCC-6423C107983B}"/>
          </ac:spMkLst>
        </pc:spChg>
        <pc:spChg chg="add mod">
          <ac:chgData name="Federico De Mita" userId="6ce638df-d46f-4fb8-b9fa-d85fcdec2cd5" providerId="ADAL" clId="{08362040-18E5-4911-871A-90A5BB37375A}" dt="2025-11-17T16:08:02.066" v="385" actId="20577"/>
          <ac:spMkLst>
            <pc:docMk/>
            <pc:sldMk cId="4292933201" sldId="261"/>
            <ac:spMk id="29" creationId="{90DC01FD-6E82-8965-7E68-304D13F9AAD2}"/>
          </ac:spMkLst>
        </pc:spChg>
        <pc:picChg chg="del">
          <ac:chgData name="Federico De Mita" userId="6ce638df-d46f-4fb8-b9fa-d85fcdec2cd5" providerId="ADAL" clId="{08362040-18E5-4911-871A-90A5BB37375A}" dt="2025-11-17T15:32:19.180" v="60" actId="478"/>
          <ac:picMkLst>
            <pc:docMk/>
            <pc:sldMk cId="4292933201" sldId="261"/>
            <ac:picMk id="10" creationId="{BC9C036D-7929-073C-EF42-11EF93529328}"/>
          </ac:picMkLst>
        </pc:picChg>
        <pc:picChg chg="del">
          <ac:chgData name="Federico De Mita" userId="6ce638df-d46f-4fb8-b9fa-d85fcdec2cd5" providerId="ADAL" clId="{08362040-18E5-4911-871A-90A5BB37375A}" dt="2025-11-17T15:32:19.180" v="60" actId="478"/>
          <ac:picMkLst>
            <pc:docMk/>
            <pc:sldMk cId="4292933201" sldId="261"/>
            <ac:picMk id="12" creationId="{D5D23F84-E9A7-C9AD-0098-748355D369ED}"/>
          </ac:picMkLst>
        </pc:picChg>
        <pc:picChg chg="add mod">
          <ac:chgData name="Federico De Mita" userId="6ce638df-d46f-4fb8-b9fa-d85fcdec2cd5" providerId="ADAL" clId="{08362040-18E5-4911-871A-90A5BB37375A}" dt="2025-11-17T16:07:01.139" v="339" actId="1076"/>
          <ac:picMkLst>
            <pc:docMk/>
            <pc:sldMk cId="4292933201" sldId="261"/>
            <ac:picMk id="16" creationId="{9D6716A7-9D86-5765-5149-0DC25D101A6B}"/>
          </ac:picMkLst>
        </pc:picChg>
        <pc:picChg chg="add mod">
          <ac:chgData name="Federico De Mita" userId="6ce638df-d46f-4fb8-b9fa-d85fcdec2cd5" providerId="ADAL" clId="{08362040-18E5-4911-871A-90A5BB37375A}" dt="2025-11-17T16:07:42.811" v="371" actId="1076"/>
          <ac:picMkLst>
            <pc:docMk/>
            <pc:sldMk cId="4292933201" sldId="261"/>
            <ac:picMk id="1026" creationId="{A4BDECDC-1F1B-DF18-03F0-894DBAB534B8}"/>
          </ac:picMkLst>
        </pc:picChg>
        <pc:cxnChg chg="del">
          <ac:chgData name="Federico De Mita" userId="6ce638df-d46f-4fb8-b9fa-d85fcdec2cd5" providerId="ADAL" clId="{08362040-18E5-4911-871A-90A5BB37375A}" dt="2025-11-17T15:32:19.180" v="60" actId="478"/>
          <ac:cxnSpMkLst>
            <pc:docMk/>
            <pc:sldMk cId="4292933201" sldId="261"/>
            <ac:cxnSpMk id="14" creationId="{C7951701-C1F5-7036-4FA0-E90D04CA62A5}"/>
          </ac:cxnSpMkLst>
        </pc:cxnChg>
        <pc:cxnChg chg="add mod">
          <ac:chgData name="Federico De Mita" userId="6ce638df-d46f-4fb8-b9fa-d85fcdec2cd5" providerId="ADAL" clId="{08362040-18E5-4911-871A-90A5BB37375A}" dt="2025-11-17T16:07:01.139" v="339" actId="1076"/>
          <ac:cxnSpMkLst>
            <pc:docMk/>
            <pc:sldMk cId="4292933201" sldId="261"/>
            <ac:cxnSpMk id="19" creationId="{346B6C88-677D-C598-654D-60D056357E7D}"/>
          </ac:cxnSpMkLst>
        </pc:cxnChg>
        <pc:cxnChg chg="add mod">
          <ac:chgData name="Federico De Mita" userId="6ce638df-d46f-4fb8-b9fa-d85fcdec2cd5" providerId="ADAL" clId="{08362040-18E5-4911-871A-90A5BB37375A}" dt="2025-11-17T16:07:01.139" v="339" actId="1076"/>
          <ac:cxnSpMkLst>
            <pc:docMk/>
            <pc:sldMk cId="4292933201" sldId="261"/>
            <ac:cxnSpMk id="24" creationId="{D97D3F50-45CC-A396-F34C-9DC1C36DBC09}"/>
          </ac:cxnSpMkLst>
        </pc:cxnChg>
      </pc:sldChg>
      <pc:sldChg chg="addSp delSp modSp new mod modClrScheme chgLayout">
        <pc:chgData name="Federico De Mita" userId="6ce638df-d46f-4fb8-b9fa-d85fcdec2cd5" providerId="ADAL" clId="{08362040-18E5-4911-871A-90A5BB37375A}" dt="2025-11-17T20:25:30.479" v="4564"/>
        <pc:sldMkLst>
          <pc:docMk/>
          <pc:sldMk cId="3134355148" sldId="262"/>
        </pc:sldMkLst>
        <pc:spChg chg="del mod ord">
          <ac:chgData name="Federico De Mita" userId="6ce638df-d46f-4fb8-b9fa-d85fcdec2cd5" providerId="ADAL" clId="{08362040-18E5-4911-871A-90A5BB37375A}" dt="2025-11-17T16:09:07.546" v="391" actId="700"/>
          <ac:spMkLst>
            <pc:docMk/>
            <pc:sldMk cId="3134355148" sldId="262"/>
            <ac:spMk id="2" creationId="{65F0520E-B48C-F71F-06EF-793FB039E46F}"/>
          </ac:spMkLst>
        </pc:spChg>
        <pc:spChg chg="add mod">
          <ac:chgData name="Federico De Mita" userId="6ce638df-d46f-4fb8-b9fa-d85fcdec2cd5" providerId="ADAL" clId="{08362040-18E5-4911-871A-90A5BB37375A}" dt="2025-11-17T20:24:48.194" v="4525"/>
          <ac:spMkLst>
            <pc:docMk/>
            <pc:sldMk cId="3134355148" sldId="262"/>
            <ac:spMk id="2" creationId="{9A20B5DD-782F-FF1B-6AB5-5BD98C2340BC}"/>
          </ac:spMkLst>
        </pc:spChg>
        <pc:spChg chg="del mod ord">
          <ac:chgData name="Federico De Mita" userId="6ce638df-d46f-4fb8-b9fa-d85fcdec2cd5" providerId="ADAL" clId="{08362040-18E5-4911-871A-90A5BB37375A}" dt="2025-11-17T16:09:07.546" v="391" actId="700"/>
          <ac:spMkLst>
            <pc:docMk/>
            <pc:sldMk cId="3134355148" sldId="262"/>
            <ac:spMk id="3" creationId="{BDCEE997-E288-8954-3AE3-E6794BD37D94}"/>
          </ac:spMkLst>
        </pc:spChg>
        <pc:spChg chg="add mod">
          <ac:chgData name="Federico De Mita" userId="6ce638df-d46f-4fb8-b9fa-d85fcdec2cd5" providerId="ADAL" clId="{08362040-18E5-4911-871A-90A5BB37375A}" dt="2025-11-17T20:24:49.638" v="4527"/>
          <ac:spMkLst>
            <pc:docMk/>
            <pc:sldMk cId="3134355148" sldId="262"/>
            <ac:spMk id="3" creationId="{E516D148-E09B-26B4-F687-221DC272A951}"/>
          </ac:spMkLst>
        </pc:spChg>
        <pc:spChg chg="mod ord">
          <ac:chgData name="Federico De Mita" userId="6ce638df-d46f-4fb8-b9fa-d85fcdec2cd5" providerId="ADAL" clId="{08362040-18E5-4911-871A-90A5BB37375A}" dt="2025-11-17T16:09:07.546" v="391" actId="700"/>
          <ac:spMkLst>
            <pc:docMk/>
            <pc:sldMk cId="3134355148" sldId="262"/>
            <ac:spMk id="4" creationId="{6B900B8E-77A6-BB11-9931-0958DA055991}"/>
          </ac:spMkLst>
        </pc:spChg>
        <pc:spChg chg="del mod ord">
          <ac:chgData name="Federico De Mita" userId="6ce638df-d46f-4fb8-b9fa-d85fcdec2cd5" providerId="ADAL" clId="{08362040-18E5-4911-871A-90A5BB37375A}" dt="2025-11-17T20:24:49.638" v="4527"/>
          <ac:spMkLst>
            <pc:docMk/>
            <pc:sldMk cId="3134355148" sldId="262"/>
            <ac:spMk id="5" creationId="{39274FB2-AC3B-CE29-5717-CF687217F727}"/>
          </ac:spMkLst>
        </pc:spChg>
        <pc:spChg chg="mod ord">
          <ac:chgData name="Federico De Mita" userId="6ce638df-d46f-4fb8-b9fa-d85fcdec2cd5" providerId="ADAL" clId="{08362040-18E5-4911-871A-90A5BB37375A}" dt="2025-11-17T16:09:07.546" v="391" actId="700"/>
          <ac:spMkLst>
            <pc:docMk/>
            <pc:sldMk cId="3134355148" sldId="262"/>
            <ac:spMk id="6" creationId="{E66E4898-5434-23AB-1E5F-7F08B7CA76B5}"/>
          </ac:spMkLst>
        </pc:spChg>
        <pc:spChg chg="add mod">
          <ac:chgData name="Federico De Mita" userId="6ce638df-d46f-4fb8-b9fa-d85fcdec2cd5" providerId="ADAL" clId="{08362040-18E5-4911-871A-90A5BB37375A}" dt="2025-11-17T20:25:30.479" v="4564"/>
          <ac:spMkLst>
            <pc:docMk/>
            <pc:sldMk cId="3134355148" sldId="262"/>
            <ac:spMk id="7" creationId="{62B6C439-053D-FE94-1DEB-CDE38089824D}"/>
          </ac:spMkLst>
        </pc:spChg>
        <pc:spChg chg="del">
          <ac:chgData name="Federico De Mita" userId="6ce638df-d46f-4fb8-b9fa-d85fcdec2cd5" providerId="ADAL" clId="{08362040-18E5-4911-871A-90A5BB37375A}" dt="2025-11-17T16:09:07.546" v="391" actId="700"/>
          <ac:spMkLst>
            <pc:docMk/>
            <pc:sldMk cId="3134355148" sldId="262"/>
            <ac:spMk id="7" creationId="{E53F782F-099F-8AD6-2C00-85BCE16801F2}"/>
          </ac:spMkLst>
        </pc:spChg>
        <pc:spChg chg="del mod ord">
          <ac:chgData name="Federico De Mita" userId="6ce638df-d46f-4fb8-b9fa-d85fcdec2cd5" providerId="ADAL" clId="{08362040-18E5-4911-871A-90A5BB37375A}" dt="2025-11-17T16:09:07.546" v="391" actId="700"/>
          <ac:spMkLst>
            <pc:docMk/>
            <pc:sldMk cId="3134355148" sldId="262"/>
            <ac:spMk id="8" creationId="{1373E0B6-1EB3-8312-A760-AE18A38DCBDF}"/>
          </ac:spMkLst>
        </pc:spChg>
        <pc:spChg chg="add mod ord">
          <ac:chgData name="Federico De Mita" userId="6ce638df-d46f-4fb8-b9fa-d85fcdec2cd5" providerId="ADAL" clId="{08362040-18E5-4911-871A-90A5BB37375A}" dt="2025-11-17T16:09:22.514" v="434" actId="20577"/>
          <ac:spMkLst>
            <pc:docMk/>
            <pc:sldMk cId="3134355148" sldId="262"/>
            <ac:spMk id="9" creationId="{F22C63AD-E854-4BC5-8C88-EFA2B302E9EF}"/>
          </ac:spMkLst>
        </pc:spChg>
        <pc:spChg chg="add mod ord">
          <ac:chgData name="Federico De Mita" userId="6ce638df-d46f-4fb8-b9fa-d85fcdec2cd5" providerId="ADAL" clId="{08362040-18E5-4911-871A-90A5BB37375A}" dt="2025-11-17T20:11:46.778" v="4344" actId="20577"/>
          <ac:spMkLst>
            <pc:docMk/>
            <pc:sldMk cId="3134355148" sldId="262"/>
            <ac:spMk id="10" creationId="{AA55D88A-B5AE-3FB5-EC15-8FEAC3561A50}"/>
          </ac:spMkLst>
        </pc:spChg>
        <pc:spChg chg="add del mod ord">
          <ac:chgData name="Federico De Mita" userId="6ce638df-d46f-4fb8-b9fa-d85fcdec2cd5" providerId="ADAL" clId="{08362040-18E5-4911-871A-90A5BB37375A}" dt="2025-11-17T20:25:30.479" v="4564"/>
          <ac:spMkLst>
            <pc:docMk/>
            <pc:sldMk cId="3134355148" sldId="262"/>
            <ac:spMk id="11" creationId="{3C63761A-EBFA-793A-1ECE-D26AB7551A0B}"/>
          </ac:spMkLst>
        </pc:spChg>
      </pc:sldChg>
      <pc:sldChg chg="addSp delSp modSp add mod">
        <pc:chgData name="Federico De Mita" userId="6ce638df-d46f-4fb8-b9fa-d85fcdec2cd5" providerId="ADAL" clId="{08362040-18E5-4911-871A-90A5BB37375A}" dt="2025-11-17T20:25:12.021" v="4558"/>
        <pc:sldMkLst>
          <pc:docMk/>
          <pc:sldMk cId="706218402" sldId="263"/>
        </pc:sldMkLst>
        <pc:spChg chg="del">
          <ac:chgData name="Federico De Mita" userId="6ce638df-d46f-4fb8-b9fa-d85fcdec2cd5" providerId="ADAL" clId="{08362040-18E5-4911-871A-90A5BB37375A}" dt="2025-11-17T16:14:00.658" v="482" actId="478"/>
          <ac:spMkLst>
            <pc:docMk/>
            <pc:sldMk cId="706218402" sldId="263"/>
            <ac:spMk id="3" creationId="{824250E9-0EC8-BFF8-436D-D1FD47F690EA}"/>
          </ac:spMkLst>
        </pc:spChg>
        <pc:spChg chg="add mod">
          <ac:chgData name="Federico De Mita" userId="6ce638df-d46f-4fb8-b9fa-d85fcdec2cd5" providerId="ADAL" clId="{08362040-18E5-4911-871A-90A5BB37375A}" dt="2025-11-17T20:24:21.064" v="4513"/>
          <ac:spMkLst>
            <pc:docMk/>
            <pc:sldMk cId="706218402" sldId="263"/>
            <ac:spMk id="3" creationId="{A9BAD925-F110-954F-650F-158311274152}"/>
          </ac:spMkLst>
        </pc:spChg>
        <pc:spChg chg="del mod">
          <ac:chgData name="Federico De Mita" userId="6ce638df-d46f-4fb8-b9fa-d85fcdec2cd5" providerId="ADAL" clId="{08362040-18E5-4911-871A-90A5BB37375A}" dt="2025-11-17T20:24:21.064" v="4513"/>
          <ac:spMkLst>
            <pc:docMk/>
            <pc:sldMk cId="706218402" sldId="263"/>
            <ac:spMk id="5" creationId="{41A62371-6A63-733B-1F36-9E03846F371B}"/>
          </ac:spMkLst>
        </pc:spChg>
        <pc:spChg chg="mod">
          <ac:chgData name="Federico De Mita" userId="6ce638df-d46f-4fb8-b9fa-d85fcdec2cd5" providerId="ADAL" clId="{08362040-18E5-4911-871A-90A5BB37375A}" dt="2025-11-17T19:37:59.022" v="2137" actId="20577"/>
          <ac:spMkLst>
            <pc:docMk/>
            <pc:sldMk cId="706218402" sldId="263"/>
            <ac:spMk id="7" creationId="{6238B632-76EA-1AAF-5A36-DC8880CA1AC2}"/>
          </ac:spMkLst>
        </pc:spChg>
        <pc:spChg chg="del">
          <ac:chgData name="Federico De Mita" userId="6ce638df-d46f-4fb8-b9fa-d85fcdec2cd5" providerId="ADAL" clId="{08362040-18E5-4911-871A-90A5BB37375A}" dt="2025-11-17T20:25:12.021" v="4558"/>
          <ac:spMkLst>
            <pc:docMk/>
            <pc:sldMk cId="706218402" sldId="263"/>
            <ac:spMk id="8" creationId="{1679E301-D114-5E84-4D22-0F71779FD78B}"/>
          </ac:spMkLst>
        </pc:spChg>
        <pc:spChg chg="del">
          <ac:chgData name="Federico De Mita" userId="6ce638df-d46f-4fb8-b9fa-d85fcdec2cd5" providerId="ADAL" clId="{08362040-18E5-4911-871A-90A5BB37375A}" dt="2025-11-17T16:14:00.658" v="482" actId="478"/>
          <ac:spMkLst>
            <pc:docMk/>
            <pc:sldMk cId="706218402" sldId="263"/>
            <ac:spMk id="9" creationId="{0D2C1022-C413-5D98-6423-E09402519051}"/>
          </ac:spMkLst>
        </pc:spChg>
        <pc:spChg chg="add mod">
          <ac:chgData name="Federico De Mita" userId="6ce638df-d46f-4fb8-b9fa-d85fcdec2cd5" providerId="ADAL" clId="{08362040-18E5-4911-871A-90A5BB37375A}" dt="2025-11-17T20:25:12.021" v="4558"/>
          <ac:spMkLst>
            <pc:docMk/>
            <pc:sldMk cId="706218402" sldId="263"/>
            <ac:spMk id="9" creationId="{86139051-4BCF-405B-8F64-91A59F652F65}"/>
          </ac:spMkLst>
        </pc:spChg>
        <pc:spChg chg="del">
          <ac:chgData name="Federico De Mita" userId="6ce638df-d46f-4fb8-b9fa-d85fcdec2cd5" providerId="ADAL" clId="{08362040-18E5-4911-871A-90A5BB37375A}" dt="2025-11-17T16:14:00.658" v="482" actId="478"/>
          <ac:spMkLst>
            <pc:docMk/>
            <pc:sldMk cId="706218402" sldId="263"/>
            <ac:spMk id="10" creationId="{27C15E1F-151F-AF15-3D14-C2204C376843}"/>
          </ac:spMkLst>
        </pc:spChg>
        <pc:spChg chg="add mod">
          <ac:chgData name="Federico De Mita" userId="6ce638df-d46f-4fb8-b9fa-d85fcdec2cd5" providerId="ADAL" clId="{08362040-18E5-4911-871A-90A5BB37375A}" dt="2025-11-17T16:14:28.588" v="552" actId="20577"/>
          <ac:spMkLst>
            <pc:docMk/>
            <pc:sldMk cId="706218402" sldId="263"/>
            <ac:spMk id="12" creationId="{FA5CBFAC-0874-57AA-B8E9-8CC996A84729}"/>
          </ac:spMkLst>
        </pc:spChg>
        <pc:spChg chg="del">
          <ac:chgData name="Federico De Mita" userId="6ce638df-d46f-4fb8-b9fa-d85fcdec2cd5" providerId="ADAL" clId="{08362040-18E5-4911-871A-90A5BB37375A}" dt="2025-11-17T16:14:05.404" v="483" actId="478"/>
          <ac:spMkLst>
            <pc:docMk/>
            <pc:sldMk cId="706218402" sldId="263"/>
            <ac:spMk id="13" creationId="{430F516F-A7F6-A493-B709-7CDCC11BFC33}"/>
          </ac:spMkLst>
        </pc:spChg>
        <pc:spChg chg="add mod">
          <ac:chgData name="Federico De Mita" userId="6ce638df-d46f-4fb8-b9fa-d85fcdec2cd5" providerId="ADAL" clId="{08362040-18E5-4911-871A-90A5BB37375A}" dt="2025-11-17T16:34:30.664" v="769" actId="1076"/>
          <ac:spMkLst>
            <pc:docMk/>
            <pc:sldMk cId="706218402" sldId="263"/>
            <ac:spMk id="21" creationId="{29377F8A-219A-B520-D3DB-BAB81AF80DBD}"/>
          </ac:spMkLst>
        </pc:spChg>
        <pc:spChg chg="del">
          <ac:chgData name="Federico De Mita" userId="6ce638df-d46f-4fb8-b9fa-d85fcdec2cd5" providerId="ADAL" clId="{08362040-18E5-4911-871A-90A5BB37375A}" dt="2025-11-17T16:14:00.658" v="482" actId="478"/>
          <ac:spMkLst>
            <pc:docMk/>
            <pc:sldMk cId="706218402" sldId="263"/>
            <ac:spMk id="23" creationId="{0E6F4ECD-2BDB-58C3-A405-F3670EDFB6EB}"/>
          </ac:spMkLst>
        </pc:spChg>
        <pc:spChg chg="add mod">
          <ac:chgData name="Federico De Mita" userId="6ce638df-d46f-4fb8-b9fa-d85fcdec2cd5" providerId="ADAL" clId="{08362040-18E5-4911-871A-90A5BB37375A}" dt="2025-11-17T16:34:30.664" v="769" actId="1076"/>
          <ac:spMkLst>
            <pc:docMk/>
            <pc:sldMk cId="706218402" sldId="263"/>
            <ac:spMk id="25" creationId="{5D395307-AEE4-7102-79EA-D16A8B2674F9}"/>
          </ac:spMkLst>
        </pc:spChg>
        <pc:spChg chg="add mod">
          <ac:chgData name="Federico De Mita" userId="6ce638df-d46f-4fb8-b9fa-d85fcdec2cd5" providerId="ADAL" clId="{08362040-18E5-4911-871A-90A5BB37375A}" dt="2025-11-17T16:34:30.664" v="769" actId="1076"/>
          <ac:spMkLst>
            <pc:docMk/>
            <pc:sldMk cId="706218402" sldId="263"/>
            <ac:spMk id="26" creationId="{7EFFE86E-F526-A634-9312-13FF9D2FA74C}"/>
          </ac:spMkLst>
        </pc:spChg>
        <pc:spChg chg="add mod">
          <ac:chgData name="Federico De Mita" userId="6ce638df-d46f-4fb8-b9fa-d85fcdec2cd5" providerId="ADAL" clId="{08362040-18E5-4911-871A-90A5BB37375A}" dt="2025-11-17T16:34:30.664" v="769" actId="1076"/>
          <ac:spMkLst>
            <pc:docMk/>
            <pc:sldMk cId="706218402" sldId="263"/>
            <ac:spMk id="27" creationId="{443A3417-2E7B-F5A7-D84F-310934DC236A}"/>
          </ac:spMkLst>
        </pc:spChg>
        <pc:picChg chg="del">
          <ac:chgData name="Federico De Mita" userId="6ce638df-d46f-4fb8-b9fa-d85fcdec2cd5" providerId="ADAL" clId="{08362040-18E5-4911-871A-90A5BB37375A}" dt="2025-11-17T16:14:00.658" v="482" actId="478"/>
          <ac:picMkLst>
            <pc:docMk/>
            <pc:sldMk cId="706218402" sldId="263"/>
            <ac:picMk id="14" creationId="{6F389FD4-60B0-5CE9-A889-F9C654E2F843}"/>
          </ac:picMkLst>
        </pc:picChg>
        <pc:picChg chg="add del mod">
          <ac:chgData name="Federico De Mita" userId="6ce638df-d46f-4fb8-b9fa-d85fcdec2cd5" providerId="ADAL" clId="{08362040-18E5-4911-871A-90A5BB37375A}" dt="2025-11-17T19:34:12.457" v="1894" actId="478"/>
          <ac:picMkLst>
            <pc:docMk/>
            <pc:sldMk cId="706218402" sldId="263"/>
            <ac:picMk id="18" creationId="{678BB756-B9FD-A003-89A8-56C583316186}"/>
          </ac:picMkLst>
        </pc:picChg>
        <pc:picChg chg="add mod modCrop">
          <ac:chgData name="Federico De Mita" userId="6ce638df-d46f-4fb8-b9fa-d85fcdec2cd5" providerId="ADAL" clId="{08362040-18E5-4911-871A-90A5BB37375A}" dt="2025-11-17T16:34:30.664" v="769" actId="1076"/>
          <ac:picMkLst>
            <pc:docMk/>
            <pc:sldMk cId="706218402" sldId="263"/>
            <ac:picMk id="24" creationId="{71F292F5-A408-A603-6AD9-EEAB449B48EE}"/>
          </ac:picMkLst>
        </pc:picChg>
        <pc:picChg chg="add mod modCrop">
          <ac:chgData name="Federico De Mita" userId="6ce638df-d46f-4fb8-b9fa-d85fcdec2cd5" providerId="ADAL" clId="{08362040-18E5-4911-871A-90A5BB37375A}" dt="2025-11-17T19:35:27.838" v="1911" actId="14100"/>
          <ac:picMkLst>
            <pc:docMk/>
            <pc:sldMk cId="706218402" sldId="263"/>
            <ac:picMk id="29" creationId="{FCAA79E1-D69F-878C-C60A-C5D14CC1DF8A}"/>
          </ac:picMkLst>
        </pc:picChg>
        <pc:cxnChg chg="del">
          <ac:chgData name="Federico De Mita" userId="6ce638df-d46f-4fb8-b9fa-d85fcdec2cd5" providerId="ADAL" clId="{08362040-18E5-4911-871A-90A5BB37375A}" dt="2025-11-17T16:14:00.658" v="482" actId="478"/>
          <ac:cxnSpMkLst>
            <pc:docMk/>
            <pc:sldMk cId="706218402" sldId="263"/>
            <ac:cxnSpMk id="15" creationId="{55DFD719-E7D9-2A6E-97F4-12F65161E4E7}"/>
          </ac:cxnSpMkLst>
        </pc:cxnChg>
        <pc:cxnChg chg="del">
          <ac:chgData name="Federico De Mita" userId="6ce638df-d46f-4fb8-b9fa-d85fcdec2cd5" providerId="ADAL" clId="{08362040-18E5-4911-871A-90A5BB37375A}" dt="2025-11-17T16:14:00.658" v="482" actId="478"/>
          <ac:cxnSpMkLst>
            <pc:docMk/>
            <pc:sldMk cId="706218402" sldId="263"/>
            <ac:cxnSpMk id="16" creationId="{F3EA7389-A30F-B383-1E5F-DB5FD52A8F51}"/>
          </ac:cxnSpMkLst>
        </pc:cxnChg>
        <pc:cxnChg chg="del">
          <ac:chgData name="Federico De Mita" userId="6ce638df-d46f-4fb8-b9fa-d85fcdec2cd5" providerId="ADAL" clId="{08362040-18E5-4911-871A-90A5BB37375A}" dt="2025-11-17T16:14:00.658" v="482" actId="478"/>
          <ac:cxnSpMkLst>
            <pc:docMk/>
            <pc:sldMk cId="706218402" sldId="263"/>
            <ac:cxnSpMk id="19" creationId="{8084C6AD-04ED-37AD-4476-644413BE5BC3}"/>
          </ac:cxnSpMkLst>
        </pc:cxnChg>
        <pc:cxnChg chg="del">
          <ac:chgData name="Federico De Mita" userId="6ce638df-d46f-4fb8-b9fa-d85fcdec2cd5" providerId="ADAL" clId="{08362040-18E5-4911-871A-90A5BB37375A}" dt="2025-11-17T16:14:00.658" v="482" actId="478"/>
          <ac:cxnSpMkLst>
            <pc:docMk/>
            <pc:sldMk cId="706218402" sldId="263"/>
            <ac:cxnSpMk id="20" creationId="{9B448AD1-CCBB-C1CD-B15F-3DF6F734B890}"/>
          </ac:cxnSpMkLst>
        </pc:cxnChg>
      </pc:sldChg>
      <pc:sldChg chg="addSp delSp modSp add del mod">
        <pc:chgData name="Federico De Mita" userId="6ce638df-d46f-4fb8-b9fa-d85fcdec2cd5" providerId="ADAL" clId="{08362040-18E5-4911-871A-90A5BB37375A}" dt="2025-11-17T18:22:40.454" v="1223"/>
        <pc:sldMkLst>
          <pc:docMk/>
          <pc:sldMk cId="2597246658" sldId="264"/>
        </pc:sldMkLst>
        <pc:spChg chg="add del">
          <ac:chgData name="Federico De Mita" userId="6ce638df-d46f-4fb8-b9fa-d85fcdec2cd5" providerId="ADAL" clId="{08362040-18E5-4911-871A-90A5BB37375A}" dt="2025-11-17T18:22:39.948" v="1222" actId="478"/>
          <ac:spMkLst>
            <pc:docMk/>
            <pc:sldMk cId="2597246658" sldId="264"/>
            <ac:spMk id="10" creationId="{B71743DF-96A4-2CC3-C955-0E683DE26936}"/>
          </ac:spMkLst>
        </pc:spChg>
        <pc:spChg chg="add del mod">
          <ac:chgData name="Federico De Mita" userId="6ce638df-d46f-4fb8-b9fa-d85fcdec2cd5" providerId="ADAL" clId="{08362040-18E5-4911-871A-90A5BB37375A}" dt="2025-11-17T18:22:39.948" v="1222" actId="478"/>
          <ac:spMkLst>
            <pc:docMk/>
            <pc:sldMk cId="2597246658" sldId="264"/>
            <ac:spMk id="11" creationId="{170463EB-F66C-BBAE-C2F9-05767848D68A}"/>
          </ac:spMkLst>
        </pc:spChg>
        <pc:graphicFrameChg chg="add del">
          <ac:chgData name="Federico De Mita" userId="6ce638df-d46f-4fb8-b9fa-d85fcdec2cd5" providerId="ADAL" clId="{08362040-18E5-4911-871A-90A5BB37375A}" dt="2025-11-17T18:22:39.948" v="1222" actId="478"/>
          <ac:graphicFrameMkLst>
            <pc:docMk/>
            <pc:sldMk cId="2597246658" sldId="264"/>
            <ac:graphicFrameMk id="3" creationId="{36D87F16-9A9F-D678-45DC-E6137953FFE2}"/>
          </ac:graphicFrameMkLst>
        </pc:graphicFrameChg>
      </pc:sldChg>
      <pc:sldChg chg="addSp delSp modSp add mod">
        <pc:chgData name="Federico De Mita" userId="6ce638df-d46f-4fb8-b9fa-d85fcdec2cd5" providerId="ADAL" clId="{08362040-18E5-4911-871A-90A5BB37375A}" dt="2025-11-17T20:25:17.414" v="4560"/>
        <pc:sldMkLst>
          <pc:docMk/>
          <pc:sldMk cId="3841772712" sldId="264"/>
        </pc:sldMkLst>
        <pc:spChg chg="add mod">
          <ac:chgData name="Federico De Mita" userId="6ce638df-d46f-4fb8-b9fa-d85fcdec2cd5" providerId="ADAL" clId="{08362040-18E5-4911-871A-90A5BB37375A}" dt="2025-11-17T20:24:30.179" v="4517"/>
          <ac:spMkLst>
            <pc:docMk/>
            <pc:sldMk cId="3841772712" sldId="264"/>
            <ac:spMk id="3" creationId="{AAD50340-77F2-C5D7-3998-D619C5D9A870}"/>
          </ac:spMkLst>
        </pc:spChg>
        <pc:spChg chg="del mod">
          <ac:chgData name="Federico De Mita" userId="6ce638df-d46f-4fb8-b9fa-d85fcdec2cd5" providerId="ADAL" clId="{08362040-18E5-4911-871A-90A5BB37375A}" dt="2025-11-17T20:24:30.179" v="4517"/>
          <ac:spMkLst>
            <pc:docMk/>
            <pc:sldMk cId="3841772712" sldId="264"/>
            <ac:spMk id="5" creationId="{7167F89B-62AC-0091-AC2F-C796AE56C835}"/>
          </ac:spMkLst>
        </pc:spChg>
        <pc:spChg chg="mod">
          <ac:chgData name="Federico De Mita" userId="6ce638df-d46f-4fb8-b9fa-d85fcdec2cd5" providerId="ADAL" clId="{08362040-18E5-4911-871A-90A5BB37375A}" dt="2025-11-17T19:58:00.123" v="2887" actId="20577"/>
          <ac:spMkLst>
            <pc:docMk/>
            <pc:sldMk cId="3841772712" sldId="264"/>
            <ac:spMk id="7" creationId="{0BAD1229-B8AE-3D7D-9DA6-A2DFC9813676}"/>
          </ac:spMkLst>
        </pc:spChg>
        <pc:spChg chg="del">
          <ac:chgData name="Federico De Mita" userId="6ce638df-d46f-4fb8-b9fa-d85fcdec2cd5" providerId="ADAL" clId="{08362040-18E5-4911-871A-90A5BB37375A}" dt="2025-11-17T20:25:17.414" v="4560"/>
          <ac:spMkLst>
            <pc:docMk/>
            <pc:sldMk cId="3841772712" sldId="264"/>
            <ac:spMk id="8" creationId="{334611E6-5793-BC41-25AA-6C02CF1B7E89}"/>
          </ac:spMkLst>
        </pc:spChg>
        <pc:spChg chg="add mod">
          <ac:chgData name="Federico De Mita" userId="6ce638df-d46f-4fb8-b9fa-d85fcdec2cd5" providerId="ADAL" clId="{08362040-18E5-4911-871A-90A5BB37375A}" dt="2025-11-17T20:25:17.414" v="4560"/>
          <ac:spMkLst>
            <pc:docMk/>
            <pc:sldMk cId="3841772712" sldId="264"/>
            <ac:spMk id="9" creationId="{AE93AE8A-EB1F-7542-9C51-0E9F78759B5E}"/>
          </ac:spMkLst>
        </pc:spChg>
        <pc:spChg chg="del">
          <ac:chgData name="Federico De Mita" userId="6ce638df-d46f-4fb8-b9fa-d85fcdec2cd5" providerId="ADAL" clId="{08362040-18E5-4911-871A-90A5BB37375A}" dt="2025-11-17T18:22:52.073" v="1227" actId="478"/>
          <ac:spMkLst>
            <pc:docMk/>
            <pc:sldMk cId="3841772712" sldId="264"/>
            <ac:spMk id="10" creationId="{25855659-A762-9A5A-134F-C8A072ACD850}"/>
          </ac:spMkLst>
        </pc:spChg>
        <pc:spChg chg="add del mod">
          <ac:chgData name="Federico De Mita" userId="6ce638df-d46f-4fb8-b9fa-d85fcdec2cd5" providerId="ADAL" clId="{08362040-18E5-4911-871A-90A5BB37375A}" dt="2025-11-17T18:22:54.542" v="1228"/>
          <ac:spMkLst>
            <pc:docMk/>
            <pc:sldMk cId="3841772712" sldId="264"/>
            <ac:spMk id="11" creationId="{BF0FB175-F774-9FB6-E8F8-502477AA89E9}"/>
          </ac:spMkLst>
        </pc:spChg>
        <pc:spChg chg="add mod">
          <ac:chgData name="Federico De Mita" userId="6ce638df-d46f-4fb8-b9fa-d85fcdec2cd5" providerId="ADAL" clId="{08362040-18E5-4911-871A-90A5BB37375A}" dt="2025-11-17T19:33:10.539" v="1893" actId="1076"/>
          <ac:spMkLst>
            <pc:docMk/>
            <pc:sldMk cId="3841772712" sldId="264"/>
            <ac:spMk id="12" creationId="{4AFC37AD-B9B1-8570-FA2A-AFC869A85FEA}"/>
          </ac:spMkLst>
        </pc:spChg>
        <pc:spChg chg="add mod">
          <ac:chgData name="Federico De Mita" userId="6ce638df-d46f-4fb8-b9fa-d85fcdec2cd5" providerId="ADAL" clId="{08362040-18E5-4911-871A-90A5BB37375A}" dt="2025-11-17T19:33:10.539" v="1893" actId="1076"/>
          <ac:spMkLst>
            <pc:docMk/>
            <pc:sldMk cId="3841772712" sldId="264"/>
            <ac:spMk id="13" creationId="{3477B479-6FF8-866F-98E7-F5AC8B2183FE}"/>
          </ac:spMkLst>
        </pc:spChg>
        <pc:spChg chg="add mod">
          <ac:chgData name="Federico De Mita" userId="6ce638df-d46f-4fb8-b9fa-d85fcdec2cd5" providerId="ADAL" clId="{08362040-18E5-4911-871A-90A5BB37375A}" dt="2025-11-17T19:33:10.539" v="1893" actId="1076"/>
          <ac:spMkLst>
            <pc:docMk/>
            <pc:sldMk cId="3841772712" sldId="264"/>
            <ac:spMk id="14" creationId="{262360A2-5467-29C5-EDDF-70E50106F772}"/>
          </ac:spMkLst>
        </pc:spChg>
        <pc:spChg chg="add mod">
          <ac:chgData name="Federico De Mita" userId="6ce638df-d46f-4fb8-b9fa-d85fcdec2cd5" providerId="ADAL" clId="{08362040-18E5-4911-871A-90A5BB37375A}" dt="2025-11-17T19:33:10.539" v="1893" actId="1076"/>
          <ac:spMkLst>
            <pc:docMk/>
            <pc:sldMk cId="3841772712" sldId="264"/>
            <ac:spMk id="17" creationId="{D5F7F8F1-9460-2080-17DA-E16E200E83A8}"/>
          </ac:spMkLst>
        </pc:spChg>
        <pc:spChg chg="add mod">
          <ac:chgData name="Federico De Mita" userId="6ce638df-d46f-4fb8-b9fa-d85fcdec2cd5" providerId="ADAL" clId="{08362040-18E5-4911-871A-90A5BB37375A}" dt="2025-11-17T19:33:10.539" v="1893" actId="1076"/>
          <ac:spMkLst>
            <pc:docMk/>
            <pc:sldMk cId="3841772712" sldId="264"/>
            <ac:spMk id="18" creationId="{DBF9B728-BCAD-1CA3-2915-7786DFB69133}"/>
          </ac:spMkLst>
        </pc:spChg>
        <pc:spChg chg="add mod">
          <ac:chgData name="Federico De Mita" userId="6ce638df-d46f-4fb8-b9fa-d85fcdec2cd5" providerId="ADAL" clId="{08362040-18E5-4911-871A-90A5BB37375A}" dt="2025-11-17T19:55:37.331" v="2882" actId="1076"/>
          <ac:spMkLst>
            <pc:docMk/>
            <pc:sldMk cId="3841772712" sldId="264"/>
            <ac:spMk id="19" creationId="{43C84A5A-4DB9-C02A-7383-B8FDE1E4D485}"/>
          </ac:spMkLst>
        </pc:spChg>
        <pc:graphicFrameChg chg="del">
          <ac:chgData name="Federico De Mita" userId="6ce638df-d46f-4fb8-b9fa-d85fcdec2cd5" providerId="ADAL" clId="{08362040-18E5-4911-871A-90A5BB37375A}" dt="2025-11-17T18:22:52.073" v="1227" actId="478"/>
          <ac:graphicFrameMkLst>
            <pc:docMk/>
            <pc:sldMk cId="3841772712" sldId="264"/>
            <ac:graphicFrameMk id="3" creationId="{53DDBDA1-5AF7-F1D2-8A0C-ADDFC91D31AC}"/>
          </ac:graphicFrameMkLst>
        </pc:graphicFrameChg>
        <pc:picChg chg="add mod modCrop">
          <ac:chgData name="Federico De Mita" userId="6ce638df-d46f-4fb8-b9fa-d85fcdec2cd5" providerId="ADAL" clId="{08362040-18E5-4911-871A-90A5BB37375A}" dt="2025-11-17T19:33:10.539" v="1893" actId="1076"/>
          <ac:picMkLst>
            <pc:docMk/>
            <pc:sldMk cId="3841772712" sldId="264"/>
            <ac:picMk id="16" creationId="{830E4C4D-7900-0BC9-CCC5-E5EA237163F9}"/>
          </ac:picMkLst>
        </pc:picChg>
      </pc:sldChg>
      <pc:sldChg chg="addSp delSp modSp add mod">
        <pc:chgData name="Federico De Mita" userId="6ce638df-d46f-4fb8-b9fa-d85fcdec2cd5" providerId="ADAL" clId="{08362040-18E5-4911-871A-90A5BB37375A}" dt="2025-11-17T20:25:20.086" v="4561"/>
        <pc:sldMkLst>
          <pc:docMk/>
          <pc:sldMk cId="3637528640" sldId="265"/>
        </pc:sldMkLst>
        <pc:spChg chg="add mod">
          <ac:chgData name="Federico De Mita" userId="6ce638df-d46f-4fb8-b9fa-d85fcdec2cd5" providerId="ADAL" clId="{08362040-18E5-4911-871A-90A5BB37375A}" dt="2025-11-17T20:24:34.343" v="4519"/>
          <ac:spMkLst>
            <pc:docMk/>
            <pc:sldMk cId="3637528640" sldId="265"/>
            <ac:spMk id="3" creationId="{1510E0DD-B132-45A1-F54B-4315FFADF46A}"/>
          </ac:spMkLst>
        </pc:spChg>
        <pc:spChg chg="del mod">
          <ac:chgData name="Federico De Mita" userId="6ce638df-d46f-4fb8-b9fa-d85fcdec2cd5" providerId="ADAL" clId="{08362040-18E5-4911-871A-90A5BB37375A}" dt="2025-11-17T20:24:34.343" v="4519"/>
          <ac:spMkLst>
            <pc:docMk/>
            <pc:sldMk cId="3637528640" sldId="265"/>
            <ac:spMk id="5" creationId="{EF8F4807-5CAF-EDF6-AD31-41AFC47E6B48}"/>
          </ac:spMkLst>
        </pc:spChg>
        <pc:spChg chg="mod">
          <ac:chgData name="Federico De Mita" userId="6ce638df-d46f-4fb8-b9fa-d85fcdec2cd5" providerId="ADAL" clId="{08362040-18E5-4911-871A-90A5BB37375A}" dt="2025-11-17T19:41:23.417" v="2313" actId="20577"/>
          <ac:spMkLst>
            <pc:docMk/>
            <pc:sldMk cId="3637528640" sldId="265"/>
            <ac:spMk id="7" creationId="{8687E522-39CC-35D6-22F1-30D9E4E4A0A7}"/>
          </ac:spMkLst>
        </pc:spChg>
        <pc:spChg chg="del">
          <ac:chgData name="Federico De Mita" userId="6ce638df-d46f-4fb8-b9fa-d85fcdec2cd5" providerId="ADAL" clId="{08362040-18E5-4911-871A-90A5BB37375A}" dt="2025-11-17T20:25:20.086" v="4561"/>
          <ac:spMkLst>
            <pc:docMk/>
            <pc:sldMk cId="3637528640" sldId="265"/>
            <ac:spMk id="8" creationId="{6EB9A627-24DE-D3E1-6691-DCB240B3D4FA}"/>
          </ac:spMkLst>
        </pc:spChg>
        <pc:spChg chg="add mod">
          <ac:chgData name="Federico De Mita" userId="6ce638df-d46f-4fb8-b9fa-d85fcdec2cd5" providerId="ADAL" clId="{08362040-18E5-4911-871A-90A5BB37375A}" dt="2025-11-17T20:00:05.954" v="3214" actId="20577"/>
          <ac:spMkLst>
            <pc:docMk/>
            <pc:sldMk cId="3637528640" sldId="265"/>
            <ac:spMk id="9" creationId="{272C3980-E723-0C99-3668-F34E5702903D}"/>
          </ac:spMkLst>
        </pc:spChg>
        <pc:spChg chg="add mod">
          <ac:chgData name="Federico De Mita" userId="6ce638df-d46f-4fb8-b9fa-d85fcdec2cd5" providerId="ADAL" clId="{08362040-18E5-4911-871A-90A5BB37375A}" dt="2025-11-17T20:25:20.086" v="4561"/>
          <ac:spMkLst>
            <pc:docMk/>
            <pc:sldMk cId="3637528640" sldId="265"/>
            <ac:spMk id="10" creationId="{DB2ACF03-5E8D-FECC-050E-BC47D0CC3843}"/>
          </ac:spMkLst>
        </pc:spChg>
        <pc:spChg chg="del">
          <ac:chgData name="Federico De Mita" userId="6ce638df-d46f-4fb8-b9fa-d85fcdec2cd5" providerId="ADAL" clId="{08362040-18E5-4911-871A-90A5BB37375A}" dt="2025-11-17T19:28:09.375" v="1584" actId="478"/>
          <ac:spMkLst>
            <pc:docMk/>
            <pc:sldMk cId="3637528640" sldId="265"/>
            <ac:spMk id="12" creationId="{978443B5-D564-39D2-2B32-170F1750C747}"/>
          </ac:spMkLst>
        </pc:spChg>
        <pc:spChg chg="del">
          <ac:chgData name="Federico De Mita" userId="6ce638df-d46f-4fb8-b9fa-d85fcdec2cd5" providerId="ADAL" clId="{08362040-18E5-4911-871A-90A5BB37375A}" dt="2025-11-17T19:28:09.375" v="1584" actId="478"/>
          <ac:spMkLst>
            <pc:docMk/>
            <pc:sldMk cId="3637528640" sldId="265"/>
            <ac:spMk id="13" creationId="{E5BF883D-309A-E1B8-2D9D-49C4C1A5EA7A}"/>
          </ac:spMkLst>
        </pc:spChg>
        <pc:spChg chg="del">
          <ac:chgData name="Federico De Mita" userId="6ce638df-d46f-4fb8-b9fa-d85fcdec2cd5" providerId="ADAL" clId="{08362040-18E5-4911-871A-90A5BB37375A}" dt="2025-11-17T19:28:09.375" v="1584" actId="478"/>
          <ac:spMkLst>
            <pc:docMk/>
            <pc:sldMk cId="3637528640" sldId="265"/>
            <ac:spMk id="14" creationId="{E1ABC709-DF8D-CC05-DED0-A50F3C89F4FF}"/>
          </ac:spMkLst>
        </pc:spChg>
        <pc:spChg chg="del">
          <ac:chgData name="Federico De Mita" userId="6ce638df-d46f-4fb8-b9fa-d85fcdec2cd5" providerId="ADAL" clId="{08362040-18E5-4911-871A-90A5BB37375A}" dt="2025-11-17T19:28:09.375" v="1584" actId="478"/>
          <ac:spMkLst>
            <pc:docMk/>
            <pc:sldMk cId="3637528640" sldId="265"/>
            <ac:spMk id="17" creationId="{20566217-0464-F793-E39B-3B862CA2A78E}"/>
          </ac:spMkLst>
        </pc:spChg>
        <pc:spChg chg="del">
          <ac:chgData name="Federico De Mita" userId="6ce638df-d46f-4fb8-b9fa-d85fcdec2cd5" providerId="ADAL" clId="{08362040-18E5-4911-871A-90A5BB37375A}" dt="2025-11-17T19:28:09.375" v="1584" actId="478"/>
          <ac:spMkLst>
            <pc:docMk/>
            <pc:sldMk cId="3637528640" sldId="265"/>
            <ac:spMk id="18" creationId="{5EF48B63-9D02-7426-2A1B-0E231D5725E5}"/>
          </ac:spMkLst>
        </pc:spChg>
        <pc:picChg chg="del">
          <ac:chgData name="Federico De Mita" userId="6ce638df-d46f-4fb8-b9fa-d85fcdec2cd5" providerId="ADAL" clId="{08362040-18E5-4911-871A-90A5BB37375A}" dt="2025-11-17T19:28:09.375" v="1584" actId="478"/>
          <ac:picMkLst>
            <pc:docMk/>
            <pc:sldMk cId="3637528640" sldId="265"/>
            <ac:picMk id="16" creationId="{B752E54D-AFF1-402D-F24F-6BFF5E4B6276}"/>
          </ac:picMkLst>
        </pc:picChg>
      </pc:sldChg>
      <pc:sldChg chg="add del">
        <pc:chgData name="Federico De Mita" userId="6ce638df-d46f-4fb8-b9fa-d85fcdec2cd5" providerId="ADAL" clId="{08362040-18E5-4911-871A-90A5BB37375A}" dt="2025-11-17T18:22:36.775" v="1220"/>
        <pc:sldMkLst>
          <pc:docMk/>
          <pc:sldMk cId="3851433370" sldId="265"/>
        </pc:sldMkLst>
      </pc:sldChg>
      <pc:sldChg chg="addSp delSp modSp add mod">
        <pc:chgData name="Federico De Mita" userId="6ce638df-d46f-4fb8-b9fa-d85fcdec2cd5" providerId="ADAL" clId="{08362040-18E5-4911-871A-90A5BB37375A}" dt="2025-11-17T20:25:25.896" v="4563"/>
        <pc:sldMkLst>
          <pc:docMk/>
          <pc:sldMk cId="1797692913" sldId="266"/>
        </pc:sldMkLst>
        <pc:spChg chg="mod">
          <ac:chgData name="Federico De Mita" userId="6ce638df-d46f-4fb8-b9fa-d85fcdec2cd5" providerId="ADAL" clId="{08362040-18E5-4911-871A-90A5BB37375A}" dt="2025-11-17T19:45:14.968" v="2782" actId="20577"/>
          <ac:spMkLst>
            <pc:docMk/>
            <pc:sldMk cId="1797692913" sldId="266"/>
            <ac:spMk id="2" creationId="{88056454-BD57-CF9D-CDD3-EE2ED1FFFD24}"/>
          </ac:spMkLst>
        </pc:spChg>
        <pc:spChg chg="add mod">
          <ac:chgData name="Federico De Mita" userId="6ce638df-d46f-4fb8-b9fa-d85fcdec2cd5" providerId="ADAL" clId="{08362040-18E5-4911-871A-90A5BB37375A}" dt="2025-11-17T20:24:42.708" v="4523"/>
          <ac:spMkLst>
            <pc:docMk/>
            <pc:sldMk cId="1797692913" sldId="266"/>
            <ac:spMk id="3" creationId="{800EC07E-838F-4E74-1983-D50B3001B68A}"/>
          </ac:spMkLst>
        </pc:spChg>
        <pc:spChg chg="del mod">
          <ac:chgData name="Federico De Mita" userId="6ce638df-d46f-4fb8-b9fa-d85fcdec2cd5" providerId="ADAL" clId="{08362040-18E5-4911-871A-90A5BB37375A}" dt="2025-11-17T20:24:42.708" v="4523"/>
          <ac:spMkLst>
            <pc:docMk/>
            <pc:sldMk cId="1797692913" sldId="266"/>
            <ac:spMk id="5" creationId="{A4752755-3439-CD58-1815-5A8E4CB24125}"/>
          </ac:spMkLst>
        </pc:spChg>
        <pc:spChg chg="del">
          <ac:chgData name="Federico De Mita" userId="6ce638df-d46f-4fb8-b9fa-d85fcdec2cd5" providerId="ADAL" clId="{08362040-18E5-4911-871A-90A5BB37375A}" dt="2025-11-17T20:25:25.896" v="4563"/>
          <ac:spMkLst>
            <pc:docMk/>
            <pc:sldMk cId="1797692913" sldId="266"/>
            <ac:spMk id="8" creationId="{027B6B93-DC43-DEC0-DC95-360AFE4E0809}"/>
          </ac:spMkLst>
        </pc:spChg>
        <pc:spChg chg="mod">
          <ac:chgData name="Federico De Mita" userId="6ce638df-d46f-4fb8-b9fa-d85fcdec2cd5" providerId="ADAL" clId="{08362040-18E5-4911-871A-90A5BB37375A}" dt="2025-11-17T20:10:33.163" v="4256" actId="20577"/>
          <ac:spMkLst>
            <pc:docMk/>
            <pc:sldMk cId="1797692913" sldId="266"/>
            <ac:spMk id="9" creationId="{9DED4016-BF86-6E8D-6911-077A20349048}"/>
          </ac:spMkLst>
        </pc:spChg>
        <pc:spChg chg="add mod">
          <ac:chgData name="Federico De Mita" userId="6ce638df-d46f-4fb8-b9fa-d85fcdec2cd5" providerId="ADAL" clId="{08362040-18E5-4911-871A-90A5BB37375A}" dt="2025-11-17T20:25:25.896" v="4563"/>
          <ac:spMkLst>
            <pc:docMk/>
            <pc:sldMk cId="1797692913" sldId="266"/>
            <ac:spMk id="10" creationId="{96E985CB-CC6E-C084-BA3B-BCA35A1C5618}"/>
          </ac:spMkLst>
        </pc:spChg>
      </pc:sldChg>
      <pc:sldChg chg="addSp delSp modSp add mod">
        <pc:chgData name="Federico De Mita" userId="6ce638df-d46f-4fb8-b9fa-d85fcdec2cd5" providerId="ADAL" clId="{08362040-18E5-4911-871A-90A5BB37375A}" dt="2025-11-17T20:25:23.159" v="4562"/>
        <pc:sldMkLst>
          <pc:docMk/>
          <pc:sldMk cId="3716313677" sldId="267"/>
        </pc:sldMkLst>
        <pc:spChg chg="mod">
          <ac:chgData name="Federico De Mita" userId="6ce638df-d46f-4fb8-b9fa-d85fcdec2cd5" providerId="ADAL" clId="{08362040-18E5-4911-871A-90A5BB37375A}" dt="2025-11-17T19:45:43.038" v="2831" actId="20577"/>
          <ac:spMkLst>
            <pc:docMk/>
            <pc:sldMk cId="3716313677" sldId="267"/>
            <ac:spMk id="2" creationId="{0EA44848-6026-2E78-C324-26BD3C42E6E5}"/>
          </ac:spMkLst>
        </pc:spChg>
        <pc:spChg chg="add mod">
          <ac:chgData name="Federico De Mita" userId="6ce638df-d46f-4fb8-b9fa-d85fcdec2cd5" providerId="ADAL" clId="{08362040-18E5-4911-871A-90A5BB37375A}" dt="2025-11-17T20:24:38.873" v="4521"/>
          <ac:spMkLst>
            <pc:docMk/>
            <pc:sldMk cId="3716313677" sldId="267"/>
            <ac:spMk id="3" creationId="{654A381B-810B-4FAC-BB08-F49B90F2D1CB}"/>
          </ac:spMkLst>
        </pc:spChg>
        <pc:spChg chg="del mod">
          <ac:chgData name="Federico De Mita" userId="6ce638df-d46f-4fb8-b9fa-d85fcdec2cd5" providerId="ADAL" clId="{08362040-18E5-4911-871A-90A5BB37375A}" dt="2025-11-17T20:24:38.873" v="4521"/>
          <ac:spMkLst>
            <pc:docMk/>
            <pc:sldMk cId="3716313677" sldId="267"/>
            <ac:spMk id="5" creationId="{A708DF1F-DE2F-B7F7-86E9-478F6A8F29B6}"/>
          </ac:spMkLst>
        </pc:spChg>
        <pc:spChg chg="mod">
          <ac:chgData name="Federico De Mita" userId="6ce638df-d46f-4fb8-b9fa-d85fcdec2cd5" providerId="ADAL" clId="{08362040-18E5-4911-871A-90A5BB37375A}" dt="2025-11-17T20:05:56.496" v="3561" actId="20577"/>
          <ac:spMkLst>
            <pc:docMk/>
            <pc:sldMk cId="3716313677" sldId="267"/>
            <ac:spMk id="7" creationId="{719DD432-DE7D-BEA1-2961-6E0C95736453}"/>
          </ac:spMkLst>
        </pc:spChg>
        <pc:spChg chg="del">
          <ac:chgData name="Federico De Mita" userId="6ce638df-d46f-4fb8-b9fa-d85fcdec2cd5" providerId="ADAL" clId="{08362040-18E5-4911-871A-90A5BB37375A}" dt="2025-11-17T20:25:23.159" v="4562"/>
          <ac:spMkLst>
            <pc:docMk/>
            <pc:sldMk cId="3716313677" sldId="267"/>
            <ac:spMk id="8" creationId="{FEE4D6A2-D6C7-F07A-BF92-AE03611D7924}"/>
          </ac:spMkLst>
        </pc:spChg>
        <pc:spChg chg="add mod">
          <ac:chgData name="Federico De Mita" userId="6ce638df-d46f-4fb8-b9fa-d85fcdec2cd5" providerId="ADAL" clId="{08362040-18E5-4911-871A-90A5BB37375A}" dt="2025-11-17T20:25:23.159" v="4562"/>
          <ac:spMkLst>
            <pc:docMk/>
            <pc:sldMk cId="3716313677" sldId="267"/>
            <ac:spMk id="9" creationId="{309A88E7-7818-6A3E-2574-B9F58D9D023D}"/>
          </ac:spMkLst>
        </pc:spChg>
        <pc:spChg chg="del mod">
          <ac:chgData name="Federico De Mita" userId="6ce638df-d46f-4fb8-b9fa-d85fcdec2cd5" providerId="ADAL" clId="{08362040-18E5-4911-871A-90A5BB37375A}" dt="2025-11-17T20:00:09.783" v="3215" actId="478"/>
          <ac:spMkLst>
            <pc:docMk/>
            <pc:sldMk cId="3716313677" sldId="267"/>
            <ac:spMk id="9" creationId="{4A228D15-C1CC-D99C-84E6-E9BC75E722E7}"/>
          </ac:spMkLst>
        </pc:spChg>
        <pc:spChg chg="add del">
          <ac:chgData name="Federico De Mita" userId="6ce638df-d46f-4fb8-b9fa-d85fcdec2cd5" providerId="ADAL" clId="{08362040-18E5-4911-871A-90A5BB37375A}" dt="2025-11-17T20:00:12.311" v="3217" actId="22"/>
          <ac:spMkLst>
            <pc:docMk/>
            <pc:sldMk cId="3716313677" sldId="267"/>
            <ac:spMk id="10" creationId="{82A4700D-C3D6-04AF-029B-CE2AAB832DE8}"/>
          </ac:spMkLst>
        </pc:spChg>
        <pc:spChg chg="add mod">
          <ac:chgData name="Federico De Mita" userId="6ce638df-d46f-4fb8-b9fa-d85fcdec2cd5" providerId="ADAL" clId="{08362040-18E5-4911-871A-90A5BB37375A}" dt="2025-11-17T20:02:56.530" v="3392" actId="1076"/>
          <ac:spMkLst>
            <pc:docMk/>
            <pc:sldMk cId="3716313677" sldId="267"/>
            <ac:spMk id="15" creationId="{64B0B407-73FE-21B9-9668-813C8036DDB2}"/>
          </ac:spMkLst>
        </pc:spChg>
        <pc:spChg chg="add mod">
          <ac:chgData name="Federico De Mita" userId="6ce638df-d46f-4fb8-b9fa-d85fcdec2cd5" providerId="ADAL" clId="{08362040-18E5-4911-871A-90A5BB37375A}" dt="2025-11-17T20:22:24.726" v="4411" actId="20577"/>
          <ac:spMkLst>
            <pc:docMk/>
            <pc:sldMk cId="3716313677" sldId="267"/>
            <ac:spMk id="16" creationId="{1EE9F487-738C-7FC8-F745-A0731F211520}"/>
          </ac:spMkLst>
        </pc:spChg>
        <pc:spChg chg="add mod">
          <ac:chgData name="Federico De Mita" userId="6ce638df-d46f-4fb8-b9fa-d85fcdec2cd5" providerId="ADAL" clId="{08362040-18E5-4911-871A-90A5BB37375A}" dt="2025-11-17T20:09:09.108" v="4068" actId="1582"/>
          <ac:spMkLst>
            <pc:docMk/>
            <pc:sldMk cId="3716313677" sldId="267"/>
            <ac:spMk id="17" creationId="{CC4BD99E-36AA-E479-C10D-9D9CE092C05F}"/>
          </ac:spMkLst>
        </pc:spChg>
        <pc:picChg chg="add mod modCrop">
          <ac:chgData name="Federico De Mita" userId="6ce638df-d46f-4fb8-b9fa-d85fcdec2cd5" providerId="ADAL" clId="{08362040-18E5-4911-871A-90A5BB37375A}" dt="2025-11-17T20:01:16.569" v="3228" actId="1076"/>
          <ac:picMkLst>
            <pc:docMk/>
            <pc:sldMk cId="3716313677" sldId="267"/>
            <ac:picMk id="12" creationId="{75EC0F74-BF2E-1001-C484-B5E5DF485FC5}"/>
          </ac:picMkLst>
        </pc:picChg>
        <pc:cxnChg chg="add del">
          <ac:chgData name="Federico De Mita" userId="6ce638df-d46f-4fb8-b9fa-d85fcdec2cd5" providerId="ADAL" clId="{08362040-18E5-4911-871A-90A5BB37375A}" dt="2025-11-17T20:01:23.291" v="3230" actId="11529"/>
          <ac:cxnSpMkLst>
            <pc:docMk/>
            <pc:sldMk cId="3716313677" sldId="267"/>
            <ac:cxnSpMk id="14" creationId="{BE462BF5-29B2-7FF4-21DC-C3E6EAB1A65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2388747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1C1F126-0E13-CA3E-498A-E7954A2B9995}"/>
              </a:ext>
            </a:extLst>
          </p:cNvPr>
          <p:cNvSpPr txBox="1"/>
          <p:nvPr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298439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05843D7-293A-40C4-A4F4-AC2F658BBCB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99B376E-6FFE-4CFB-B29D-EB3A40ACC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233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05843D7-293A-40C4-A4F4-AC2F658BBCB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99B376E-6FFE-4CFB-B29D-EB3A40ACC1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99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1527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44)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the </a:t>
            </a:r>
            <a:r>
              <a:rPr lang="it-IT" dirty="0" err="1"/>
              <a:t>heading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style </a:t>
            </a:r>
            <a:endParaRPr lang="en-GB" dirty="0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98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platzhalter 16">
            <a:extLst>
              <a:ext uri="{FF2B5EF4-FFF2-40B4-BE49-F238E27FC236}">
                <a16:creationId xmlns:a16="http://schemas.microsoft.com/office/drawing/2014/main" id="{A0746787-A71B-3101-F4E0-165F029F82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4090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31FE3A22-F1D6-3850-D81B-DD4F77B827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53549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BA7DE9E2-5976-409B-74ED-F5C045CB9E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9488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1BC93905-B480-E460-1D44-26A2280832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58437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30FA5F45-068D-BBFD-7B46-6551EBDAF3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11058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platzhalter 16">
            <a:extLst>
              <a:ext uri="{FF2B5EF4-FFF2-40B4-BE49-F238E27FC236}">
                <a16:creationId xmlns:a16="http://schemas.microsoft.com/office/drawing/2014/main" id="{ACB52842-737E-C895-CC6D-4485164F51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37035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platzhalter 16">
            <a:extLst>
              <a:ext uri="{FF2B5EF4-FFF2-40B4-BE49-F238E27FC236}">
                <a16:creationId xmlns:a16="http://schemas.microsoft.com/office/drawing/2014/main" id="{CAE99AAC-B9F4-9A81-7449-F0AD86025D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0397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0F1EAC69-AAD5-6642-BC87-38032AD96E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89766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C3177AEF-EE91-2F3B-231A-9331378532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90245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475DD45E-1DB9-89F1-CBF9-95AE6F74FA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46111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platzhalter 16">
            <a:extLst>
              <a:ext uri="{FF2B5EF4-FFF2-40B4-BE49-F238E27FC236}">
                <a16:creationId xmlns:a16="http://schemas.microsoft.com/office/drawing/2014/main" id="{196BD2AD-E7A1-DE6C-9A07-133446C495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06934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extplatzhalter 16">
            <a:extLst>
              <a:ext uri="{FF2B5EF4-FFF2-40B4-BE49-F238E27FC236}">
                <a16:creationId xmlns:a16="http://schemas.microsoft.com/office/drawing/2014/main" id="{7754F249-321F-31A6-A0F1-3FCBDDE48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29098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0996E08A-65AD-2A73-B59F-C0AFAB18C2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845755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570F5318-3FC1-CA32-B06D-CD0FA24B31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106065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C165C5F0-B1A9-D2FB-3178-F4469730C3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1608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16">
            <a:extLst>
              <a:ext uri="{FF2B5EF4-FFF2-40B4-BE49-F238E27FC236}">
                <a16:creationId xmlns:a16="http://schemas.microsoft.com/office/drawing/2014/main" id="{FA2057B9-A012-D06C-457D-BD6CAFDBEA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3667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499B376E-6FFE-4CFB-B29D-EB3A40ACC15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D05843D7-293A-40C4-A4F4-AC2F658BBCB5}" type="datetimeFigureOut">
              <a:rPr lang="en-GB" smtClean="0"/>
              <a:t>17/11/2025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97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3369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olyethylene_terephthalate" TargetMode="External"/><Relationship Id="rId2" Type="http://schemas.openxmlformats.org/officeDocument/2006/relationships/hyperlink" Target="https://www.vestas.com/en/energy-solutions/offshore-wind-turbines/V236-15MW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9EBD9B-3C28-5216-4AF0-A8C0FD4F8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Nacelle</a:t>
            </a:r>
            <a:r>
              <a:rPr lang="it-IT" dirty="0"/>
              <a:t> cover design updates</a:t>
            </a:r>
          </a:p>
          <a:p>
            <a:r>
              <a:rPr lang="it-IT" dirty="0" err="1"/>
              <a:t>Material</a:t>
            </a:r>
            <a:r>
              <a:rPr lang="it-IT" dirty="0"/>
              <a:t> </a:t>
            </a:r>
            <a:r>
              <a:rPr lang="it-IT" dirty="0" err="1"/>
              <a:t>choice</a:t>
            </a:r>
            <a:endParaRPr lang="it-IT" dirty="0"/>
          </a:p>
          <a:p>
            <a:r>
              <a:rPr lang="it-IT" dirty="0" err="1"/>
              <a:t>Cooling</a:t>
            </a:r>
            <a:r>
              <a:rPr lang="it-IT" dirty="0"/>
              <a:t> system arrangement</a:t>
            </a:r>
          </a:p>
          <a:p>
            <a:r>
              <a:rPr lang="it-IT" dirty="0"/>
              <a:t>Next week</a:t>
            </a:r>
          </a:p>
          <a:p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E501FD-BBB0-F765-B218-A83EDD759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List of </a:t>
            </a:r>
            <a:r>
              <a:rPr lang="it-IT" dirty="0" err="1"/>
              <a:t>contents</a:t>
            </a:r>
            <a:r>
              <a:rPr lang="it-IT" dirty="0"/>
              <a:t>		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AC72F-8E25-CD72-3D8B-5B65711FD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D11E1-2218-FC7C-8A5D-5182EC8FA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E697F-0765-33C0-5582-63A6CE71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25B69D-7A4C-ED5C-2BF2-1A6E79F472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t-IT" dirty="0"/>
              <a:t>Federico De Mita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6457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ey rectangular object with a hole&#10;&#10;AI-generated content may be incorrect.">
            <a:extLst>
              <a:ext uri="{FF2B5EF4-FFF2-40B4-BE49-F238E27FC236}">
                <a16:creationId xmlns:a16="http://schemas.microsoft.com/office/drawing/2014/main" id="{B562A97E-F85C-0634-9458-C4B8DDFF5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971" y="1585924"/>
            <a:ext cx="5919748" cy="4735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DDD640-E979-390D-7406-06C0B5EC4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1. </a:t>
            </a:r>
            <a:r>
              <a:rPr lang="it-IT" dirty="0" err="1"/>
              <a:t>Nacelle</a:t>
            </a:r>
            <a:r>
              <a:rPr lang="it-IT" dirty="0"/>
              <a:t> cover design updates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463B6-7D10-37FB-6D57-DF5B1AA52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err="1"/>
              <a:t>Additions</a:t>
            </a:r>
            <a:r>
              <a:rPr lang="it-IT" dirty="0"/>
              <a:t> to the design:</a:t>
            </a:r>
          </a:p>
          <a:p>
            <a:r>
              <a:rPr lang="it-IT" dirty="0"/>
              <a:t>More </a:t>
            </a:r>
            <a:r>
              <a:rPr lang="it-IT" dirty="0" err="1"/>
              <a:t>aerodynamic</a:t>
            </a:r>
            <a:r>
              <a:rPr lang="it-IT" dirty="0"/>
              <a:t> design</a:t>
            </a:r>
          </a:p>
          <a:p>
            <a:r>
              <a:rPr lang="it-IT" dirty="0" err="1"/>
              <a:t>Fixed</a:t>
            </a:r>
            <a:r>
              <a:rPr lang="it-IT" dirty="0"/>
              <a:t> points for </a:t>
            </a:r>
            <a:r>
              <a:rPr lang="it-IT" dirty="0" err="1"/>
              <a:t>personnel</a:t>
            </a:r>
            <a:r>
              <a:rPr lang="it-IT" dirty="0"/>
              <a:t> </a:t>
            </a:r>
            <a:r>
              <a:rPr lang="it-IT" dirty="0" err="1"/>
              <a:t>safety</a:t>
            </a:r>
            <a:endParaRPr lang="it-IT" dirty="0"/>
          </a:p>
          <a:p>
            <a:r>
              <a:rPr lang="it-IT" dirty="0" err="1"/>
              <a:t>Doorhole</a:t>
            </a:r>
            <a:r>
              <a:rPr lang="it-IT" dirty="0"/>
              <a:t> for </a:t>
            </a:r>
            <a:r>
              <a:rPr lang="it-IT" dirty="0" err="1"/>
              <a:t>entering</a:t>
            </a:r>
            <a:r>
              <a:rPr lang="it-IT" dirty="0"/>
              <a:t> the </a:t>
            </a:r>
            <a:r>
              <a:rPr lang="it-IT" dirty="0" err="1"/>
              <a:t>nacelle</a:t>
            </a:r>
            <a:endParaRPr lang="it-IT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14F7-7A70-7CB0-396A-19627443B4A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4EA98-B565-A30B-350C-ED3ADA79271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 dirty="0"/>
              <a:t>Management team/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88E21-1F19-F96E-0CE6-7F84F643598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E8A709-DAC7-1EBD-5296-0D72174EBC1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[1]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D312AE-34E1-E78D-EF86-5712D7133E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it-IT" dirty="0"/>
              <a:t>Federico De Mita</a:t>
            </a:r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7709D9-86C6-0742-C9BB-FE1BA417D421}"/>
              </a:ext>
            </a:extLst>
          </p:cNvPr>
          <p:cNvSpPr/>
          <p:nvPr/>
        </p:nvSpPr>
        <p:spPr>
          <a:xfrm>
            <a:off x="9656904" y="2683600"/>
            <a:ext cx="504678" cy="472095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36E6C4-E435-70A5-B066-502B4A5B289F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4958430" y="3086558"/>
            <a:ext cx="4772382" cy="118517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FA45AA1-BAF2-3727-D8BF-032D720A9CFF}"/>
              </a:ext>
            </a:extLst>
          </p:cNvPr>
          <p:cNvSpPr/>
          <p:nvPr/>
        </p:nvSpPr>
        <p:spPr>
          <a:xfrm>
            <a:off x="8721456" y="2675439"/>
            <a:ext cx="504678" cy="472095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88785A-90B5-63DA-5D78-D4FDDDD74E9F}"/>
              </a:ext>
            </a:extLst>
          </p:cNvPr>
          <p:cNvCxnSpPr>
            <a:cxnSpLocks/>
          </p:cNvCxnSpPr>
          <p:nvPr/>
        </p:nvCxnSpPr>
        <p:spPr>
          <a:xfrm flipH="1">
            <a:off x="4993103" y="2911487"/>
            <a:ext cx="3726946" cy="117619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9310591-EBAC-4023-BED5-5C2A83B83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624" y="3611467"/>
            <a:ext cx="2417806" cy="164673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617CD583-9D3F-D4C6-3691-F6AFD2BC296F}"/>
              </a:ext>
            </a:extLst>
          </p:cNvPr>
          <p:cNvSpPr/>
          <p:nvPr/>
        </p:nvSpPr>
        <p:spPr>
          <a:xfrm rot="2687860">
            <a:off x="9234269" y="2965682"/>
            <a:ext cx="346887" cy="990307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7D7253B-DEC2-1DD7-D65A-02E7CF73D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249" y="4977122"/>
            <a:ext cx="3477751" cy="949307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BAFCF61-ED95-900D-B84E-F827D73DA4A2}"/>
              </a:ext>
            </a:extLst>
          </p:cNvPr>
          <p:cNvCxnSpPr/>
          <p:nvPr/>
        </p:nvCxnSpPr>
        <p:spPr>
          <a:xfrm flipH="1">
            <a:off x="6073971" y="3823910"/>
            <a:ext cx="2959874" cy="134522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65823C3-D530-67F4-A18C-CC807D8FB96D}"/>
              </a:ext>
            </a:extLst>
          </p:cNvPr>
          <p:cNvSpPr/>
          <p:nvPr/>
        </p:nvSpPr>
        <p:spPr>
          <a:xfrm>
            <a:off x="298295" y="4496521"/>
            <a:ext cx="1908928" cy="949306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</a:t>
            </a:r>
            <a:r>
              <a:rPr lang="it-IT" dirty="0" err="1"/>
              <a:t>detailed</a:t>
            </a:r>
            <a:r>
              <a:rPr lang="it-IT" dirty="0"/>
              <a:t> </a:t>
            </a:r>
            <a:r>
              <a:rPr lang="it-IT" dirty="0" err="1"/>
              <a:t>designing</a:t>
            </a:r>
            <a:r>
              <a:rPr lang="it-IT" dirty="0"/>
              <a:t>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80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7" grpId="0" animBg="1"/>
      <p:bldP spid="17" grpId="1" animBg="1"/>
      <p:bldP spid="37" grpId="0" animBg="1"/>
      <p:bldP spid="4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3C80D-2B86-21FB-8EF7-CD3DDAC7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F5AF-EE7B-8AA8-259E-2CDBCF0A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1. </a:t>
            </a:r>
            <a:r>
              <a:rPr lang="it-IT" dirty="0" err="1"/>
              <a:t>Nacelle</a:t>
            </a:r>
            <a:r>
              <a:rPr lang="it-IT" dirty="0"/>
              <a:t> cover design updates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F61A1-2F1E-5C87-19DB-E5A70C4AC98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62E4-940D-6462-E767-888C465D912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A001EF-66F8-DC5D-1255-8F8D92014B3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[1],[2]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A78590-9539-1BD3-1B68-7B4A69ADD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023" y="1825625"/>
            <a:ext cx="10515600" cy="4351338"/>
          </a:xfrm>
        </p:spPr>
        <p:txBody>
          <a:bodyPr/>
          <a:lstStyle/>
          <a:p>
            <a:r>
              <a:rPr lang="it-IT" dirty="0" err="1"/>
              <a:t>Openable</a:t>
            </a:r>
            <a:r>
              <a:rPr lang="it-IT" dirty="0"/>
              <a:t> </a:t>
            </a:r>
            <a:r>
              <a:rPr lang="it-IT" dirty="0" err="1"/>
              <a:t>lid</a:t>
            </a:r>
            <a:r>
              <a:rPr lang="it-IT" dirty="0"/>
              <a:t> for </a:t>
            </a:r>
            <a:r>
              <a:rPr lang="it-IT" dirty="0" err="1"/>
              <a:t>equipment</a:t>
            </a:r>
            <a:r>
              <a:rPr lang="it-IT" dirty="0"/>
              <a:t> </a:t>
            </a:r>
            <a:r>
              <a:rPr lang="it-IT" dirty="0" err="1"/>
              <a:t>change</a:t>
            </a:r>
            <a:endParaRPr lang="en-GB" dirty="0"/>
          </a:p>
        </p:txBody>
      </p:sp>
      <p:pic>
        <p:nvPicPr>
          <p:cNvPr id="16" name="Picture 15" descr="A white plastic box with open lid&#10;&#10;AI-generated content may be incorrect.">
            <a:extLst>
              <a:ext uri="{FF2B5EF4-FFF2-40B4-BE49-F238E27FC236}">
                <a16:creationId xmlns:a16="http://schemas.microsoft.com/office/drawing/2014/main" id="{9D6716A7-9D86-5765-5149-0DC25D101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592" y="2441209"/>
            <a:ext cx="4669692" cy="373575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FF844F2-8C8F-AF91-F8D0-4E43DD7539AA}"/>
              </a:ext>
            </a:extLst>
          </p:cNvPr>
          <p:cNvSpPr/>
          <p:nvPr/>
        </p:nvSpPr>
        <p:spPr>
          <a:xfrm rot="20111106">
            <a:off x="4063124" y="4019803"/>
            <a:ext cx="865746" cy="112820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6B6C88-677D-C598-654D-60D056357E7D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2618297" y="4076213"/>
            <a:ext cx="1484795" cy="18167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0261F40-39B9-FD4B-446E-BC168186856F}"/>
              </a:ext>
            </a:extLst>
          </p:cNvPr>
          <p:cNvSpPr txBox="1"/>
          <p:nvPr/>
        </p:nvSpPr>
        <p:spPr>
          <a:xfrm>
            <a:off x="791799" y="3681910"/>
            <a:ext cx="1792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600" dirty="0" err="1"/>
              <a:t>Missing</a:t>
            </a:r>
            <a:r>
              <a:rPr lang="it-IT" sz="1600" dirty="0"/>
              <a:t> joint:</a:t>
            </a:r>
          </a:p>
          <a:p>
            <a:pPr algn="r"/>
            <a:r>
              <a:rPr lang="en-GB" sz="1600" b="1" dirty="0">
                <a:solidFill>
                  <a:srgbClr val="C00000"/>
                </a:solidFill>
              </a:rPr>
              <a:t>Work in progress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580338-9DC1-356D-9181-8B17C1365472}"/>
              </a:ext>
            </a:extLst>
          </p:cNvPr>
          <p:cNvSpPr/>
          <p:nvPr/>
        </p:nvSpPr>
        <p:spPr>
          <a:xfrm rot="3539138">
            <a:off x="6394799" y="3049413"/>
            <a:ext cx="538490" cy="1812325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97D3F50-45CC-A396-F34C-9DC1C36DBC09}"/>
              </a:ext>
            </a:extLst>
          </p:cNvPr>
          <p:cNvCxnSpPr>
            <a:cxnSpLocks/>
            <a:stCxn id="22" idx="4"/>
          </p:cNvCxnSpPr>
          <p:nvPr/>
        </p:nvCxnSpPr>
        <p:spPr>
          <a:xfrm flipH="1">
            <a:off x="2681282" y="4422478"/>
            <a:ext cx="3206146" cy="8476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4C79E88-CAA0-81FD-0F20-1788C8E2925F}"/>
              </a:ext>
            </a:extLst>
          </p:cNvPr>
          <p:cNvSpPr txBox="1"/>
          <p:nvPr/>
        </p:nvSpPr>
        <p:spPr>
          <a:xfrm>
            <a:off x="0" y="4911334"/>
            <a:ext cx="2750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600" dirty="0" err="1"/>
              <a:t>Missing</a:t>
            </a:r>
            <a:r>
              <a:rPr lang="it-IT" sz="1600" dirty="0"/>
              <a:t> </a:t>
            </a:r>
            <a:r>
              <a:rPr lang="it-IT" sz="1600" dirty="0" err="1"/>
              <a:t>Flanged</a:t>
            </a:r>
            <a:r>
              <a:rPr lang="it-IT" sz="1600" dirty="0"/>
              <a:t> connection for </a:t>
            </a:r>
            <a:r>
              <a:rPr lang="it-IT" sz="1600" dirty="0" err="1"/>
              <a:t>closure</a:t>
            </a:r>
            <a:r>
              <a:rPr lang="it-IT" sz="1600" dirty="0"/>
              <a:t> of the </a:t>
            </a:r>
            <a:r>
              <a:rPr lang="it-IT" sz="1600" dirty="0" err="1"/>
              <a:t>lid</a:t>
            </a:r>
            <a:r>
              <a:rPr lang="it-IT" sz="1600" dirty="0"/>
              <a:t>: </a:t>
            </a:r>
          </a:p>
          <a:p>
            <a:pPr algn="r"/>
            <a:r>
              <a:rPr lang="it-IT" sz="1600" b="1" dirty="0">
                <a:solidFill>
                  <a:srgbClr val="C00000"/>
                </a:solidFill>
              </a:rPr>
              <a:t>Work in progress</a:t>
            </a:r>
            <a:endParaRPr lang="en-GB" sz="1600" b="1" dirty="0">
              <a:solidFill>
                <a:srgbClr val="C00000"/>
              </a:solidFill>
            </a:endParaRPr>
          </a:p>
        </p:txBody>
      </p:sp>
      <p:pic>
        <p:nvPicPr>
          <p:cNvPr id="1026" name="Picture 2" descr="V236-15.0 MW™">
            <a:extLst>
              <a:ext uri="{FF2B5EF4-FFF2-40B4-BE49-F238E27FC236}">
                <a16:creationId xmlns:a16="http://schemas.microsoft.com/office/drawing/2014/main" id="{A4BDECDC-1F1B-DF18-03F0-894DBAB53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938" y="2741705"/>
            <a:ext cx="3776922" cy="2519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D40C4F7-5AB1-E824-9DCC-6423C107983B}"/>
              </a:ext>
            </a:extLst>
          </p:cNvPr>
          <p:cNvSpPr txBox="1"/>
          <p:nvPr/>
        </p:nvSpPr>
        <p:spPr>
          <a:xfrm>
            <a:off x="8219556" y="2241643"/>
            <a:ext cx="3455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Design </a:t>
            </a:r>
            <a:r>
              <a:rPr lang="it-IT" sz="2000" dirty="0" err="1"/>
              <a:t>inspired</a:t>
            </a:r>
            <a:r>
              <a:rPr lang="it-IT" sz="2000" dirty="0"/>
              <a:t> by: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DC01FD-6E82-8965-7E68-304D13F9AAD2}"/>
              </a:ext>
            </a:extLst>
          </p:cNvPr>
          <p:cNvSpPr txBox="1"/>
          <p:nvPr/>
        </p:nvSpPr>
        <p:spPr>
          <a:xfrm>
            <a:off x="8219556" y="5342221"/>
            <a:ext cx="3455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V236-15MW</a:t>
            </a:r>
            <a:endParaRPr lang="en-GB" sz="2000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ACA3651-F5A1-0A9F-CF96-6B938461880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075" y="6564313"/>
            <a:ext cx="2879725" cy="365125"/>
          </a:xfrm>
        </p:spPr>
        <p:txBody>
          <a:bodyPr/>
          <a:lstStyle/>
          <a:p>
            <a:r>
              <a:rPr lang="en-GB" dirty="0"/>
              <a:t>Management team/ Optimus Syria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01CFBE5-8E76-49CB-3D42-A9FC41CBB8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it-IT" dirty="0"/>
              <a:t>Federico De Mita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2933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E52C9-9F2D-44A0-F8C2-098C36D5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diagram of a machine&#10;&#10;AI-generated content may be incorrect.">
            <a:extLst>
              <a:ext uri="{FF2B5EF4-FFF2-40B4-BE49-F238E27FC236}">
                <a16:creationId xmlns:a16="http://schemas.microsoft.com/office/drawing/2014/main" id="{2108AF6A-34D9-3431-43CB-444043E34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0" t="3501" r="11731" b="7376"/>
          <a:stretch>
            <a:fillRect/>
          </a:stretch>
        </p:blipFill>
        <p:spPr>
          <a:xfrm>
            <a:off x="743161" y="2193378"/>
            <a:ext cx="5911675" cy="3372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F262EF-A3DE-A586-01ED-029335F58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1. </a:t>
            </a:r>
            <a:r>
              <a:rPr lang="it-IT" dirty="0" err="1"/>
              <a:t>Nacelle</a:t>
            </a:r>
            <a:r>
              <a:rPr lang="it-IT" dirty="0"/>
              <a:t> cover design updates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F08EC-23F9-ED4A-2B84-87A9977CB70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AFCED-B0C5-9169-1A6C-A8572657A4C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FE421F-8418-AAD3-EAB2-6E4F7B246D5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[1]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1AE764-FA43-4044-0661-EAB5DD143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57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it-IT" dirty="0" err="1"/>
              <a:t>Initial</a:t>
            </a:r>
            <a:r>
              <a:rPr lang="it-IT" dirty="0"/>
              <a:t> </a:t>
            </a:r>
            <a:r>
              <a:rPr lang="it-IT" dirty="0" err="1"/>
              <a:t>components</a:t>
            </a:r>
            <a:r>
              <a:rPr lang="it-IT" dirty="0"/>
              <a:t> arrangement inside of the </a:t>
            </a:r>
            <a:r>
              <a:rPr lang="it-IT" dirty="0" err="1"/>
              <a:t>nacelle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7E2F58-97AF-8240-6FA6-5FCE4AFBFF3C}"/>
              </a:ext>
            </a:extLst>
          </p:cNvPr>
          <p:cNvSpPr txBox="1"/>
          <p:nvPr/>
        </p:nvSpPr>
        <p:spPr>
          <a:xfrm>
            <a:off x="7372874" y="2395431"/>
            <a:ext cx="451924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+mj-lt"/>
              <a:buAutoNum type="arabicPeriod"/>
            </a:pPr>
            <a:r>
              <a:rPr lang="it-IT" sz="2000" dirty="0" err="1"/>
              <a:t>Main</a:t>
            </a:r>
            <a:r>
              <a:rPr lang="it-IT" sz="2000" dirty="0"/>
              <a:t> </a:t>
            </a:r>
            <a:r>
              <a:rPr lang="it-IT" sz="2000" dirty="0" err="1"/>
              <a:t>bearing</a:t>
            </a:r>
            <a:endParaRPr lang="it-IT" sz="2000" dirty="0"/>
          </a:p>
          <a:p>
            <a:pPr marL="228600" indent="-228600" algn="l">
              <a:buFont typeface="+mj-lt"/>
              <a:buAutoNum type="arabicPeriod"/>
            </a:pPr>
            <a:r>
              <a:rPr lang="it-IT" sz="2000" dirty="0" err="1"/>
              <a:t>Bearing</a:t>
            </a:r>
            <a:r>
              <a:rPr lang="it-IT" sz="2000" dirty="0"/>
              <a:t> housing</a:t>
            </a:r>
          </a:p>
          <a:p>
            <a:pPr marL="228600" indent="-228600" algn="l">
              <a:buFont typeface="+mj-lt"/>
              <a:buAutoNum type="arabicPeriod"/>
            </a:pPr>
            <a:r>
              <a:rPr lang="it-IT" sz="2000" dirty="0" err="1"/>
              <a:t>Shaft</a:t>
            </a:r>
            <a:r>
              <a:rPr lang="it-IT" sz="2000" dirty="0"/>
              <a:t> </a:t>
            </a:r>
          </a:p>
          <a:p>
            <a:pPr marL="228600" indent="-228600" algn="l">
              <a:buFont typeface="+mj-lt"/>
              <a:buAutoNum type="arabicPeriod"/>
            </a:pPr>
            <a:r>
              <a:rPr lang="it-IT" sz="2000" dirty="0" err="1"/>
              <a:t>Gearbox</a:t>
            </a:r>
            <a:r>
              <a:rPr lang="it-IT" sz="2000" dirty="0"/>
              <a:t> housing + </a:t>
            </a:r>
            <a:r>
              <a:rPr lang="it-IT" sz="2000" dirty="0" err="1"/>
              <a:t>elastomeric</a:t>
            </a:r>
            <a:r>
              <a:rPr lang="it-IT" sz="2000" dirty="0"/>
              <a:t> </a:t>
            </a:r>
            <a:r>
              <a:rPr lang="it-IT" sz="2000" dirty="0" err="1"/>
              <a:t>bearings</a:t>
            </a:r>
            <a:endParaRPr lang="it-IT" sz="2000" dirty="0"/>
          </a:p>
          <a:p>
            <a:pPr marL="228600" indent="-228600" algn="l">
              <a:buFont typeface="+mj-lt"/>
              <a:buAutoNum type="arabicPeriod"/>
            </a:pPr>
            <a:r>
              <a:rPr lang="it-IT" sz="2000" dirty="0" err="1"/>
              <a:t>Gearbox</a:t>
            </a:r>
            <a:endParaRPr lang="it-IT" sz="2000" dirty="0"/>
          </a:p>
          <a:p>
            <a:pPr marL="228600" indent="-228600" algn="l">
              <a:buFont typeface="+mj-lt"/>
              <a:buAutoNum type="arabicPeriod"/>
            </a:pPr>
            <a:r>
              <a:rPr lang="it-IT" sz="2000" dirty="0"/>
              <a:t>Generator</a:t>
            </a:r>
          </a:p>
          <a:p>
            <a:pPr marL="228600" indent="-228600" algn="l">
              <a:buFont typeface="+mj-lt"/>
              <a:buAutoNum type="arabicPeriod"/>
            </a:pPr>
            <a:r>
              <a:rPr lang="it-IT" sz="2000" dirty="0"/>
              <a:t>Power </a:t>
            </a:r>
            <a:r>
              <a:rPr lang="it-IT" sz="2000" dirty="0" err="1"/>
              <a:t>converter</a:t>
            </a:r>
            <a:endParaRPr lang="it-IT" sz="2000" dirty="0"/>
          </a:p>
          <a:p>
            <a:pPr marL="228600" indent="-228600" algn="l">
              <a:buFont typeface="+mj-lt"/>
              <a:buAutoNum type="arabicPeriod"/>
            </a:pPr>
            <a:r>
              <a:rPr lang="it-IT" sz="2000" dirty="0"/>
              <a:t>Transformer</a:t>
            </a:r>
          </a:p>
          <a:p>
            <a:pPr marL="228600" indent="-228600" algn="l">
              <a:buFont typeface="+mj-lt"/>
              <a:buAutoNum type="arabicPeriod"/>
            </a:pPr>
            <a:r>
              <a:rPr lang="it-IT" sz="2000" dirty="0"/>
              <a:t>Control </a:t>
            </a:r>
            <a:r>
              <a:rPr lang="it-IT" sz="2000" dirty="0" err="1"/>
              <a:t>unit</a:t>
            </a:r>
            <a:r>
              <a:rPr lang="it-IT" sz="2000" dirty="0"/>
              <a:t> box</a:t>
            </a:r>
            <a:endParaRPr lang="en-GB" sz="2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B8FB88-8EA1-32C3-D339-EF835B1D8C18}"/>
              </a:ext>
            </a:extLst>
          </p:cNvPr>
          <p:cNvCxnSpPr/>
          <p:nvPr/>
        </p:nvCxnSpPr>
        <p:spPr>
          <a:xfrm>
            <a:off x="1556238" y="3270738"/>
            <a:ext cx="0" cy="1626577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FBFB1C3-9EFB-26E2-3A6A-51A0319743CE}"/>
              </a:ext>
            </a:extLst>
          </p:cNvPr>
          <p:cNvCxnSpPr>
            <a:cxnSpLocks/>
          </p:cNvCxnSpPr>
          <p:nvPr/>
        </p:nvCxnSpPr>
        <p:spPr>
          <a:xfrm>
            <a:off x="2997476" y="3270738"/>
            <a:ext cx="0" cy="1626576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0F36CD-895E-7784-6C49-52C9EE1B52DC}"/>
              </a:ext>
            </a:extLst>
          </p:cNvPr>
          <p:cNvCxnSpPr>
            <a:cxnSpLocks/>
          </p:cNvCxnSpPr>
          <p:nvPr/>
        </p:nvCxnSpPr>
        <p:spPr>
          <a:xfrm flipH="1">
            <a:off x="3402623" y="3701562"/>
            <a:ext cx="6628" cy="773723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FE5358-E941-8553-61B7-8CE0FA45CD13}"/>
              </a:ext>
            </a:extLst>
          </p:cNvPr>
          <p:cNvCxnSpPr>
            <a:cxnSpLocks/>
          </p:cNvCxnSpPr>
          <p:nvPr/>
        </p:nvCxnSpPr>
        <p:spPr>
          <a:xfrm>
            <a:off x="1189893" y="4127765"/>
            <a:ext cx="1807583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8C82AD3-1BDE-EFCA-FBD9-CF854A131A2D}"/>
              </a:ext>
            </a:extLst>
          </p:cNvPr>
          <p:cNvSpPr txBox="1"/>
          <p:nvPr/>
        </p:nvSpPr>
        <p:spPr>
          <a:xfrm>
            <a:off x="1579684" y="3158121"/>
            <a:ext cx="618392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3.2 m</a:t>
            </a:r>
            <a:endParaRPr lang="en-GB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AB6A68-23D2-D340-3B83-BFFA08F8C840}"/>
              </a:ext>
            </a:extLst>
          </p:cNvPr>
          <p:cNvSpPr txBox="1"/>
          <p:nvPr/>
        </p:nvSpPr>
        <p:spPr>
          <a:xfrm>
            <a:off x="3100055" y="3152001"/>
            <a:ext cx="618392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3.2 m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205CD-1AD5-EA9D-B17E-6A7FED28CE41}"/>
              </a:ext>
            </a:extLst>
          </p:cNvPr>
          <p:cNvSpPr txBox="1"/>
          <p:nvPr/>
        </p:nvSpPr>
        <p:spPr>
          <a:xfrm>
            <a:off x="3533809" y="4037198"/>
            <a:ext cx="618392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1200" dirty="0"/>
              <a:t>2.1 m</a:t>
            </a:r>
            <a:endParaRPr lang="en-GB" sz="1200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CBA60C6-2455-C33B-3B22-7D97193ECB1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075" y="6564313"/>
            <a:ext cx="2879725" cy="365125"/>
          </a:xfrm>
        </p:spPr>
        <p:txBody>
          <a:bodyPr/>
          <a:lstStyle/>
          <a:p>
            <a:r>
              <a:rPr lang="en-GB" dirty="0"/>
              <a:t>Management team/ Optimus Syria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9741E-B80C-980D-1F26-E3CF2A4AE1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it-IT" dirty="0"/>
              <a:t>Federico De Mita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1299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F0D7A-972C-86B9-6C5D-FF458DF88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DCF0-4C54-DFB7-30E3-9F682553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1. </a:t>
            </a:r>
            <a:r>
              <a:rPr lang="it-IT" dirty="0" err="1"/>
              <a:t>Nacelle</a:t>
            </a:r>
            <a:r>
              <a:rPr lang="it-IT" dirty="0"/>
              <a:t> cover design updates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DD0EC-8161-CAD7-9659-CC1249F0FD3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98C42-1A33-1FC3-8A5B-35A92FE55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38B632-76EA-1AAF-5A36-DC8880CA1A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[1]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A5CBFAC-0874-57AA-B8E9-8CC996A84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577"/>
            <a:ext cx="10515600" cy="4351338"/>
          </a:xfrm>
        </p:spPr>
        <p:txBody>
          <a:bodyPr/>
          <a:lstStyle/>
          <a:p>
            <a:r>
              <a:rPr lang="it-IT" dirty="0" err="1"/>
              <a:t>Initial</a:t>
            </a:r>
            <a:r>
              <a:rPr lang="it-IT" dirty="0"/>
              <a:t> sketches for </a:t>
            </a:r>
            <a:r>
              <a:rPr lang="it-IT" dirty="0" err="1"/>
              <a:t>internal</a:t>
            </a:r>
            <a:r>
              <a:rPr lang="it-IT" dirty="0"/>
              <a:t> frame </a:t>
            </a:r>
            <a:r>
              <a:rPr lang="it-IT" dirty="0" err="1"/>
              <a:t>structure</a:t>
            </a:r>
            <a:endParaRPr lang="it-IT" dirty="0"/>
          </a:p>
          <a:p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377F8A-219A-B520-D3DB-BAB81AF80DBD}"/>
              </a:ext>
            </a:extLst>
          </p:cNvPr>
          <p:cNvSpPr txBox="1"/>
          <p:nvPr/>
        </p:nvSpPr>
        <p:spPr>
          <a:xfrm>
            <a:off x="1524957" y="4853313"/>
            <a:ext cx="377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</a:t>
            </a:r>
            <a:r>
              <a:rPr lang="it-IT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from </a:t>
            </a:r>
            <a:r>
              <a:rPr lang="it-IT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above</a:t>
            </a:r>
            <a:endParaRPr lang="en-GB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4" name="Picture 23" descr="A drawing of a bridge&#10;&#10;AI-generated content may be incorrect.">
            <a:extLst>
              <a:ext uri="{FF2B5EF4-FFF2-40B4-BE49-F238E27FC236}">
                <a16:creationId xmlns:a16="http://schemas.microsoft.com/office/drawing/2014/main" id="{71F292F5-A408-A603-6AD9-EEAB449B4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" t="5881" r="2730" b="7286"/>
          <a:stretch>
            <a:fillRect/>
          </a:stretch>
        </p:blipFill>
        <p:spPr>
          <a:xfrm>
            <a:off x="6251090" y="2636261"/>
            <a:ext cx="5102710" cy="214237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D395307-AEE4-7102-79EA-D16A8B2674F9}"/>
              </a:ext>
            </a:extLst>
          </p:cNvPr>
          <p:cNvSpPr/>
          <p:nvPr/>
        </p:nvSpPr>
        <p:spPr>
          <a:xfrm>
            <a:off x="8080129" y="2467152"/>
            <a:ext cx="631874" cy="332838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Lid</a:t>
            </a:r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FFE86E-F526-A634-9312-13FF9D2FA74C}"/>
              </a:ext>
            </a:extLst>
          </p:cNvPr>
          <p:cNvSpPr/>
          <p:nvPr/>
        </p:nvSpPr>
        <p:spPr>
          <a:xfrm>
            <a:off x="10557453" y="2467152"/>
            <a:ext cx="796345" cy="332838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Crane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3A3417-2E7B-F5A7-D84F-310934DC236A}"/>
              </a:ext>
            </a:extLst>
          </p:cNvPr>
          <p:cNvSpPr txBox="1"/>
          <p:nvPr/>
        </p:nvSpPr>
        <p:spPr>
          <a:xfrm>
            <a:off x="6895141" y="4853313"/>
            <a:ext cx="377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</a:t>
            </a:r>
            <a:r>
              <a:rPr lang="it-IT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from the side</a:t>
            </a:r>
            <a:endParaRPr lang="en-GB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9" name="Picture 28" descr="A drawing of a beam&#10;&#10;AI-generated content may be incorrect.">
            <a:extLst>
              <a:ext uri="{FF2B5EF4-FFF2-40B4-BE49-F238E27FC236}">
                <a16:creationId xmlns:a16="http://schemas.microsoft.com/office/drawing/2014/main" id="{FCAA79E1-D69F-878C-C60A-C5D14CC1D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" t="10700" b="3353"/>
          <a:stretch>
            <a:fillRect/>
          </a:stretch>
        </p:blipFill>
        <p:spPr>
          <a:xfrm>
            <a:off x="443543" y="2894678"/>
            <a:ext cx="5165950" cy="1794436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9BAD925-F110-954F-650F-15831127415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075" y="6564313"/>
            <a:ext cx="2879725" cy="365125"/>
          </a:xfrm>
        </p:spPr>
        <p:txBody>
          <a:bodyPr/>
          <a:lstStyle/>
          <a:p>
            <a:r>
              <a:rPr lang="en-GB" dirty="0"/>
              <a:t>Management team/ Optimus Syria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6139051-4BCF-405B-8F64-91A59F652F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it-IT" dirty="0"/>
              <a:t>Federico De Mita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6218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12390-6A14-C1AA-CF40-434FC8BD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3E5DD-E862-4FEC-7ED5-46FE4FCA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2. </a:t>
            </a:r>
            <a:r>
              <a:rPr lang="it-IT" dirty="0" err="1"/>
              <a:t>Nacelle</a:t>
            </a:r>
            <a:r>
              <a:rPr lang="it-IT" dirty="0"/>
              <a:t> cover </a:t>
            </a:r>
            <a:r>
              <a:rPr lang="it-IT" dirty="0" err="1"/>
              <a:t>material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8A86A-E2DB-DB42-9859-6150A10049F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A8191-845A-BB33-688A-5ECFA6FC382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E483A9-F7AA-658D-8F9D-F2802EB89F9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[3]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4FD96A-C76C-21B7-0BA0-58C77B47F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25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New </a:t>
            </a:r>
            <a:r>
              <a:rPr lang="it-IT" dirty="0" err="1"/>
              <a:t>choice</a:t>
            </a:r>
            <a:r>
              <a:rPr lang="it-IT" dirty="0"/>
              <a:t> for </a:t>
            </a:r>
            <a:r>
              <a:rPr lang="it-IT" dirty="0" err="1"/>
              <a:t>material</a:t>
            </a:r>
            <a:r>
              <a:rPr lang="it-IT" dirty="0"/>
              <a:t>: sandwich with a GFRP </a:t>
            </a:r>
            <a:r>
              <a:rPr lang="it-IT" dirty="0" err="1"/>
              <a:t>skin</a:t>
            </a:r>
            <a:r>
              <a:rPr lang="it-IT" dirty="0"/>
              <a:t> and a core </a:t>
            </a:r>
            <a:r>
              <a:rPr lang="it-IT" dirty="0" err="1"/>
              <a:t>layer</a:t>
            </a:r>
            <a:r>
              <a:rPr lang="it-IT" dirty="0"/>
              <a:t> of PET </a:t>
            </a:r>
            <a:r>
              <a:rPr lang="it-IT" dirty="0" err="1"/>
              <a:t>foam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BC33894-45E6-D9CA-4636-EC29CD1B5B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1636324"/>
                  </p:ext>
                </p:extLst>
              </p:nvPr>
            </p:nvGraphicFramePr>
            <p:xfrm>
              <a:off x="2113408" y="2475729"/>
              <a:ext cx="7965183" cy="23538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55061">
                      <a:extLst>
                        <a:ext uri="{9D8B030D-6E8A-4147-A177-3AD203B41FA5}">
                          <a16:colId xmlns:a16="http://schemas.microsoft.com/office/drawing/2014/main" val="3374389899"/>
                        </a:ext>
                      </a:extLst>
                    </a:gridCol>
                    <a:gridCol w="2655061">
                      <a:extLst>
                        <a:ext uri="{9D8B030D-6E8A-4147-A177-3AD203B41FA5}">
                          <a16:colId xmlns:a16="http://schemas.microsoft.com/office/drawing/2014/main" val="3134796648"/>
                        </a:ext>
                      </a:extLst>
                    </a:gridCol>
                    <a:gridCol w="2655061">
                      <a:extLst>
                        <a:ext uri="{9D8B030D-6E8A-4147-A177-3AD203B41FA5}">
                          <a16:colId xmlns:a16="http://schemas.microsoft.com/office/drawing/2014/main" val="1176147848"/>
                        </a:ext>
                      </a:extLst>
                    </a:gridCol>
                  </a:tblGrid>
                  <a:tr h="442192">
                    <a:tc>
                      <a:txBody>
                        <a:bodyPr/>
                        <a:lstStyle/>
                        <a:p>
                          <a:r>
                            <a:rPr lang="it-IT" sz="2000" dirty="0" err="1"/>
                            <a:t>characteristics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000" dirty="0"/>
                            <a:t>GFRP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000" dirty="0"/>
                            <a:t>PET</a:t>
                          </a:r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0656659"/>
                      </a:ext>
                    </a:extLst>
                  </a:tr>
                  <a:tr h="482650">
                    <a:tc>
                      <a:txBody>
                        <a:bodyPr/>
                        <a:lstStyle/>
                        <a:p>
                          <a:r>
                            <a:rPr lang="it-IT" sz="2000" dirty="0" err="1"/>
                            <a:t>density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2.45−2.6 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𝑐𝑚</m:t>
                                    </m:r>
                                  </m:e>
                                  <m:sup>
                                    <m:r>
                                      <a:rPr lang="it-IT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1.38 </m:t>
                                </m:r>
                                <m:r>
                                  <a:rPr lang="en-GB" sz="20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  <m:r>
                                  <a:rPr lang="en-GB" sz="20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/</m:t>
                                </m:r>
                                <m:r>
                                  <a:rPr lang="en-GB" sz="2000" b="0" i="1" kern="12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𝑐𝑚</m:t>
                                </m:r>
                                <m:r>
                                  <a:rPr lang="en-GB" sz="2000" b="0" i="1" kern="1200" baseline="30000" dirty="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2222236"/>
                      </a:ext>
                    </a:extLst>
                  </a:tr>
                  <a:tr h="490954">
                    <a:tc>
                      <a:txBody>
                        <a:bodyPr/>
                        <a:lstStyle/>
                        <a:p>
                          <a:r>
                            <a:rPr lang="it-IT" sz="2000" dirty="0" err="1"/>
                            <a:t>Young’s</a:t>
                          </a:r>
                          <a:r>
                            <a:rPr lang="it-IT" sz="2000" dirty="0"/>
                            <a:t> </a:t>
                          </a:r>
                          <a:r>
                            <a:rPr lang="it-IT" sz="2000" dirty="0" err="1"/>
                            <a:t>Modulus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15−25 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𝐺𝑃𝑎</m:t>
                                </m:r>
                              </m:oMath>
                            </m:oMathPara>
                          </a14:m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000" i="1" dirty="0" smtClean="0">
                                    <a:latin typeface="Cambria Math" panose="02040503050406030204" pitchFamily="18" charset="0"/>
                                  </a:rPr>
                                  <m:t>2.9−3</m:t>
                                </m:r>
                                <m:r>
                                  <a:rPr lang="it-IT" sz="2000" b="0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it-IT" sz="2000" i="1" dirty="0" smtClean="0">
                                    <a:latin typeface="Cambria Math" panose="02040503050406030204" pitchFamily="18" charset="0"/>
                                  </a:rPr>
                                  <m:t>1 </m:t>
                                </m:r>
                                <m:r>
                                  <a:rPr lang="it-IT" sz="2000" i="1" dirty="0" err="1" smtClean="0">
                                    <a:latin typeface="Cambria Math" panose="02040503050406030204" pitchFamily="18" charset="0"/>
                                  </a:rPr>
                                  <m:t>𝐺𝑃𝑎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0455218"/>
                      </a:ext>
                    </a:extLst>
                  </a:tr>
                  <a:tr h="495837">
                    <a:tc>
                      <a:txBody>
                        <a:bodyPr/>
                        <a:lstStyle/>
                        <a:p>
                          <a:r>
                            <a:rPr lang="it-IT" sz="2000" dirty="0"/>
                            <a:t>Tensile </a:t>
                          </a:r>
                          <a:r>
                            <a:rPr lang="it-IT" sz="2000" dirty="0" err="1"/>
                            <a:t>strength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000" i="1" dirty="0" smtClean="0">
                                    <a:latin typeface="Cambria Math" panose="02040503050406030204" pitchFamily="18" charset="0"/>
                                  </a:rPr>
                                  <m:t>300−600 </m:t>
                                </m:r>
                                <m:r>
                                  <a:rPr lang="it-IT" sz="2000" i="1" dirty="0" err="1" smtClean="0">
                                    <a:latin typeface="Cambria Math" panose="02040503050406030204" pitchFamily="18" charset="0"/>
                                  </a:rPr>
                                  <m:t>𝑀𝑃𝑎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000" i="1" dirty="0" smtClean="0">
                                    <a:latin typeface="Cambria Math" panose="02040503050406030204" pitchFamily="18" charset="0"/>
                                  </a:rPr>
                                  <m:t>55−75 </m:t>
                                </m:r>
                                <m:r>
                                  <a:rPr lang="it-IT" sz="2000" i="1" dirty="0" err="1" smtClean="0">
                                    <a:latin typeface="Cambria Math" panose="02040503050406030204" pitchFamily="18" charset="0"/>
                                  </a:rPr>
                                  <m:t>𝑀𝑃𝑎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3227890"/>
                      </a:ext>
                    </a:extLst>
                  </a:tr>
                  <a:tr h="442192">
                    <a:tc>
                      <a:txBody>
                        <a:bodyPr/>
                        <a:lstStyle/>
                        <a:p>
                          <a:r>
                            <a:rPr lang="it-IT" sz="2000" dirty="0"/>
                            <a:t>Thermal </a:t>
                          </a:r>
                          <a:r>
                            <a:rPr lang="it-IT" sz="2000" dirty="0" err="1"/>
                            <a:t>Conductivity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0.32−0.42 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/(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𝑚𝐾</m:t>
                                </m:r>
                                <m:r>
                                  <a:rPr lang="it-IT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000" i="1" dirty="0" smtClean="0">
                                    <a:latin typeface="Cambria Math" panose="02040503050406030204" pitchFamily="18" charset="0"/>
                                  </a:rPr>
                                  <m:t>0.15 − 0.24 </m:t>
                                </m:r>
                                <m:r>
                                  <a:rPr lang="it-IT" sz="2000" i="1" dirty="0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it-IT" sz="20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it-IT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200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it-IT" sz="200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it-IT" sz="2000" i="1" dirty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38750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BC33894-45E6-D9CA-4636-EC29CD1B5B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1636324"/>
                  </p:ext>
                </p:extLst>
              </p:nvPr>
            </p:nvGraphicFramePr>
            <p:xfrm>
              <a:off x="2113408" y="2475729"/>
              <a:ext cx="7965183" cy="23538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55061">
                      <a:extLst>
                        <a:ext uri="{9D8B030D-6E8A-4147-A177-3AD203B41FA5}">
                          <a16:colId xmlns:a16="http://schemas.microsoft.com/office/drawing/2014/main" val="3374389899"/>
                        </a:ext>
                      </a:extLst>
                    </a:gridCol>
                    <a:gridCol w="2655061">
                      <a:extLst>
                        <a:ext uri="{9D8B030D-6E8A-4147-A177-3AD203B41FA5}">
                          <a16:colId xmlns:a16="http://schemas.microsoft.com/office/drawing/2014/main" val="3134796648"/>
                        </a:ext>
                      </a:extLst>
                    </a:gridCol>
                    <a:gridCol w="2655061">
                      <a:extLst>
                        <a:ext uri="{9D8B030D-6E8A-4147-A177-3AD203B41FA5}">
                          <a16:colId xmlns:a16="http://schemas.microsoft.com/office/drawing/2014/main" val="1176147848"/>
                        </a:ext>
                      </a:extLst>
                    </a:gridCol>
                  </a:tblGrid>
                  <a:tr h="442192">
                    <a:tc>
                      <a:txBody>
                        <a:bodyPr/>
                        <a:lstStyle/>
                        <a:p>
                          <a:r>
                            <a:rPr lang="it-IT" sz="2000" dirty="0" err="1"/>
                            <a:t>characteristics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000" dirty="0"/>
                            <a:t>GFRP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000" dirty="0"/>
                            <a:t>PET</a:t>
                          </a:r>
                          <a:endParaRPr lang="en-GB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70656659"/>
                      </a:ext>
                    </a:extLst>
                  </a:tr>
                  <a:tr h="482650">
                    <a:tc>
                      <a:txBody>
                        <a:bodyPr/>
                        <a:lstStyle/>
                        <a:p>
                          <a:r>
                            <a:rPr lang="it-IT" sz="2000" dirty="0" err="1"/>
                            <a:t>density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29" t="-98734" r="-100917" b="-310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29" t="-98734" r="-917" b="-3101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2222236"/>
                      </a:ext>
                    </a:extLst>
                  </a:tr>
                  <a:tr h="490954">
                    <a:tc>
                      <a:txBody>
                        <a:bodyPr/>
                        <a:lstStyle/>
                        <a:p>
                          <a:r>
                            <a:rPr lang="it-IT" sz="2000" dirty="0" err="1"/>
                            <a:t>Young’s</a:t>
                          </a:r>
                          <a:r>
                            <a:rPr lang="it-IT" sz="2000" dirty="0"/>
                            <a:t> </a:t>
                          </a:r>
                          <a:r>
                            <a:rPr lang="it-IT" sz="2000" dirty="0" err="1"/>
                            <a:t>Modulus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29" t="-193827" r="-100917" b="-2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29" t="-193827" r="-917" b="-2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0455218"/>
                      </a:ext>
                    </a:extLst>
                  </a:tr>
                  <a:tr h="495837">
                    <a:tc>
                      <a:txBody>
                        <a:bodyPr/>
                        <a:lstStyle/>
                        <a:p>
                          <a:r>
                            <a:rPr lang="it-IT" sz="2000" dirty="0"/>
                            <a:t>Tensile </a:t>
                          </a:r>
                          <a:r>
                            <a:rPr lang="it-IT" sz="2000" dirty="0" err="1"/>
                            <a:t>strength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29" t="-293827" r="-100917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29" t="-293827" r="-917" b="-10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3227890"/>
                      </a:ext>
                    </a:extLst>
                  </a:tr>
                  <a:tr h="442192">
                    <a:tc>
                      <a:txBody>
                        <a:bodyPr/>
                        <a:lstStyle/>
                        <a:p>
                          <a:r>
                            <a:rPr lang="it-IT" sz="2000" dirty="0"/>
                            <a:t>Thermal </a:t>
                          </a:r>
                          <a:r>
                            <a:rPr lang="it-IT" sz="2000" dirty="0" err="1"/>
                            <a:t>Conductivity</a:t>
                          </a:r>
                          <a:endParaRPr lang="en-GB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29" t="-436986" r="-100917" b="-13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229" t="-436986" r="-917" b="-136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38750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08F3ABC-1D9B-8D55-B936-0A5769A531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075" y="6564313"/>
            <a:ext cx="2879725" cy="365125"/>
          </a:xfrm>
        </p:spPr>
        <p:txBody>
          <a:bodyPr/>
          <a:lstStyle/>
          <a:p>
            <a:r>
              <a:rPr lang="en-GB" dirty="0"/>
              <a:t>Management team/ Optimus Syria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C3090F0-92E8-339D-E623-8741E939DA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it-IT" dirty="0"/>
              <a:t>Federico De Mita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169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E8332-EEC7-F5AC-B31D-E2FCC6B0F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5B68C-DAF4-EFD5-423F-4F14730D3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2. </a:t>
            </a:r>
            <a:r>
              <a:rPr lang="it-IT" dirty="0" err="1"/>
              <a:t>Nacelle</a:t>
            </a:r>
            <a:r>
              <a:rPr lang="it-IT" dirty="0"/>
              <a:t> cover </a:t>
            </a:r>
            <a:r>
              <a:rPr lang="it-IT" dirty="0" err="1"/>
              <a:t>material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EAAED-8B8C-26AF-460E-A89FE05FC58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EC7A7-9F84-FD49-66DA-48732B20829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AD1229-B8AE-3D7D-9DA6-A2DFC98136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[5]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AFC37AD-B9B1-8570-FA2A-AFC869A85F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49023" y="1868347"/>
            <a:ext cx="10515600" cy="703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To combine the </a:t>
            </a:r>
            <a:r>
              <a:rPr lang="it-IT" dirty="0" err="1"/>
              <a:t>characteristics</a:t>
            </a:r>
            <a:r>
              <a:rPr lang="it-IT" dirty="0"/>
              <a:t> of </a:t>
            </a:r>
            <a:r>
              <a:rPr lang="it-IT" dirty="0" err="1"/>
              <a:t>these</a:t>
            </a:r>
            <a:r>
              <a:rPr lang="it-IT" dirty="0"/>
              <a:t> 2 </a:t>
            </a:r>
            <a:r>
              <a:rPr lang="it-IT" dirty="0" err="1"/>
              <a:t>materials</a:t>
            </a:r>
            <a:r>
              <a:rPr lang="it-IT" dirty="0"/>
              <a:t> I </a:t>
            </a:r>
            <a:r>
              <a:rPr lang="it-IT" dirty="0" err="1"/>
              <a:t>will</a:t>
            </a:r>
            <a:r>
              <a:rPr lang="it-IT" dirty="0"/>
              <a:t> use, </a:t>
            </a:r>
            <a:r>
              <a:rPr lang="it-IT" dirty="0" err="1"/>
              <a:t>as</a:t>
            </a:r>
            <a:r>
              <a:rPr lang="it-IT" dirty="0"/>
              <a:t> a first </a:t>
            </a:r>
            <a:r>
              <a:rPr lang="it-IT" dirty="0" err="1"/>
              <a:t>approach</a:t>
            </a:r>
            <a:r>
              <a:rPr lang="it-IT" dirty="0"/>
              <a:t>, the rule of </a:t>
            </a:r>
            <a:r>
              <a:rPr lang="it-IT" dirty="0" err="1"/>
              <a:t>mixture</a:t>
            </a:r>
            <a:r>
              <a:rPr lang="it-IT" dirty="0"/>
              <a:t>, </a:t>
            </a:r>
            <a:r>
              <a:rPr lang="it-IT" dirty="0" err="1"/>
              <a:t>treating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unique</a:t>
            </a:r>
            <a:r>
              <a:rPr lang="it-IT" dirty="0"/>
              <a:t> </a:t>
            </a:r>
            <a:r>
              <a:rPr lang="it-IT" dirty="0" err="1"/>
              <a:t>isotropic</a:t>
            </a:r>
            <a:r>
              <a:rPr lang="it-IT" dirty="0"/>
              <a:t> composite </a:t>
            </a:r>
            <a:r>
              <a:rPr lang="it-IT" dirty="0" err="1"/>
              <a:t>material</a:t>
            </a:r>
            <a:r>
              <a:rPr lang="it-IT" dirty="0"/>
              <a:t>: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77B479-6FF8-866F-98E7-F5AC8B2183FE}"/>
                  </a:ext>
                </a:extLst>
              </p:cNvPr>
              <p:cNvSpPr txBox="1"/>
              <p:nvPr/>
            </p:nvSpPr>
            <p:spPr>
              <a:xfrm>
                <a:off x="1489190" y="2905860"/>
                <a:ext cx="4114716" cy="630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sandwich</m:t>
                          </m:r>
                        </m:sub>
                      </m:sSub>
                      <m:r>
                        <a:rPr lang="it-IT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skin</m:t>
                          </m:r>
                        </m:sub>
                      </m:sSub>
                      <m:f>
                        <m:f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2 </m:t>
                          </m:r>
                          <m:sSub>
                            <m:sSubPr>
                              <m:ctrlP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skin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𝑐𝑜𝑟𝑒</m:t>
                          </m:r>
                        </m:sub>
                      </m:sSub>
                      <m:f>
                        <m:f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𝑐𝑜𝑟𝑒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77B479-6FF8-866F-98E7-F5AC8B218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190" y="2905860"/>
                <a:ext cx="4114716" cy="6301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2360A2-5467-29C5-EDDF-70E50106F772}"/>
                  </a:ext>
                </a:extLst>
              </p:cNvPr>
              <p:cNvSpPr txBox="1"/>
              <p:nvPr/>
            </p:nvSpPr>
            <p:spPr>
              <a:xfrm>
                <a:off x="1489190" y="3932599"/>
                <a:ext cx="4534639" cy="6301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it-IT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sandwich</m:t>
                          </m:r>
                        </m:sub>
                      </m:sSub>
                      <m:r>
                        <a:rPr lang="it-IT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𝑠𝑘𝑖𝑛</m:t>
                          </m:r>
                        </m:sub>
                      </m:sSub>
                      <m:f>
                        <m:f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000">
                              <a:latin typeface="Cambria Math" panose="02040503050406030204" pitchFamily="18" charset="0"/>
                            </a:rPr>
                            <m:t>2 </m:t>
                          </m:r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20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2000">
                                  <a:latin typeface="Cambria Math" panose="02040503050406030204" pitchFamily="18" charset="0"/>
                                </a:rPr>
                                <m:t>skin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𝑐𝑜𝑟𝑒</m:t>
                          </m:r>
                        </m:sub>
                      </m:sSub>
                      <m:f>
                        <m:f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𝑐𝑜𝑟𝑒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2360A2-5467-29C5-EDDF-70E50106F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190" y="3932599"/>
                <a:ext cx="4534639" cy="630173"/>
              </a:xfrm>
              <a:prstGeom prst="rect">
                <a:avLst/>
              </a:prstGeom>
              <a:blipFill>
                <a:blip r:embed="rId3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830E4C4D-7900-0BC9-CCC5-E5EA237163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538" r="8869" b="15149"/>
          <a:stretch>
            <a:fillRect/>
          </a:stretch>
        </p:blipFill>
        <p:spPr>
          <a:xfrm>
            <a:off x="7889630" y="3047950"/>
            <a:ext cx="3464170" cy="15148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F7F8F1-9460-2080-17DA-E16E200E83A8}"/>
              </a:ext>
            </a:extLst>
          </p:cNvPr>
          <p:cNvSpPr txBox="1"/>
          <p:nvPr/>
        </p:nvSpPr>
        <p:spPr>
          <a:xfrm>
            <a:off x="6991349" y="3436029"/>
            <a:ext cx="82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 err="1"/>
              <a:t>skin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F9B728-BCAD-1CA3-2915-7786DFB69133}"/>
              </a:ext>
            </a:extLst>
          </p:cNvPr>
          <p:cNvSpPr txBox="1"/>
          <p:nvPr/>
        </p:nvSpPr>
        <p:spPr>
          <a:xfrm>
            <a:off x="9621715" y="3624033"/>
            <a:ext cx="82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dirty="0"/>
              <a:t>core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C84A5A-4DB9-C02A-7383-B8FDE1E4D485}"/>
              </a:ext>
            </a:extLst>
          </p:cNvPr>
          <p:cNvSpPr txBox="1"/>
          <p:nvPr/>
        </p:nvSpPr>
        <p:spPr>
          <a:xfrm>
            <a:off x="2432585" y="5105604"/>
            <a:ext cx="73268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solidFill>
                  <a:srgbClr val="C00000"/>
                </a:solidFill>
              </a:rPr>
              <a:t>These</a:t>
            </a:r>
            <a:r>
              <a:rPr lang="it-IT" sz="2000" b="1" dirty="0">
                <a:solidFill>
                  <a:srgbClr val="C00000"/>
                </a:solidFill>
              </a:rPr>
              <a:t> </a:t>
            </a:r>
            <a:r>
              <a:rPr lang="it-IT" sz="2000" b="1" dirty="0" err="1">
                <a:solidFill>
                  <a:srgbClr val="C00000"/>
                </a:solidFill>
              </a:rPr>
              <a:t>formulas</a:t>
            </a:r>
            <a:r>
              <a:rPr lang="it-IT" sz="2000" b="1" dirty="0">
                <a:solidFill>
                  <a:srgbClr val="C00000"/>
                </a:solidFill>
              </a:rPr>
              <a:t> </a:t>
            </a:r>
            <a:r>
              <a:rPr lang="it-IT" sz="2000" b="1" dirty="0" err="1">
                <a:solidFill>
                  <a:srgbClr val="C00000"/>
                </a:solidFill>
              </a:rPr>
              <a:t>will</a:t>
            </a:r>
            <a:r>
              <a:rPr lang="it-IT" sz="2000" b="1" dirty="0">
                <a:solidFill>
                  <a:srgbClr val="C00000"/>
                </a:solidFill>
              </a:rPr>
              <a:t> be </a:t>
            </a:r>
            <a:r>
              <a:rPr lang="it-IT" sz="2000" b="1" dirty="0" err="1">
                <a:solidFill>
                  <a:srgbClr val="C00000"/>
                </a:solidFill>
              </a:rPr>
              <a:t>confirmed</a:t>
            </a:r>
            <a:r>
              <a:rPr lang="it-IT" sz="2000" b="1" dirty="0">
                <a:solidFill>
                  <a:srgbClr val="C00000"/>
                </a:solidFill>
              </a:rPr>
              <a:t> by </a:t>
            </a:r>
            <a:r>
              <a:rPr lang="it-IT" sz="2000" b="1" dirty="0" err="1">
                <a:solidFill>
                  <a:srgbClr val="C00000"/>
                </a:solidFill>
              </a:rPr>
              <a:t>next</a:t>
            </a:r>
            <a:r>
              <a:rPr lang="it-IT" sz="2000" b="1" dirty="0">
                <a:solidFill>
                  <a:srgbClr val="C00000"/>
                </a:solidFill>
              </a:rPr>
              <a:t> week and, once the design </a:t>
            </a:r>
            <a:r>
              <a:rPr lang="it-IT" sz="2000" b="1" dirty="0" err="1">
                <a:solidFill>
                  <a:srgbClr val="C00000"/>
                </a:solidFill>
              </a:rPr>
              <a:t>is</a:t>
            </a:r>
            <a:r>
              <a:rPr lang="it-IT" sz="2000" b="1" dirty="0">
                <a:solidFill>
                  <a:srgbClr val="C00000"/>
                </a:solidFill>
              </a:rPr>
              <a:t> </a:t>
            </a:r>
            <a:r>
              <a:rPr lang="it-IT" sz="2000" b="1" dirty="0" err="1">
                <a:solidFill>
                  <a:srgbClr val="C00000"/>
                </a:solidFill>
              </a:rPr>
              <a:t>finalized</a:t>
            </a:r>
            <a:r>
              <a:rPr lang="it-IT" sz="2000" b="1" dirty="0">
                <a:solidFill>
                  <a:srgbClr val="C00000"/>
                </a:solidFill>
              </a:rPr>
              <a:t>, the </a:t>
            </a:r>
            <a:r>
              <a:rPr lang="it-IT" sz="2000" b="1" dirty="0" err="1">
                <a:solidFill>
                  <a:srgbClr val="C00000"/>
                </a:solidFill>
              </a:rPr>
              <a:t>safety</a:t>
            </a:r>
            <a:r>
              <a:rPr lang="it-IT" sz="2000" b="1" dirty="0">
                <a:solidFill>
                  <a:srgbClr val="C00000"/>
                </a:solidFill>
              </a:rPr>
              <a:t> </a:t>
            </a:r>
            <a:r>
              <a:rPr lang="it-IT" sz="2000" b="1" dirty="0" err="1">
                <a:solidFill>
                  <a:srgbClr val="C00000"/>
                </a:solidFill>
              </a:rPr>
              <a:t>validation</a:t>
            </a:r>
            <a:r>
              <a:rPr lang="it-IT" sz="2000" b="1" dirty="0">
                <a:solidFill>
                  <a:srgbClr val="C00000"/>
                </a:solidFill>
              </a:rPr>
              <a:t> </a:t>
            </a:r>
            <a:r>
              <a:rPr lang="it-IT" sz="2000" b="1" dirty="0" err="1">
                <a:solidFill>
                  <a:srgbClr val="C00000"/>
                </a:solidFill>
              </a:rPr>
              <a:t>will</a:t>
            </a:r>
            <a:r>
              <a:rPr lang="it-IT" sz="2000" b="1" dirty="0">
                <a:solidFill>
                  <a:srgbClr val="C00000"/>
                </a:solidFill>
              </a:rPr>
              <a:t> be </a:t>
            </a:r>
            <a:r>
              <a:rPr lang="it-IT" sz="2000" b="1" dirty="0" err="1">
                <a:solidFill>
                  <a:srgbClr val="C00000"/>
                </a:solidFill>
              </a:rPr>
              <a:t>completed</a:t>
            </a:r>
            <a:endParaRPr lang="en-GB" sz="2000" b="1" dirty="0">
              <a:solidFill>
                <a:srgbClr val="C00000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AD50340-77F2-C5D7-3998-D619C5D9A87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075" y="6564313"/>
            <a:ext cx="2879725" cy="365125"/>
          </a:xfrm>
        </p:spPr>
        <p:txBody>
          <a:bodyPr/>
          <a:lstStyle/>
          <a:p>
            <a:r>
              <a:rPr lang="en-GB" dirty="0"/>
              <a:t>Management team/ Optimus Syria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E93AE8A-EB1F-7542-9C51-0E9F78759B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it-IT" dirty="0"/>
              <a:t>Federico De Mita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1772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32C50-66A0-234C-D96C-6DC34CEE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4247-4F0F-39B8-637B-2D0B87EA1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2. </a:t>
            </a:r>
            <a:r>
              <a:rPr lang="it-IT" dirty="0" err="1"/>
              <a:t>Nacelle</a:t>
            </a:r>
            <a:r>
              <a:rPr lang="it-IT" dirty="0"/>
              <a:t> cover </a:t>
            </a:r>
            <a:r>
              <a:rPr lang="it-IT" dirty="0" err="1"/>
              <a:t>material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2FFA6-953F-30D6-6965-65A2A8327E1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7C846-543E-BF39-C74E-D84483645D9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87E522-39CC-35D6-22F1-30D9E4E4A0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[5]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72C3980-E723-0C99-3668-F34E57029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57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it-IT" dirty="0" err="1"/>
              <a:t>Reasons</a:t>
            </a:r>
            <a:r>
              <a:rPr lang="it-IT" dirty="0"/>
              <a:t> for </a:t>
            </a:r>
            <a:r>
              <a:rPr lang="it-IT" dirty="0" err="1"/>
              <a:t>material</a:t>
            </a:r>
            <a:r>
              <a:rPr lang="it-IT" dirty="0"/>
              <a:t> </a:t>
            </a:r>
            <a:r>
              <a:rPr lang="it-IT" dirty="0" err="1"/>
              <a:t>change</a:t>
            </a:r>
            <a:r>
              <a:rPr lang="it-IT" dirty="0"/>
              <a:t>:</a:t>
            </a:r>
          </a:p>
          <a:p>
            <a:r>
              <a:rPr lang="en-GB" dirty="0"/>
              <a:t>Higher resistance to vibrations </a:t>
            </a:r>
            <a:r>
              <a:rPr lang="en-GB" dirty="0">
                <a:sym typeface="Wingdings" panose="05000000000000000000" pitchFamily="2" charset="2"/>
              </a:rPr>
              <a:t> lower noise propagation</a:t>
            </a:r>
          </a:p>
          <a:p>
            <a:r>
              <a:rPr lang="en-GB" dirty="0">
                <a:sym typeface="Wingdings" panose="05000000000000000000" pitchFamily="2" charset="2"/>
              </a:rPr>
              <a:t>More cost effective</a:t>
            </a:r>
          </a:p>
          <a:p>
            <a:r>
              <a:rPr lang="en-GB" dirty="0">
                <a:sym typeface="Wingdings" panose="05000000000000000000" pitchFamily="2" charset="2"/>
              </a:rPr>
              <a:t>Easier to manufacture: using a </a:t>
            </a:r>
            <a:r>
              <a:rPr lang="en-GB" dirty="0" err="1">
                <a:sym typeface="Wingdings" panose="05000000000000000000" pitchFamily="2" charset="2"/>
              </a:rPr>
              <a:t>mold</a:t>
            </a:r>
            <a:r>
              <a:rPr lang="en-GB" dirty="0">
                <a:sym typeface="Wingdings" panose="05000000000000000000" pitchFamily="2" charset="2"/>
              </a:rPr>
              <a:t> it is possible to create almost whichever shape</a:t>
            </a:r>
          </a:p>
          <a:p>
            <a:r>
              <a:rPr lang="en-GB" dirty="0"/>
              <a:t>Lighter: using a sandwich panel reduces the quantity of composite material, compensating with a high strength core material of a lower density</a:t>
            </a:r>
          </a:p>
          <a:p>
            <a:r>
              <a:rPr lang="en-GB" dirty="0"/>
              <a:t>Better response to buckling due to increased material strength</a:t>
            </a:r>
          </a:p>
          <a:p>
            <a:r>
              <a:rPr lang="en-GB" dirty="0"/>
              <a:t>Different  thermal behaviour: thermal insulator </a:t>
            </a:r>
            <a:r>
              <a:rPr lang="en-GB" dirty="0">
                <a:sym typeface="Wingdings" panose="05000000000000000000" pitchFamily="2" charset="2"/>
              </a:rPr>
              <a:t> the heat from outside will not be transported to the nacelle, especially the heat from the sun. The heat dissipation will be, therefore, total responsibility of the cooling system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10E0DD-B132-45A1-F54B-4315FFADF46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075" y="6564313"/>
            <a:ext cx="2879725" cy="365125"/>
          </a:xfrm>
        </p:spPr>
        <p:txBody>
          <a:bodyPr/>
          <a:lstStyle/>
          <a:p>
            <a:r>
              <a:rPr lang="en-GB" dirty="0"/>
              <a:t>Management team/ Optimus Syria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B2ACF03-5E8D-FECC-050E-BC47D0CC38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it-IT" dirty="0"/>
              <a:t>Federico De Mita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7528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4391F-A706-C0A7-A187-C65AF315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4848-6026-2E78-C324-26BD3C42E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3. </a:t>
            </a:r>
            <a:r>
              <a:rPr lang="it-IT" dirty="0" err="1"/>
              <a:t>Cooling</a:t>
            </a:r>
            <a:r>
              <a:rPr lang="it-IT" dirty="0"/>
              <a:t> system arrangement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3D7E2-C872-9B4C-19B3-472FE1BE371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4E2A2-A1E7-A944-8400-999535212C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9DD432-DE7D-BEA1-2961-6E0C957364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[6]</a:t>
            </a:r>
            <a:endParaRPr lang="en-GB" dirty="0"/>
          </a:p>
        </p:txBody>
      </p:sp>
      <p:pic>
        <p:nvPicPr>
          <p:cNvPr id="12" name="Picture 11" descr="A diagram of a radiator&#10;&#10;AI-generated content may be incorrect.">
            <a:extLst>
              <a:ext uri="{FF2B5EF4-FFF2-40B4-BE49-F238E27FC236}">
                <a16:creationId xmlns:a16="http://schemas.microsoft.com/office/drawing/2014/main" id="{75EC0F74-BF2E-1001-C484-B5E5DF485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1" r="10305" b="12219"/>
          <a:stretch>
            <a:fillRect/>
          </a:stretch>
        </p:blipFill>
        <p:spPr>
          <a:xfrm>
            <a:off x="1468803" y="2313693"/>
            <a:ext cx="4053254" cy="36274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4B0B407-73FE-21B9-9668-813C8036DDB2}"/>
              </a:ext>
            </a:extLst>
          </p:cNvPr>
          <p:cNvSpPr txBox="1"/>
          <p:nvPr/>
        </p:nvSpPr>
        <p:spPr>
          <a:xfrm>
            <a:off x="5855483" y="4760447"/>
            <a:ext cx="36402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buFont typeface="+mj-lt"/>
              <a:buAutoNum type="arabicPeriod"/>
            </a:pPr>
            <a:r>
              <a:rPr lang="it-IT" sz="1600" dirty="0" err="1"/>
              <a:t>Gearbox</a:t>
            </a:r>
            <a:r>
              <a:rPr lang="it-IT" sz="1600" dirty="0"/>
              <a:t> </a:t>
            </a:r>
            <a:r>
              <a:rPr lang="it-IT" sz="1600" dirty="0" err="1"/>
              <a:t>heat</a:t>
            </a:r>
            <a:r>
              <a:rPr lang="it-IT" sz="1600" dirty="0"/>
              <a:t> </a:t>
            </a:r>
            <a:r>
              <a:rPr lang="it-IT" sz="1600" dirty="0" err="1"/>
              <a:t>exchanger</a:t>
            </a:r>
            <a:endParaRPr lang="it-IT" sz="1600" dirty="0"/>
          </a:p>
          <a:p>
            <a:pPr marL="228600" indent="-228600" algn="l">
              <a:buFont typeface="+mj-lt"/>
              <a:buAutoNum type="arabicPeriod"/>
            </a:pPr>
            <a:r>
              <a:rPr lang="en-GB" sz="1600" dirty="0"/>
              <a:t>Generator heat exchanger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600" dirty="0"/>
              <a:t>Transformer heat exchanger</a:t>
            </a:r>
          </a:p>
          <a:p>
            <a:pPr marL="228600" indent="-228600" algn="l">
              <a:buFont typeface="+mj-lt"/>
              <a:buAutoNum type="arabicPeriod"/>
            </a:pPr>
            <a:r>
              <a:rPr lang="en-GB" sz="1600" dirty="0"/>
              <a:t>Converter heat exchanger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E9F487-738C-7FC8-F745-A0731F211520}"/>
              </a:ext>
            </a:extLst>
          </p:cNvPr>
          <p:cNvSpPr txBox="1"/>
          <p:nvPr/>
        </p:nvSpPr>
        <p:spPr>
          <a:xfrm>
            <a:off x="968425" y="1505448"/>
            <a:ext cx="9774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b="1" dirty="0"/>
              <a:t>Mix </a:t>
            </a:r>
            <a:r>
              <a:rPr lang="it-IT" b="1" dirty="0" err="1"/>
              <a:t>between</a:t>
            </a:r>
            <a:r>
              <a:rPr lang="it-IT" b="1" dirty="0"/>
              <a:t> a semi-</a:t>
            </a:r>
            <a:r>
              <a:rPr lang="it-IT" b="1" dirty="0" err="1"/>
              <a:t>combined</a:t>
            </a:r>
            <a:r>
              <a:rPr lang="it-IT" b="1" dirty="0"/>
              <a:t> and a </a:t>
            </a:r>
            <a:r>
              <a:rPr lang="it-IT" b="1" dirty="0" err="1"/>
              <a:t>combined</a:t>
            </a:r>
            <a:r>
              <a:rPr lang="it-IT" b="1" dirty="0"/>
              <a:t> </a:t>
            </a:r>
            <a:r>
              <a:rPr lang="it-IT" b="1" dirty="0" err="1"/>
              <a:t>cooling</a:t>
            </a:r>
            <a:r>
              <a:rPr lang="it-IT" b="1" dirty="0"/>
              <a:t> system, with water (mixed with anti </a:t>
            </a:r>
            <a:r>
              <a:rPr lang="it-IT" b="1" dirty="0" err="1"/>
              <a:t>freeze</a:t>
            </a:r>
            <a:r>
              <a:rPr lang="it-IT" b="1" dirty="0"/>
              <a:t> </a:t>
            </a:r>
            <a:r>
              <a:rPr lang="it-IT" b="1" dirty="0" err="1"/>
              <a:t>liquids</a:t>
            </a:r>
            <a:r>
              <a:rPr lang="it-IT" b="1" dirty="0"/>
              <a:t>) </a:t>
            </a:r>
            <a:r>
              <a:rPr lang="it-IT" b="1" dirty="0" err="1"/>
              <a:t>as</a:t>
            </a:r>
            <a:r>
              <a:rPr lang="it-IT" b="1" dirty="0"/>
              <a:t> </a:t>
            </a:r>
            <a:r>
              <a:rPr lang="it-IT" b="1" dirty="0" err="1"/>
              <a:t>heat</a:t>
            </a:r>
            <a:r>
              <a:rPr lang="it-IT" b="1" dirty="0"/>
              <a:t> </a:t>
            </a:r>
            <a:r>
              <a:rPr lang="it-IT" b="1" dirty="0" err="1"/>
              <a:t>transporting</a:t>
            </a:r>
            <a:r>
              <a:rPr lang="it-IT" b="1" dirty="0"/>
              <a:t> </a:t>
            </a:r>
            <a:r>
              <a:rPr lang="it-IT" b="1" dirty="0" err="1"/>
              <a:t>fluid</a:t>
            </a:r>
            <a:endParaRPr lang="en-GB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4BD99E-36AA-E479-C10D-9D9CE092C05F}"/>
              </a:ext>
            </a:extLst>
          </p:cNvPr>
          <p:cNvSpPr txBox="1"/>
          <p:nvPr/>
        </p:nvSpPr>
        <p:spPr>
          <a:xfrm>
            <a:off x="6096000" y="2428708"/>
            <a:ext cx="5131777" cy="2031325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choice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made due to the low </a:t>
            </a:r>
            <a:r>
              <a:rPr lang="it-IT" dirty="0" err="1"/>
              <a:t>heat</a:t>
            </a:r>
            <a:r>
              <a:rPr lang="it-IT" dirty="0"/>
              <a:t> production in the transformer and the </a:t>
            </a:r>
            <a:r>
              <a:rPr lang="it-IT" dirty="0" err="1"/>
              <a:t>converter</a:t>
            </a:r>
            <a:endParaRPr lang="it-IT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/>
              <a:t>the idea </a:t>
            </a:r>
            <a:r>
              <a:rPr lang="it-IT" dirty="0" err="1"/>
              <a:t>was</a:t>
            </a:r>
            <a:r>
              <a:rPr lang="it-IT" dirty="0"/>
              <a:t> to combine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electrical</a:t>
            </a:r>
            <a:r>
              <a:rPr lang="it-IT" dirty="0"/>
              <a:t> </a:t>
            </a:r>
            <a:r>
              <a:rPr lang="it-IT" dirty="0" err="1"/>
              <a:t>components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a single line, and the </a:t>
            </a:r>
            <a:r>
              <a:rPr lang="it-IT" dirty="0" err="1"/>
              <a:t>gearbox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another</a:t>
            </a:r>
            <a:endParaRPr lang="it-IT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/>
              <a:t>The </a:t>
            </a:r>
            <a:r>
              <a:rPr lang="it-IT" dirty="0" err="1"/>
              <a:t>two</a:t>
            </a:r>
            <a:r>
              <a:rPr lang="it-IT" dirty="0"/>
              <a:t> lines </a:t>
            </a:r>
            <a:r>
              <a:rPr lang="it-IT" dirty="0" err="1"/>
              <a:t>have</a:t>
            </a:r>
            <a:r>
              <a:rPr lang="it-IT" dirty="0"/>
              <a:t> a pump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maintains</a:t>
            </a:r>
            <a:r>
              <a:rPr lang="it-IT" dirty="0"/>
              <a:t> the </a:t>
            </a:r>
            <a:r>
              <a:rPr lang="it-IT" dirty="0" err="1"/>
              <a:t>different</a:t>
            </a:r>
            <a:r>
              <a:rPr lang="it-IT" dirty="0"/>
              <a:t> flow rate for the </a:t>
            </a:r>
            <a:r>
              <a:rPr lang="it-IT" dirty="0" err="1"/>
              <a:t>two</a:t>
            </a:r>
            <a:r>
              <a:rPr lang="it-IT" dirty="0"/>
              <a:t> lines 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4A381B-810B-4FAC-BB08-F49B90F2D1C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075" y="6564313"/>
            <a:ext cx="2879725" cy="365125"/>
          </a:xfrm>
        </p:spPr>
        <p:txBody>
          <a:bodyPr/>
          <a:lstStyle/>
          <a:p>
            <a:r>
              <a:rPr lang="en-GB" dirty="0"/>
              <a:t>Management team/ Optimus Syria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09A88E7-7818-6A3E-2574-B9F58D9D02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it-IT" dirty="0"/>
              <a:t>Federico De Mita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6313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3B2D-6E3F-425F-24AA-DA7CDD023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6454-BD57-CF9D-CDD3-EE2ED1FFF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4. Next week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F80B0-A1FF-37E2-7468-54799364C6F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134E7-58A6-087B-4912-29E8E844110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5CC891-0455-A75C-D294-4381D43DD9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[5]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DED4016-BF86-6E8D-6911-077A20349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57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Next week: </a:t>
            </a:r>
          </a:p>
          <a:p>
            <a:r>
              <a:rPr lang="it-IT" dirty="0" err="1"/>
              <a:t>Nacelle</a:t>
            </a:r>
            <a:endParaRPr lang="it-IT" dirty="0"/>
          </a:p>
          <a:p>
            <a:pPr lvl="1"/>
            <a:r>
              <a:rPr lang="it-IT" dirty="0"/>
              <a:t>Design </a:t>
            </a:r>
            <a:r>
              <a:rPr lang="it-IT" dirty="0" err="1"/>
              <a:t>validation</a:t>
            </a:r>
            <a:r>
              <a:rPr lang="it-IT" dirty="0"/>
              <a:t> </a:t>
            </a:r>
          </a:p>
          <a:p>
            <a:pPr lvl="1"/>
            <a:r>
              <a:rPr lang="it-IT" dirty="0" err="1"/>
              <a:t>Dimension</a:t>
            </a:r>
            <a:r>
              <a:rPr lang="it-IT" dirty="0"/>
              <a:t> </a:t>
            </a:r>
            <a:r>
              <a:rPr lang="it-IT" dirty="0" err="1"/>
              <a:t>validation</a:t>
            </a:r>
            <a:r>
              <a:rPr lang="it-IT" dirty="0"/>
              <a:t> </a:t>
            </a:r>
            <a:r>
              <a:rPr lang="it-IT" dirty="0" err="1"/>
              <a:t>through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components</a:t>
            </a:r>
            <a:r>
              <a:rPr lang="it-IT" dirty="0"/>
              <a:t> </a:t>
            </a:r>
            <a:r>
              <a:rPr lang="it-IT" dirty="0" err="1"/>
              <a:t>updated</a:t>
            </a:r>
            <a:r>
              <a:rPr lang="it-IT" dirty="0"/>
              <a:t> </a:t>
            </a:r>
            <a:r>
              <a:rPr lang="it-IT" dirty="0" err="1"/>
              <a:t>dimensions</a:t>
            </a:r>
            <a:endParaRPr lang="it-IT" dirty="0"/>
          </a:p>
          <a:p>
            <a:pPr lvl="1"/>
            <a:r>
              <a:rPr lang="it-IT" dirty="0"/>
              <a:t>Design </a:t>
            </a:r>
            <a:r>
              <a:rPr lang="it-IT" dirty="0" err="1"/>
              <a:t>optimization</a:t>
            </a:r>
            <a:r>
              <a:rPr lang="it-IT" dirty="0"/>
              <a:t> of the </a:t>
            </a:r>
            <a:r>
              <a:rPr lang="it-IT" dirty="0" err="1"/>
              <a:t>safety</a:t>
            </a:r>
            <a:r>
              <a:rPr lang="it-IT" dirty="0"/>
              <a:t> systems</a:t>
            </a:r>
          </a:p>
          <a:p>
            <a:pPr lvl="1"/>
            <a:r>
              <a:rPr lang="en-GB" dirty="0"/>
              <a:t>First load validation through DNV-GL guidelines</a:t>
            </a:r>
          </a:p>
          <a:p>
            <a:r>
              <a:rPr lang="en-GB" dirty="0"/>
              <a:t>Cooling system</a:t>
            </a:r>
          </a:p>
          <a:p>
            <a:pPr lvl="1"/>
            <a:r>
              <a:rPr lang="en-GB" dirty="0"/>
              <a:t>System designing</a:t>
            </a:r>
          </a:p>
          <a:p>
            <a:pPr lvl="1"/>
            <a:r>
              <a:rPr lang="en-GB" dirty="0"/>
              <a:t>Contact with companies regarding a radiator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00EC07E-838F-4E74-1983-D50B3001B68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74075" y="6564313"/>
            <a:ext cx="2879725" cy="365125"/>
          </a:xfrm>
        </p:spPr>
        <p:txBody>
          <a:bodyPr/>
          <a:lstStyle/>
          <a:p>
            <a:r>
              <a:rPr lang="en-GB" dirty="0"/>
              <a:t>Management team/ Optimus Syria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6E985CB-CC6E-C084-BA3B-BCA35A1C5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it-IT" dirty="0"/>
              <a:t>Federico De Mita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7692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2C63AD-E854-4BC5-8C88-EFA2B302E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Bibliography</a:t>
            </a:r>
            <a:r>
              <a:rPr lang="it-IT" dirty="0"/>
              <a:t> – </a:t>
            </a:r>
            <a:r>
              <a:rPr lang="it-IT" dirty="0" err="1"/>
              <a:t>Managemente</a:t>
            </a:r>
            <a:r>
              <a:rPr lang="it-IT" dirty="0"/>
              <a:t> team SI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A55D88A-B5AE-3FB5-EC15-8FEAC3561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[1]	self generated images and sketches</a:t>
            </a:r>
          </a:p>
          <a:p>
            <a:r>
              <a:rPr lang="en-GB" dirty="0"/>
              <a:t>[2]	“V236-15.0 MWTM.” Accessed: Nov. 17, 2025. [Online]. Available: </a:t>
            </a:r>
            <a:r>
              <a:rPr lang="en-GB" dirty="0">
                <a:hlinkClick r:id="rId2"/>
              </a:rPr>
              <a:t>https://www.vestas.com/en/energy-solutions/offshore-wind-turbines/V236-15MW</a:t>
            </a:r>
            <a:r>
              <a:rPr lang="en-GB" dirty="0"/>
              <a:t> </a:t>
            </a:r>
          </a:p>
          <a:p>
            <a:r>
              <a:rPr lang="en-GB" dirty="0"/>
              <a:t>[3]	Optimus Shakti Final Report, J. </a:t>
            </a:r>
            <a:r>
              <a:rPr lang="en-GB" dirty="0" err="1"/>
              <a:t>Stegert</a:t>
            </a:r>
            <a:r>
              <a:rPr lang="en-GB" dirty="0"/>
              <a:t> M. Elbanna</a:t>
            </a:r>
          </a:p>
          <a:p>
            <a:r>
              <a:rPr lang="en-GB" dirty="0"/>
              <a:t>[4]	“Polyethylene terephthalate - Wikipedia.” Accessed: Nov. 17, 2025. [Online]. Available: </a:t>
            </a:r>
            <a:r>
              <a:rPr lang="en-GB" dirty="0">
                <a:hlinkClick r:id="rId3"/>
              </a:rPr>
              <a:t>https://en.wikipedia.org/wiki/Polyethylene_terephthalate</a:t>
            </a:r>
            <a:endParaRPr lang="en-GB" dirty="0"/>
          </a:p>
          <a:p>
            <a:r>
              <a:rPr lang="en-GB" dirty="0"/>
              <a:t>[5]	P. Mazzuca, “Flexural behaviour of GFRP sandwich panels with eco-friendly PET foam core for the rehabilitation of building floors,” </a:t>
            </a:r>
            <a:r>
              <a:rPr lang="en-GB" i="1" dirty="0"/>
              <a:t>Structures</a:t>
            </a:r>
            <a:r>
              <a:rPr lang="en-GB" dirty="0"/>
              <a:t>, vol. 60, Feb. 2024, </a:t>
            </a:r>
            <a:r>
              <a:rPr lang="en-GB" dirty="0" err="1"/>
              <a:t>doi</a:t>
            </a:r>
            <a:r>
              <a:rPr lang="en-GB" dirty="0"/>
              <a:t>: 10.1016/j.istruc.2023.105815.</a:t>
            </a:r>
          </a:p>
          <a:p>
            <a:r>
              <a:rPr lang="en-GB" dirty="0"/>
              <a:t>[6]	Optimus Oceanus Final Report, C. </a:t>
            </a:r>
            <a:r>
              <a:rPr lang="de-DE" dirty="0"/>
              <a:t>Röhling L. Peters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00B8E-77A6-BB11-9931-0958DA05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E4898-5434-23AB-1E5F-7F08B7CA7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516D148-E09B-26B4-F687-221DC272A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075" y="6564313"/>
            <a:ext cx="2879725" cy="365125"/>
          </a:xfrm>
        </p:spPr>
        <p:txBody>
          <a:bodyPr/>
          <a:lstStyle/>
          <a:p>
            <a:r>
              <a:rPr lang="en-GB" dirty="0"/>
              <a:t>Management team/ Optimus Syria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2B6C439-053D-FE94-1DEB-CDE3808982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it-IT" dirty="0"/>
              <a:t>Federico De Mita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4355148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FAF026A4-FAA2-4B3F-9818-6FE8267138C8}" vid="{90728898-6A8E-4A9D-99E4-96286F346DC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FAF026A4-FAA2-4B3F-9818-6FE8267138C8}" vid="{40D391B5-CD9D-4991-B15A-0D3091F998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1480</TotalTime>
  <Words>826</Words>
  <Application>Microsoft Office PowerPoint</Application>
  <PresentationFormat>Widescreen</PresentationFormat>
  <Paragraphs>152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Wingdings</vt:lpstr>
      <vt:lpstr>Benutzerdefiniertes Design</vt:lpstr>
      <vt:lpstr>Office</vt:lpstr>
      <vt:lpstr>List of contents  </vt:lpstr>
      <vt:lpstr>1. Nacelle cover design updates</vt:lpstr>
      <vt:lpstr>1. Nacelle cover design updates</vt:lpstr>
      <vt:lpstr>1. Nacelle cover design updates</vt:lpstr>
      <vt:lpstr>1. Nacelle cover design updates</vt:lpstr>
      <vt:lpstr>2. Nacelle cover material</vt:lpstr>
      <vt:lpstr>2. Nacelle cover material</vt:lpstr>
      <vt:lpstr>2. Nacelle cover material</vt:lpstr>
      <vt:lpstr>3. Cooling system arrangement</vt:lpstr>
      <vt:lpstr>4. Next week</vt:lpstr>
      <vt:lpstr>Bibliography – Managemente team 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Federico De Mita</dc:creator>
  <cp:lastModifiedBy>Federico De Mita</cp:lastModifiedBy>
  <cp:revision>1</cp:revision>
  <dcterms:created xsi:type="dcterms:W3CDTF">2025-11-15T15:17:15Z</dcterms:created>
  <dcterms:modified xsi:type="dcterms:W3CDTF">2025-11-17T20:25:36Z</dcterms:modified>
</cp:coreProperties>
</file>